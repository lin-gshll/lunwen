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17" r:id="rId4"/>
    <p:sldId id="340" r:id="rId5"/>
    <p:sldId id="318" r:id="rId6"/>
    <p:sldId id="319" r:id="rId7"/>
    <p:sldId id="322" r:id="rId8"/>
    <p:sldId id="321" r:id="rId9"/>
    <p:sldId id="320" r:id="rId10"/>
    <p:sldId id="323" r:id="rId11"/>
    <p:sldId id="324" r:id="rId12"/>
    <p:sldId id="325" r:id="rId13"/>
    <p:sldId id="326" r:id="rId14"/>
    <p:sldId id="341" r:id="rId15"/>
    <p:sldId id="327" r:id="rId16"/>
    <p:sldId id="328" r:id="rId17"/>
    <p:sldId id="329" r:id="rId18"/>
    <p:sldId id="331" r:id="rId19"/>
    <p:sldId id="330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39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6C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6" d="100"/>
          <a:sy n="66" d="100"/>
        </p:scale>
        <p:origin x="84" y="120"/>
      </p:cViewPr>
      <p:guideLst>
        <p:guide orient="horz" pos="22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EF07C-B57B-45E4-B7A8-B86CA8032C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E76FD-467F-4882-A1EC-63856DFFF7C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120.25.194.191:8016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7079" y="1370922"/>
            <a:ext cx="13623404" cy="5041569"/>
          </a:xfrm>
          <a:prstGeom prst="rect">
            <a:avLst/>
          </a:prstGeom>
        </p:spPr>
      </p:pic>
      <p:sp>
        <p:nvSpPr>
          <p:cNvPr id="59" name="文本框 58"/>
          <p:cNvSpPr txBox="1"/>
          <p:nvPr/>
        </p:nvSpPr>
        <p:spPr>
          <a:xfrm>
            <a:off x="1216660" y="458470"/>
            <a:ext cx="10149205" cy="912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335">
                <a:solidFill>
                  <a:srgbClr val="0E71AA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基于</a:t>
            </a:r>
            <a:r>
              <a:rPr lang="en-US" altLang="zh-CN" sz="5335">
                <a:solidFill>
                  <a:srgbClr val="0E71AA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Nodejs</a:t>
            </a:r>
            <a:r>
              <a:rPr lang="zh-CN" altLang="en-US" sz="5335">
                <a:solidFill>
                  <a:srgbClr val="0E71AA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的实验教学管理系统</a:t>
            </a:r>
            <a:endParaRPr lang="zh-CN" altLang="en-US" sz="5335" dirty="0">
              <a:solidFill>
                <a:srgbClr val="0E71AA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682342" y="2515495"/>
            <a:ext cx="574765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1400" dirty="0">
              <a:solidFill>
                <a:srgbClr val="0E6CA6"/>
              </a:solidFill>
            </a:endParaRPr>
          </a:p>
          <a:p>
            <a:pPr algn="ctr"/>
            <a:endParaRPr lang="en-US" altLang="zh-CN" sz="1400" dirty="0">
              <a:solidFill>
                <a:srgbClr val="0E6CA6"/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272452" y="3302754"/>
            <a:ext cx="206464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E6CA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答辩人</a:t>
            </a:r>
            <a:r>
              <a:rPr lang="en-US" altLang="zh-CN" sz="2400" dirty="0">
                <a:solidFill>
                  <a:srgbClr val="0E6CA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:</a:t>
            </a:r>
            <a:r>
              <a:rPr lang="zh-CN" altLang="en-US" sz="2400" dirty="0" smtClean="0">
                <a:solidFill>
                  <a:srgbClr val="0E6CA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林前</a:t>
            </a:r>
            <a:endParaRPr lang="zh-CN" altLang="en-US" sz="2400" dirty="0" smtClean="0">
              <a:solidFill>
                <a:srgbClr val="0E6CA6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9201150" y="3287395"/>
            <a:ext cx="2748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0E6CA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指导老师</a:t>
            </a:r>
            <a:r>
              <a:rPr lang="en-US" altLang="zh-CN" sz="2400" dirty="0" smtClean="0">
                <a:solidFill>
                  <a:srgbClr val="0E6CA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:</a:t>
            </a:r>
            <a:r>
              <a:rPr lang="zh-CN" altLang="en-US" sz="2400" dirty="0" smtClean="0">
                <a:solidFill>
                  <a:srgbClr val="0E6CA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马娟</a:t>
            </a:r>
            <a:endParaRPr lang="zh-CN" altLang="en-US" sz="2400" dirty="0">
              <a:solidFill>
                <a:srgbClr val="0E6CA6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64" name="组合 12"/>
          <p:cNvGrpSpPr/>
          <p:nvPr/>
        </p:nvGrpSpPr>
        <p:grpSpPr bwMode="auto">
          <a:xfrm>
            <a:off x="5766266" y="3317359"/>
            <a:ext cx="411843" cy="411843"/>
            <a:chOff x="5986" y="18339"/>
            <a:chExt cx="600" cy="600"/>
          </a:xfrm>
          <a:solidFill>
            <a:schemeClr val="bg1"/>
          </a:solidFill>
        </p:grpSpPr>
        <p:sp>
          <p:nvSpPr>
            <p:cNvPr id="65" name="椭圆 74"/>
            <p:cNvSpPr>
              <a:spLocks noChangeArrowheads="1"/>
            </p:cNvSpPr>
            <p:nvPr/>
          </p:nvSpPr>
          <p:spPr bwMode="auto">
            <a:xfrm>
              <a:off x="5986" y="18339"/>
              <a:ext cx="600" cy="600"/>
            </a:xfrm>
            <a:prstGeom prst="ellipse">
              <a:avLst/>
            </a:prstGeom>
            <a:solidFill>
              <a:srgbClr val="0E6C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endParaRPr lang="zh-CN" altLang="en-US">
                <a:solidFill>
                  <a:srgbClr val="0E6CA6"/>
                </a:solidFill>
              </a:endParaRPr>
            </a:p>
          </p:txBody>
        </p:sp>
        <p:sp>
          <p:nvSpPr>
            <p:cNvPr id="66" name="Freeform 5"/>
            <p:cNvSpPr>
              <a:spLocks noEditPoints="1" noChangeArrowheads="1"/>
            </p:cNvSpPr>
            <p:nvPr/>
          </p:nvSpPr>
          <p:spPr bwMode="auto">
            <a:xfrm flipH="1">
              <a:off x="6074" y="18513"/>
              <a:ext cx="425" cy="280"/>
            </a:xfrm>
            <a:custGeom>
              <a:avLst/>
              <a:gdLst>
                <a:gd name="T0" fmla="*/ 516 w 962"/>
                <a:gd name="T1" fmla="*/ 0 h 631"/>
                <a:gd name="T2" fmla="*/ 32 w 962"/>
                <a:gd name="T3" fmla="*/ 71 h 631"/>
                <a:gd name="T4" fmla="*/ 32 w 962"/>
                <a:gd name="T5" fmla="*/ 327 h 631"/>
                <a:gd name="T6" fmla="*/ 21 w 962"/>
                <a:gd name="T7" fmla="*/ 338 h 631"/>
                <a:gd name="T8" fmla="*/ 17 w 962"/>
                <a:gd name="T9" fmla="*/ 354 h 631"/>
                <a:gd name="T10" fmla="*/ 17 w 962"/>
                <a:gd name="T11" fmla="*/ 363 h 631"/>
                <a:gd name="T12" fmla="*/ 23 w 962"/>
                <a:gd name="T13" fmla="*/ 375 h 631"/>
                <a:gd name="T14" fmla="*/ 32 w 962"/>
                <a:gd name="T15" fmla="*/ 384 h 631"/>
                <a:gd name="T16" fmla="*/ 44 w 962"/>
                <a:gd name="T17" fmla="*/ 388 h 631"/>
                <a:gd name="T18" fmla="*/ 50 w 962"/>
                <a:gd name="T19" fmla="*/ 390 h 631"/>
                <a:gd name="T20" fmla="*/ 63 w 962"/>
                <a:gd name="T21" fmla="*/ 388 h 631"/>
                <a:gd name="T22" fmla="*/ 76 w 962"/>
                <a:gd name="T23" fmla="*/ 379 h 631"/>
                <a:gd name="T24" fmla="*/ 82 w 962"/>
                <a:gd name="T25" fmla="*/ 369 h 631"/>
                <a:gd name="T26" fmla="*/ 84 w 962"/>
                <a:gd name="T27" fmla="*/ 354 h 631"/>
                <a:gd name="T28" fmla="*/ 84 w 962"/>
                <a:gd name="T29" fmla="*/ 346 h 631"/>
                <a:gd name="T30" fmla="*/ 76 w 962"/>
                <a:gd name="T31" fmla="*/ 331 h 631"/>
                <a:gd name="T32" fmla="*/ 67 w 962"/>
                <a:gd name="T33" fmla="*/ 164 h 631"/>
                <a:gd name="T34" fmla="*/ 962 w 962"/>
                <a:gd name="T35" fmla="*/ 159 h 631"/>
                <a:gd name="T36" fmla="*/ 962 w 962"/>
                <a:gd name="T37" fmla="*/ 71 h 631"/>
                <a:gd name="T38" fmla="*/ 78 w 962"/>
                <a:gd name="T39" fmla="*/ 402 h 631"/>
                <a:gd name="T40" fmla="*/ 50 w 962"/>
                <a:gd name="T41" fmla="*/ 409 h 631"/>
                <a:gd name="T42" fmla="*/ 25 w 962"/>
                <a:gd name="T43" fmla="*/ 402 h 631"/>
                <a:gd name="T44" fmla="*/ 0 w 962"/>
                <a:gd name="T45" fmla="*/ 555 h 631"/>
                <a:gd name="T46" fmla="*/ 17 w 962"/>
                <a:gd name="T47" fmla="*/ 562 h 631"/>
                <a:gd name="T48" fmla="*/ 25 w 962"/>
                <a:gd name="T49" fmla="*/ 564 h 631"/>
                <a:gd name="T50" fmla="*/ 40 w 962"/>
                <a:gd name="T51" fmla="*/ 566 h 631"/>
                <a:gd name="T52" fmla="*/ 61 w 962"/>
                <a:gd name="T53" fmla="*/ 549 h 631"/>
                <a:gd name="T54" fmla="*/ 67 w 962"/>
                <a:gd name="T55" fmla="*/ 566 h 631"/>
                <a:gd name="T56" fmla="*/ 76 w 962"/>
                <a:gd name="T57" fmla="*/ 495 h 631"/>
                <a:gd name="T58" fmla="*/ 86 w 962"/>
                <a:gd name="T59" fmla="*/ 560 h 631"/>
                <a:gd name="T60" fmla="*/ 99 w 962"/>
                <a:gd name="T61" fmla="*/ 555 h 631"/>
                <a:gd name="T62" fmla="*/ 78 w 962"/>
                <a:gd name="T63" fmla="*/ 402 h 631"/>
                <a:gd name="T64" fmla="*/ 176 w 962"/>
                <a:gd name="T65" fmla="*/ 220 h 631"/>
                <a:gd name="T66" fmla="*/ 838 w 962"/>
                <a:gd name="T67" fmla="*/ 218 h 631"/>
                <a:gd name="T68" fmla="*/ 838 w 962"/>
                <a:gd name="T69" fmla="*/ 553 h 631"/>
                <a:gd name="T70" fmla="*/ 757 w 962"/>
                <a:gd name="T71" fmla="*/ 557 h 631"/>
                <a:gd name="T72" fmla="*/ 673 w 962"/>
                <a:gd name="T73" fmla="*/ 572 h 631"/>
                <a:gd name="T74" fmla="*/ 591 w 962"/>
                <a:gd name="T75" fmla="*/ 597 h 631"/>
                <a:gd name="T76" fmla="*/ 509 w 962"/>
                <a:gd name="T77" fmla="*/ 631 h 631"/>
                <a:gd name="T78" fmla="*/ 469 w 962"/>
                <a:gd name="T79" fmla="*/ 612 h 631"/>
                <a:gd name="T80" fmla="*/ 390 w 962"/>
                <a:gd name="T81" fmla="*/ 585 h 631"/>
                <a:gd name="T82" fmla="*/ 306 w 962"/>
                <a:gd name="T83" fmla="*/ 566 h 631"/>
                <a:gd name="T84" fmla="*/ 220 w 962"/>
                <a:gd name="T85" fmla="*/ 557 h 631"/>
                <a:gd name="T86" fmla="*/ 176 w 962"/>
                <a:gd name="T87" fmla="*/ 555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2" h="631">
                  <a:moveTo>
                    <a:pt x="962" y="71"/>
                  </a:moveTo>
                  <a:lnTo>
                    <a:pt x="516" y="0"/>
                  </a:lnTo>
                  <a:lnTo>
                    <a:pt x="32" y="71"/>
                  </a:lnTo>
                  <a:lnTo>
                    <a:pt x="32" y="327"/>
                  </a:lnTo>
                  <a:lnTo>
                    <a:pt x="25" y="331"/>
                  </a:lnTo>
                  <a:lnTo>
                    <a:pt x="21" y="338"/>
                  </a:lnTo>
                  <a:lnTo>
                    <a:pt x="17" y="346"/>
                  </a:lnTo>
                  <a:lnTo>
                    <a:pt x="17" y="354"/>
                  </a:lnTo>
                  <a:lnTo>
                    <a:pt x="17" y="363"/>
                  </a:lnTo>
                  <a:lnTo>
                    <a:pt x="19" y="369"/>
                  </a:lnTo>
                  <a:lnTo>
                    <a:pt x="23" y="375"/>
                  </a:lnTo>
                  <a:lnTo>
                    <a:pt x="27" y="379"/>
                  </a:lnTo>
                  <a:lnTo>
                    <a:pt x="32" y="384"/>
                  </a:lnTo>
                  <a:lnTo>
                    <a:pt x="38" y="388"/>
                  </a:lnTo>
                  <a:lnTo>
                    <a:pt x="44" y="388"/>
                  </a:lnTo>
                  <a:lnTo>
                    <a:pt x="50" y="390"/>
                  </a:lnTo>
                  <a:lnTo>
                    <a:pt x="57" y="388"/>
                  </a:lnTo>
                  <a:lnTo>
                    <a:pt x="63" y="388"/>
                  </a:lnTo>
                  <a:lnTo>
                    <a:pt x="69" y="384"/>
                  </a:lnTo>
                  <a:lnTo>
                    <a:pt x="76" y="379"/>
                  </a:lnTo>
                  <a:lnTo>
                    <a:pt x="80" y="375"/>
                  </a:lnTo>
                  <a:lnTo>
                    <a:pt x="82" y="369"/>
                  </a:lnTo>
                  <a:lnTo>
                    <a:pt x="84" y="363"/>
                  </a:lnTo>
                  <a:lnTo>
                    <a:pt x="84" y="354"/>
                  </a:lnTo>
                  <a:lnTo>
                    <a:pt x="84" y="346"/>
                  </a:lnTo>
                  <a:lnTo>
                    <a:pt x="80" y="338"/>
                  </a:lnTo>
                  <a:lnTo>
                    <a:pt x="76" y="331"/>
                  </a:lnTo>
                  <a:lnTo>
                    <a:pt x="67" y="325"/>
                  </a:lnTo>
                  <a:lnTo>
                    <a:pt x="67" y="164"/>
                  </a:lnTo>
                  <a:lnTo>
                    <a:pt x="516" y="229"/>
                  </a:lnTo>
                  <a:lnTo>
                    <a:pt x="962" y="159"/>
                  </a:lnTo>
                  <a:lnTo>
                    <a:pt x="962" y="71"/>
                  </a:lnTo>
                  <a:close/>
                  <a:moveTo>
                    <a:pt x="78" y="402"/>
                  </a:moveTo>
                  <a:lnTo>
                    <a:pt x="78" y="402"/>
                  </a:lnTo>
                  <a:lnTo>
                    <a:pt x="65" y="407"/>
                  </a:lnTo>
                  <a:lnTo>
                    <a:pt x="50" y="409"/>
                  </a:lnTo>
                  <a:lnTo>
                    <a:pt x="38" y="407"/>
                  </a:lnTo>
                  <a:lnTo>
                    <a:pt x="25" y="402"/>
                  </a:lnTo>
                  <a:lnTo>
                    <a:pt x="0" y="555"/>
                  </a:lnTo>
                  <a:lnTo>
                    <a:pt x="17" y="562"/>
                  </a:lnTo>
                  <a:lnTo>
                    <a:pt x="23" y="545"/>
                  </a:lnTo>
                  <a:lnTo>
                    <a:pt x="25" y="564"/>
                  </a:lnTo>
                  <a:lnTo>
                    <a:pt x="40" y="566"/>
                  </a:lnTo>
                  <a:lnTo>
                    <a:pt x="55" y="566"/>
                  </a:lnTo>
                  <a:lnTo>
                    <a:pt x="61" y="549"/>
                  </a:lnTo>
                  <a:lnTo>
                    <a:pt x="67" y="566"/>
                  </a:lnTo>
                  <a:lnTo>
                    <a:pt x="71" y="564"/>
                  </a:lnTo>
                  <a:lnTo>
                    <a:pt x="76" y="495"/>
                  </a:lnTo>
                  <a:lnTo>
                    <a:pt x="86" y="560"/>
                  </a:lnTo>
                  <a:lnTo>
                    <a:pt x="99" y="555"/>
                  </a:lnTo>
                  <a:lnTo>
                    <a:pt x="78" y="402"/>
                  </a:lnTo>
                  <a:close/>
                  <a:moveTo>
                    <a:pt x="176" y="555"/>
                  </a:moveTo>
                  <a:lnTo>
                    <a:pt x="176" y="220"/>
                  </a:lnTo>
                  <a:lnTo>
                    <a:pt x="516" y="268"/>
                  </a:lnTo>
                  <a:lnTo>
                    <a:pt x="838" y="218"/>
                  </a:lnTo>
                  <a:lnTo>
                    <a:pt x="838" y="553"/>
                  </a:lnTo>
                  <a:lnTo>
                    <a:pt x="796" y="553"/>
                  </a:lnTo>
                  <a:lnTo>
                    <a:pt x="757" y="557"/>
                  </a:lnTo>
                  <a:lnTo>
                    <a:pt x="715" y="564"/>
                  </a:lnTo>
                  <a:lnTo>
                    <a:pt x="673" y="572"/>
                  </a:lnTo>
                  <a:lnTo>
                    <a:pt x="631" y="585"/>
                  </a:lnTo>
                  <a:lnTo>
                    <a:pt x="591" y="597"/>
                  </a:lnTo>
                  <a:lnTo>
                    <a:pt x="549" y="614"/>
                  </a:lnTo>
                  <a:lnTo>
                    <a:pt x="509" y="631"/>
                  </a:lnTo>
                  <a:lnTo>
                    <a:pt x="469" y="612"/>
                  </a:lnTo>
                  <a:lnTo>
                    <a:pt x="430" y="597"/>
                  </a:lnTo>
                  <a:lnTo>
                    <a:pt x="390" y="585"/>
                  </a:lnTo>
                  <a:lnTo>
                    <a:pt x="348" y="574"/>
                  </a:lnTo>
                  <a:lnTo>
                    <a:pt x="306" y="566"/>
                  </a:lnTo>
                  <a:lnTo>
                    <a:pt x="262" y="562"/>
                  </a:lnTo>
                  <a:lnTo>
                    <a:pt x="220" y="557"/>
                  </a:lnTo>
                  <a:lnTo>
                    <a:pt x="176" y="5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0E6CA6"/>
                </a:solidFill>
              </a:endParaRPr>
            </a:p>
          </p:txBody>
        </p:sp>
      </p:grpSp>
      <p:grpSp>
        <p:nvGrpSpPr>
          <p:cNvPr id="67" name="组合 4"/>
          <p:cNvGrpSpPr/>
          <p:nvPr/>
        </p:nvGrpSpPr>
        <p:grpSpPr bwMode="auto">
          <a:xfrm>
            <a:off x="8787464" y="3332576"/>
            <a:ext cx="413091" cy="415374"/>
            <a:chOff x="0" y="0"/>
            <a:chExt cx="454" cy="454"/>
          </a:xfrm>
        </p:grpSpPr>
        <p:sp>
          <p:nvSpPr>
            <p:cNvPr id="68" name="正圆 1244"/>
            <p:cNvSpPr>
              <a:spLocks noChangeArrowheads="1"/>
            </p:cNvSpPr>
            <p:nvPr/>
          </p:nvSpPr>
          <p:spPr bwMode="auto">
            <a:xfrm>
              <a:off x="0" y="0"/>
              <a:ext cx="454" cy="454"/>
            </a:xfrm>
            <a:prstGeom prst="ellipse">
              <a:avLst/>
            </a:prstGeom>
            <a:solidFill>
              <a:srgbClr val="0E6C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89999" tIns="47159" rIns="89999" bIns="47159" numCol="1" anchor="ctr" anchorCtr="0" compatLnSpc="1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E6CA6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方形小人2 1235"/>
            <p:cNvSpPr>
              <a:spLocks noChangeArrowheads="1"/>
            </p:cNvSpPr>
            <p:nvPr/>
          </p:nvSpPr>
          <p:spPr bwMode="auto">
            <a:xfrm>
              <a:off x="113" y="114"/>
              <a:ext cx="226" cy="226"/>
            </a:xfrm>
            <a:custGeom>
              <a:avLst/>
              <a:gdLst>
                <a:gd name="T0" fmla="*/ 393420 w 1520415"/>
                <a:gd name="T1" fmla="*/ 849255 h 1755576"/>
                <a:gd name="T2" fmla="*/ 760208 w 1520415"/>
                <a:gd name="T3" fmla="*/ 1098122 h 1755576"/>
                <a:gd name="T4" fmla="*/ 1126995 w 1520415"/>
                <a:gd name="T5" fmla="*/ 849255 h 1755576"/>
                <a:gd name="T6" fmla="*/ 1520415 w 1520415"/>
                <a:gd name="T7" fmla="*/ 1475516 h 1755576"/>
                <a:gd name="T8" fmla="*/ 1520415 w 1520415"/>
                <a:gd name="T9" fmla="*/ 1755576 h 1755576"/>
                <a:gd name="T10" fmla="*/ 0 w 1520415"/>
                <a:gd name="T11" fmla="*/ 1755576 h 1755576"/>
                <a:gd name="T12" fmla="*/ 0 w 1520415"/>
                <a:gd name="T13" fmla="*/ 1475516 h 1755576"/>
                <a:gd name="T14" fmla="*/ 393420 w 1520415"/>
                <a:gd name="T15" fmla="*/ 849255 h 1755576"/>
                <a:gd name="T16" fmla="*/ 760207 w 1520415"/>
                <a:gd name="T17" fmla="*/ 0 h 1755576"/>
                <a:gd name="T18" fmla="*/ 1138249 w 1520415"/>
                <a:gd name="T19" fmla="*/ 477053 h 1755576"/>
                <a:gd name="T20" fmla="*/ 760207 w 1520415"/>
                <a:gd name="T21" fmla="*/ 954106 h 1755576"/>
                <a:gd name="T22" fmla="*/ 382165 w 1520415"/>
                <a:gd name="T23" fmla="*/ 477053 h 1755576"/>
                <a:gd name="T24" fmla="*/ 760207 w 1520415"/>
                <a:gd name="T25" fmla="*/ 0 h 1755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0415" h="1755576">
                  <a:moveTo>
                    <a:pt x="393420" y="849255"/>
                  </a:moveTo>
                  <a:cubicBezTo>
                    <a:pt x="462894" y="997863"/>
                    <a:pt x="601240" y="1098122"/>
                    <a:pt x="760208" y="1098122"/>
                  </a:cubicBezTo>
                  <a:cubicBezTo>
                    <a:pt x="919176" y="1098122"/>
                    <a:pt x="1057521" y="997863"/>
                    <a:pt x="1126995" y="849255"/>
                  </a:cubicBezTo>
                  <a:cubicBezTo>
                    <a:pt x="1344348" y="849804"/>
                    <a:pt x="1520415" y="1129988"/>
                    <a:pt x="1520415" y="1475516"/>
                  </a:cubicBezTo>
                  <a:lnTo>
                    <a:pt x="1520415" y="1755576"/>
                  </a:lnTo>
                  <a:lnTo>
                    <a:pt x="0" y="1755576"/>
                  </a:lnTo>
                  <a:lnTo>
                    <a:pt x="0" y="1475516"/>
                  </a:lnTo>
                  <a:cubicBezTo>
                    <a:pt x="0" y="1129988"/>
                    <a:pt x="176067" y="849804"/>
                    <a:pt x="393420" y="849255"/>
                  </a:cubicBezTo>
                  <a:close/>
                  <a:moveTo>
                    <a:pt x="760207" y="0"/>
                  </a:moveTo>
                  <a:cubicBezTo>
                    <a:pt x="968994" y="0"/>
                    <a:pt x="1138249" y="213584"/>
                    <a:pt x="1138249" y="477053"/>
                  </a:cubicBezTo>
                  <a:cubicBezTo>
                    <a:pt x="1138249" y="740522"/>
                    <a:pt x="968994" y="954106"/>
                    <a:pt x="760207" y="954106"/>
                  </a:cubicBezTo>
                  <a:cubicBezTo>
                    <a:pt x="551420" y="954106"/>
                    <a:pt x="382165" y="740522"/>
                    <a:pt x="382165" y="477053"/>
                  </a:cubicBezTo>
                  <a:cubicBezTo>
                    <a:pt x="382165" y="213584"/>
                    <a:pt x="551420" y="0"/>
                    <a:pt x="76020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endParaRPr lang="zh-CN" altLang="en-US">
                <a:solidFill>
                  <a:srgbClr val="0E6CA6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366820" y="355496"/>
            <a:ext cx="629846" cy="629846"/>
          </a:xfrm>
          <a:prstGeom prst="ellipse">
            <a:avLst/>
          </a:prstGeom>
          <a:solidFill>
            <a:srgbClr val="0E6C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/>
          <p:nvPr/>
        </p:nvGraphicFramePr>
        <p:xfrm>
          <a:off x="723265" y="1468755"/>
          <a:ext cx="10878820" cy="3369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9410"/>
                <a:gridCol w="543941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时间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计划工作</a:t>
                      </a:r>
                      <a:endParaRPr lang="zh-CN" altLang="en-US" sz="24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2017.11——2017.12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毕业设计选题</a:t>
                      </a:r>
                      <a:endParaRPr lang="zh-CN" altLang="en-US" sz="24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2017.12——2018.01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下达任务书，开题报告、开题答辩</a:t>
                      </a:r>
                      <a:endParaRPr lang="zh-CN" altLang="en-US" sz="24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2018.01——2018.02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数据库设计，后台接口编写</a:t>
                      </a:r>
                      <a:endParaRPr lang="zh-CN" altLang="en-US" sz="2400"/>
                    </a:p>
                  </a:txBody>
                  <a:tcPr/>
                </a:tc>
              </a:tr>
              <a:tr h="513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2018.02——2018.04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前端页面设计与实现、准备中期答辩</a:t>
                      </a:r>
                      <a:endParaRPr lang="zh-CN" altLang="en-US" sz="2400"/>
                    </a:p>
                  </a:txBody>
                  <a:tcPr/>
                </a:tc>
              </a:tr>
              <a:tr h="513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2018.04——2018.05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功能整合、项目测试、挂载阿里云</a:t>
                      </a:r>
                      <a:endParaRPr lang="zh-CN" altLang="en-US" sz="2400"/>
                    </a:p>
                  </a:txBody>
                  <a:tcPr/>
                </a:tc>
              </a:tr>
              <a:tr h="513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2018.05——2018.06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毕业论文答辩</a:t>
                      </a:r>
                      <a:endParaRPr lang="zh-CN" altLang="en-US" sz="2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项目地址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hlinkClick r:id="rId1" tooltip=""/>
              </a:rPr>
              <a:t>http://120.25.194.191:8016/#/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首页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355" y="1798955"/>
            <a:ext cx="10828655" cy="45237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登录页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691005"/>
            <a:ext cx="910907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管理员首页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967865"/>
            <a:ext cx="10515600" cy="40659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后台新增实验</a:t>
            </a:r>
            <a:endParaRPr lang="zh-CN" altLang="en-US"/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7230" y="1441450"/>
            <a:ext cx="11020425" cy="5140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学生列表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3565" y="1253490"/>
            <a:ext cx="112369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5510"/>
          </a:xfrm>
        </p:spPr>
        <p:txBody>
          <a:bodyPr/>
          <a:p>
            <a:r>
              <a:rPr lang="zh-CN" altLang="en-US"/>
              <a:t>系统公告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690" y="1551940"/>
            <a:ext cx="11343640" cy="39509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退出与其他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19455" y="1691005"/>
            <a:ext cx="10752455" cy="5115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教师端首页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54380" y="1440815"/>
            <a:ext cx="10600055" cy="50819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修改实验说明与作业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1650" y="1536065"/>
            <a:ext cx="11228705" cy="49485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上传作业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678940"/>
            <a:ext cx="10182860" cy="44983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查看批改单个实验详细成绩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4530" y="1332230"/>
            <a:ext cx="11045190" cy="54489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实验成绩统计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3750" y="1497330"/>
            <a:ext cx="10817860" cy="51092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实验成绩区间显示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13080" y="1496060"/>
            <a:ext cx="11165205" cy="48012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搜索功能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5615" y="1691005"/>
            <a:ext cx="11022965" cy="45300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个人信息维护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7390" y="1466850"/>
            <a:ext cx="10647045" cy="50082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学生端首页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8345" y="2085340"/>
            <a:ext cx="10625455" cy="37922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学生端实验说明与作业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7665" y="1691005"/>
            <a:ext cx="10986135" cy="44316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学生端成绩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635" y="1691005"/>
            <a:ext cx="10920095" cy="38912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实验预约</a:t>
            </a:r>
            <a:r>
              <a:rPr lang="en-US" altLang="zh-CN"/>
              <a:t>-</a:t>
            </a:r>
            <a:r>
              <a:rPr lang="zh-CN" altLang="en-US"/>
              <a:t>预约失败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3770" y="1383030"/>
            <a:ext cx="10032365" cy="47942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实验预约</a:t>
            </a:r>
            <a:r>
              <a:rPr lang="en-US" altLang="zh-CN"/>
              <a:t>-</a:t>
            </a:r>
            <a:r>
              <a:rPr lang="zh-CN" altLang="en-US"/>
              <a:t>预约成功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94410" y="1386840"/>
            <a:ext cx="10175240" cy="47904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搜索功能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2135" y="2137410"/>
            <a:ext cx="11047730" cy="30035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个人信息维护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6945" y="1577340"/>
            <a:ext cx="10224770" cy="45999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1404" y="1355047"/>
            <a:ext cx="13623404" cy="5041569"/>
          </a:xfrm>
          <a:prstGeom prst="rect">
            <a:avLst/>
          </a:prstGeom>
        </p:spPr>
      </p:pic>
      <p:sp>
        <p:nvSpPr>
          <p:cNvPr id="59" name="文本框 58"/>
          <p:cNvSpPr txBox="1"/>
          <p:nvPr/>
        </p:nvSpPr>
        <p:spPr>
          <a:xfrm>
            <a:off x="5082901" y="1444628"/>
            <a:ext cx="7109099" cy="912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335">
                <a:solidFill>
                  <a:srgbClr val="0E71AA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谢谢！</a:t>
            </a:r>
            <a:endParaRPr lang="zh-CN" altLang="en-US" sz="5335" dirty="0">
              <a:solidFill>
                <a:srgbClr val="0E71AA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682342" y="2515495"/>
            <a:ext cx="574765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1400" dirty="0">
              <a:solidFill>
                <a:srgbClr val="0E6CA6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91527" y="3263384"/>
            <a:ext cx="206464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E6CA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答辩人</a:t>
            </a:r>
            <a:r>
              <a:rPr lang="zh-CN" altLang="en-US" dirty="0" smtClean="0">
                <a:solidFill>
                  <a:srgbClr val="0E6CA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：林前</a:t>
            </a:r>
            <a:endParaRPr lang="zh-CN" altLang="en-US" dirty="0" smtClean="0">
              <a:solidFill>
                <a:srgbClr val="0E6CA6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914765" y="3244215"/>
            <a:ext cx="2666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E6CA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指导老师：</a:t>
            </a:r>
            <a:r>
              <a:rPr lang="zh-CN" dirty="0" smtClean="0">
                <a:solidFill>
                  <a:srgbClr val="0E6CA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马娟</a:t>
            </a:r>
            <a:endParaRPr lang="zh-CN" dirty="0">
              <a:solidFill>
                <a:srgbClr val="0E6CA6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15" name="组合 12"/>
          <p:cNvGrpSpPr/>
          <p:nvPr/>
        </p:nvGrpSpPr>
        <p:grpSpPr bwMode="auto">
          <a:xfrm>
            <a:off x="5978991" y="3244334"/>
            <a:ext cx="411843" cy="411843"/>
            <a:chOff x="5986" y="18339"/>
            <a:chExt cx="600" cy="600"/>
          </a:xfrm>
          <a:solidFill>
            <a:schemeClr val="bg1"/>
          </a:solidFill>
        </p:grpSpPr>
        <p:sp>
          <p:nvSpPr>
            <p:cNvPr id="16" name="椭圆 74"/>
            <p:cNvSpPr>
              <a:spLocks noChangeArrowheads="1"/>
            </p:cNvSpPr>
            <p:nvPr/>
          </p:nvSpPr>
          <p:spPr bwMode="auto">
            <a:xfrm>
              <a:off x="5986" y="18339"/>
              <a:ext cx="600" cy="600"/>
            </a:xfrm>
            <a:prstGeom prst="ellipse">
              <a:avLst/>
            </a:prstGeom>
            <a:solidFill>
              <a:srgbClr val="0E6C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endParaRPr lang="zh-CN" altLang="en-US">
                <a:solidFill>
                  <a:srgbClr val="0E6CA6"/>
                </a:solidFill>
              </a:endParaRPr>
            </a:p>
          </p:txBody>
        </p:sp>
        <p:sp>
          <p:nvSpPr>
            <p:cNvPr id="17" name="Freeform 5"/>
            <p:cNvSpPr>
              <a:spLocks noEditPoints="1" noChangeArrowheads="1"/>
            </p:cNvSpPr>
            <p:nvPr/>
          </p:nvSpPr>
          <p:spPr bwMode="auto">
            <a:xfrm flipH="1">
              <a:off x="6074" y="18513"/>
              <a:ext cx="425" cy="280"/>
            </a:xfrm>
            <a:custGeom>
              <a:avLst/>
              <a:gdLst>
                <a:gd name="T0" fmla="*/ 516 w 962"/>
                <a:gd name="T1" fmla="*/ 0 h 631"/>
                <a:gd name="T2" fmla="*/ 32 w 962"/>
                <a:gd name="T3" fmla="*/ 71 h 631"/>
                <a:gd name="T4" fmla="*/ 32 w 962"/>
                <a:gd name="T5" fmla="*/ 327 h 631"/>
                <a:gd name="T6" fmla="*/ 21 w 962"/>
                <a:gd name="T7" fmla="*/ 338 h 631"/>
                <a:gd name="T8" fmla="*/ 17 w 962"/>
                <a:gd name="T9" fmla="*/ 354 h 631"/>
                <a:gd name="T10" fmla="*/ 17 w 962"/>
                <a:gd name="T11" fmla="*/ 363 h 631"/>
                <a:gd name="T12" fmla="*/ 23 w 962"/>
                <a:gd name="T13" fmla="*/ 375 h 631"/>
                <a:gd name="T14" fmla="*/ 32 w 962"/>
                <a:gd name="T15" fmla="*/ 384 h 631"/>
                <a:gd name="T16" fmla="*/ 44 w 962"/>
                <a:gd name="T17" fmla="*/ 388 h 631"/>
                <a:gd name="T18" fmla="*/ 50 w 962"/>
                <a:gd name="T19" fmla="*/ 390 h 631"/>
                <a:gd name="T20" fmla="*/ 63 w 962"/>
                <a:gd name="T21" fmla="*/ 388 h 631"/>
                <a:gd name="T22" fmla="*/ 76 w 962"/>
                <a:gd name="T23" fmla="*/ 379 h 631"/>
                <a:gd name="T24" fmla="*/ 82 w 962"/>
                <a:gd name="T25" fmla="*/ 369 h 631"/>
                <a:gd name="T26" fmla="*/ 84 w 962"/>
                <a:gd name="T27" fmla="*/ 354 h 631"/>
                <a:gd name="T28" fmla="*/ 84 w 962"/>
                <a:gd name="T29" fmla="*/ 346 h 631"/>
                <a:gd name="T30" fmla="*/ 76 w 962"/>
                <a:gd name="T31" fmla="*/ 331 h 631"/>
                <a:gd name="T32" fmla="*/ 67 w 962"/>
                <a:gd name="T33" fmla="*/ 164 h 631"/>
                <a:gd name="T34" fmla="*/ 962 w 962"/>
                <a:gd name="T35" fmla="*/ 159 h 631"/>
                <a:gd name="T36" fmla="*/ 962 w 962"/>
                <a:gd name="T37" fmla="*/ 71 h 631"/>
                <a:gd name="T38" fmla="*/ 78 w 962"/>
                <a:gd name="T39" fmla="*/ 402 h 631"/>
                <a:gd name="T40" fmla="*/ 50 w 962"/>
                <a:gd name="T41" fmla="*/ 409 h 631"/>
                <a:gd name="T42" fmla="*/ 25 w 962"/>
                <a:gd name="T43" fmla="*/ 402 h 631"/>
                <a:gd name="T44" fmla="*/ 0 w 962"/>
                <a:gd name="T45" fmla="*/ 555 h 631"/>
                <a:gd name="T46" fmla="*/ 17 w 962"/>
                <a:gd name="T47" fmla="*/ 562 h 631"/>
                <a:gd name="T48" fmla="*/ 25 w 962"/>
                <a:gd name="T49" fmla="*/ 564 h 631"/>
                <a:gd name="T50" fmla="*/ 40 w 962"/>
                <a:gd name="T51" fmla="*/ 566 h 631"/>
                <a:gd name="T52" fmla="*/ 61 w 962"/>
                <a:gd name="T53" fmla="*/ 549 h 631"/>
                <a:gd name="T54" fmla="*/ 67 w 962"/>
                <a:gd name="T55" fmla="*/ 566 h 631"/>
                <a:gd name="T56" fmla="*/ 76 w 962"/>
                <a:gd name="T57" fmla="*/ 495 h 631"/>
                <a:gd name="T58" fmla="*/ 86 w 962"/>
                <a:gd name="T59" fmla="*/ 560 h 631"/>
                <a:gd name="T60" fmla="*/ 99 w 962"/>
                <a:gd name="T61" fmla="*/ 555 h 631"/>
                <a:gd name="T62" fmla="*/ 78 w 962"/>
                <a:gd name="T63" fmla="*/ 402 h 631"/>
                <a:gd name="T64" fmla="*/ 176 w 962"/>
                <a:gd name="T65" fmla="*/ 220 h 631"/>
                <a:gd name="T66" fmla="*/ 838 w 962"/>
                <a:gd name="T67" fmla="*/ 218 h 631"/>
                <a:gd name="T68" fmla="*/ 838 w 962"/>
                <a:gd name="T69" fmla="*/ 553 h 631"/>
                <a:gd name="T70" fmla="*/ 757 w 962"/>
                <a:gd name="T71" fmla="*/ 557 h 631"/>
                <a:gd name="T72" fmla="*/ 673 w 962"/>
                <a:gd name="T73" fmla="*/ 572 h 631"/>
                <a:gd name="T74" fmla="*/ 591 w 962"/>
                <a:gd name="T75" fmla="*/ 597 h 631"/>
                <a:gd name="T76" fmla="*/ 509 w 962"/>
                <a:gd name="T77" fmla="*/ 631 h 631"/>
                <a:gd name="T78" fmla="*/ 469 w 962"/>
                <a:gd name="T79" fmla="*/ 612 h 631"/>
                <a:gd name="T80" fmla="*/ 390 w 962"/>
                <a:gd name="T81" fmla="*/ 585 h 631"/>
                <a:gd name="T82" fmla="*/ 306 w 962"/>
                <a:gd name="T83" fmla="*/ 566 h 631"/>
                <a:gd name="T84" fmla="*/ 220 w 962"/>
                <a:gd name="T85" fmla="*/ 557 h 631"/>
                <a:gd name="T86" fmla="*/ 176 w 962"/>
                <a:gd name="T87" fmla="*/ 555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62" h="631">
                  <a:moveTo>
                    <a:pt x="962" y="71"/>
                  </a:moveTo>
                  <a:lnTo>
                    <a:pt x="516" y="0"/>
                  </a:lnTo>
                  <a:lnTo>
                    <a:pt x="32" y="71"/>
                  </a:lnTo>
                  <a:lnTo>
                    <a:pt x="32" y="327"/>
                  </a:lnTo>
                  <a:lnTo>
                    <a:pt x="25" y="331"/>
                  </a:lnTo>
                  <a:lnTo>
                    <a:pt x="21" y="338"/>
                  </a:lnTo>
                  <a:lnTo>
                    <a:pt x="17" y="346"/>
                  </a:lnTo>
                  <a:lnTo>
                    <a:pt x="17" y="354"/>
                  </a:lnTo>
                  <a:lnTo>
                    <a:pt x="17" y="363"/>
                  </a:lnTo>
                  <a:lnTo>
                    <a:pt x="19" y="369"/>
                  </a:lnTo>
                  <a:lnTo>
                    <a:pt x="23" y="375"/>
                  </a:lnTo>
                  <a:lnTo>
                    <a:pt x="27" y="379"/>
                  </a:lnTo>
                  <a:lnTo>
                    <a:pt x="32" y="384"/>
                  </a:lnTo>
                  <a:lnTo>
                    <a:pt x="38" y="388"/>
                  </a:lnTo>
                  <a:lnTo>
                    <a:pt x="44" y="388"/>
                  </a:lnTo>
                  <a:lnTo>
                    <a:pt x="50" y="390"/>
                  </a:lnTo>
                  <a:lnTo>
                    <a:pt x="57" y="388"/>
                  </a:lnTo>
                  <a:lnTo>
                    <a:pt x="63" y="388"/>
                  </a:lnTo>
                  <a:lnTo>
                    <a:pt x="69" y="384"/>
                  </a:lnTo>
                  <a:lnTo>
                    <a:pt x="76" y="379"/>
                  </a:lnTo>
                  <a:lnTo>
                    <a:pt x="80" y="375"/>
                  </a:lnTo>
                  <a:lnTo>
                    <a:pt x="82" y="369"/>
                  </a:lnTo>
                  <a:lnTo>
                    <a:pt x="84" y="363"/>
                  </a:lnTo>
                  <a:lnTo>
                    <a:pt x="84" y="354"/>
                  </a:lnTo>
                  <a:lnTo>
                    <a:pt x="84" y="346"/>
                  </a:lnTo>
                  <a:lnTo>
                    <a:pt x="80" y="338"/>
                  </a:lnTo>
                  <a:lnTo>
                    <a:pt x="76" y="331"/>
                  </a:lnTo>
                  <a:lnTo>
                    <a:pt x="67" y="325"/>
                  </a:lnTo>
                  <a:lnTo>
                    <a:pt x="67" y="164"/>
                  </a:lnTo>
                  <a:lnTo>
                    <a:pt x="516" y="229"/>
                  </a:lnTo>
                  <a:lnTo>
                    <a:pt x="962" y="159"/>
                  </a:lnTo>
                  <a:lnTo>
                    <a:pt x="962" y="71"/>
                  </a:lnTo>
                  <a:close/>
                  <a:moveTo>
                    <a:pt x="78" y="402"/>
                  </a:moveTo>
                  <a:lnTo>
                    <a:pt x="78" y="402"/>
                  </a:lnTo>
                  <a:lnTo>
                    <a:pt x="65" y="407"/>
                  </a:lnTo>
                  <a:lnTo>
                    <a:pt x="50" y="409"/>
                  </a:lnTo>
                  <a:lnTo>
                    <a:pt x="38" y="407"/>
                  </a:lnTo>
                  <a:lnTo>
                    <a:pt x="25" y="402"/>
                  </a:lnTo>
                  <a:lnTo>
                    <a:pt x="0" y="555"/>
                  </a:lnTo>
                  <a:lnTo>
                    <a:pt x="17" y="562"/>
                  </a:lnTo>
                  <a:lnTo>
                    <a:pt x="23" y="545"/>
                  </a:lnTo>
                  <a:lnTo>
                    <a:pt x="25" y="564"/>
                  </a:lnTo>
                  <a:lnTo>
                    <a:pt x="40" y="566"/>
                  </a:lnTo>
                  <a:lnTo>
                    <a:pt x="55" y="566"/>
                  </a:lnTo>
                  <a:lnTo>
                    <a:pt x="61" y="549"/>
                  </a:lnTo>
                  <a:lnTo>
                    <a:pt x="67" y="566"/>
                  </a:lnTo>
                  <a:lnTo>
                    <a:pt x="71" y="564"/>
                  </a:lnTo>
                  <a:lnTo>
                    <a:pt x="76" y="495"/>
                  </a:lnTo>
                  <a:lnTo>
                    <a:pt x="86" y="560"/>
                  </a:lnTo>
                  <a:lnTo>
                    <a:pt x="99" y="555"/>
                  </a:lnTo>
                  <a:lnTo>
                    <a:pt x="78" y="402"/>
                  </a:lnTo>
                  <a:close/>
                  <a:moveTo>
                    <a:pt x="176" y="555"/>
                  </a:moveTo>
                  <a:lnTo>
                    <a:pt x="176" y="220"/>
                  </a:lnTo>
                  <a:lnTo>
                    <a:pt x="516" y="268"/>
                  </a:lnTo>
                  <a:lnTo>
                    <a:pt x="838" y="218"/>
                  </a:lnTo>
                  <a:lnTo>
                    <a:pt x="838" y="553"/>
                  </a:lnTo>
                  <a:lnTo>
                    <a:pt x="796" y="553"/>
                  </a:lnTo>
                  <a:lnTo>
                    <a:pt x="757" y="557"/>
                  </a:lnTo>
                  <a:lnTo>
                    <a:pt x="715" y="564"/>
                  </a:lnTo>
                  <a:lnTo>
                    <a:pt x="673" y="572"/>
                  </a:lnTo>
                  <a:lnTo>
                    <a:pt x="631" y="585"/>
                  </a:lnTo>
                  <a:lnTo>
                    <a:pt x="591" y="597"/>
                  </a:lnTo>
                  <a:lnTo>
                    <a:pt x="549" y="614"/>
                  </a:lnTo>
                  <a:lnTo>
                    <a:pt x="509" y="631"/>
                  </a:lnTo>
                  <a:lnTo>
                    <a:pt x="469" y="612"/>
                  </a:lnTo>
                  <a:lnTo>
                    <a:pt x="430" y="597"/>
                  </a:lnTo>
                  <a:lnTo>
                    <a:pt x="390" y="585"/>
                  </a:lnTo>
                  <a:lnTo>
                    <a:pt x="348" y="574"/>
                  </a:lnTo>
                  <a:lnTo>
                    <a:pt x="306" y="566"/>
                  </a:lnTo>
                  <a:lnTo>
                    <a:pt x="262" y="562"/>
                  </a:lnTo>
                  <a:lnTo>
                    <a:pt x="220" y="557"/>
                  </a:lnTo>
                  <a:lnTo>
                    <a:pt x="176" y="5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0E6CA6"/>
                </a:solidFill>
              </a:endParaRPr>
            </a:p>
          </p:txBody>
        </p:sp>
      </p:grpSp>
      <p:grpSp>
        <p:nvGrpSpPr>
          <p:cNvPr id="18" name="组合 4"/>
          <p:cNvGrpSpPr/>
          <p:nvPr/>
        </p:nvGrpSpPr>
        <p:grpSpPr bwMode="auto">
          <a:xfrm>
            <a:off x="8350584" y="3221451"/>
            <a:ext cx="413091" cy="415374"/>
            <a:chOff x="0" y="0"/>
            <a:chExt cx="454" cy="454"/>
          </a:xfrm>
        </p:grpSpPr>
        <p:sp>
          <p:nvSpPr>
            <p:cNvPr id="19" name="正圆 1244"/>
            <p:cNvSpPr>
              <a:spLocks noChangeArrowheads="1"/>
            </p:cNvSpPr>
            <p:nvPr/>
          </p:nvSpPr>
          <p:spPr bwMode="auto">
            <a:xfrm>
              <a:off x="0" y="0"/>
              <a:ext cx="454" cy="454"/>
            </a:xfrm>
            <a:prstGeom prst="ellipse">
              <a:avLst/>
            </a:prstGeom>
            <a:solidFill>
              <a:srgbClr val="0E6C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89999" tIns="47159" rIns="89999" bIns="47159" numCol="1" anchor="ctr" anchorCtr="0" compatLnSpc="1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rgbClr val="0E6CA6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方形小人2 1235"/>
            <p:cNvSpPr>
              <a:spLocks noChangeArrowheads="1"/>
            </p:cNvSpPr>
            <p:nvPr/>
          </p:nvSpPr>
          <p:spPr bwMode="auto">
            <a:xfrm>
              <a:off x="113" y="114"/>
              <a:ext cx="226" cy="226"/>
            </a:xfrm>
            <a:custGeom>
              <a:avLst/>
              <a:gdLst>
                <a:gd name="T0" fmla="*/ 393420 w 1520415"/>
                <a:gd name="T1" fmla="*/ 849255 h 1755576"/>
                <a:gd name="T2" fmla="*/ 760208 w 1520415"/>
                <a:gd name="T3" fmla="*/ 1098122 h 1755576"/>
                <a:gd name="T4" fmla="*/ 1126995 w 1520415"/>
                <a:gd name="T5" fmla="*/ 849255 h 1755576"/>
                <a:gd name="T6" fmla="*/ 1520415 w 1520415"/>
                <a:gd name="T7" fmla="*/ 1475516 h 1755576"/>
                <a:gd name="T8" fmla="*/ 1520415 w 1520415"/>
                <a:gd name="T9" fmla="*/ 1755576 h 1755576"/>
                <a:gd name="T10" fmla="*/ 0 w 1520415"/>
                <a:gd name="T11" fmla="*/ 1755576 h 1755576"/>
                <a:gd name="T12" fmla="*/ 0 w 1520415"/>
                <a:gd name="T13" fmla="*/ 1475516 h 1755576"/>
                <a:gd name="T14" fmla="*/ 393420 w 1520415"/>
                <a:gd name="T15" fmla="*/ 849255 h 1755576"/>
                <a:gd name="T16" fmla="*/ 760207 w 1520415"/>
                <a:gd name="T17" fmla="*/ 0 h 1755576"/>
                <a:gd name="T18" fmla="*/ 1138249 w 1520415"/>
                <a:gd name="T19" fmla="*/ 477053 h 1755576"/>
                <a:gd name="T20" fmla="*/ 760207 w 1520415"/>
                <a:gd name="T21" fmla="*/ 954106 h 1755576"/>
                <a:gd name="T22" fmla="*/ 382165 w 1520415"/>
                <a:gd name="T23" fmla="*/ 477053 h 1755576"/>
                <a:gd name="T24" fmla="*/ 760207 w 1520415"/>
                <a:gd name="T25" fmla="*/ 0 h 1755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0415" h="1755576">
                  <a:moveTo>
                    <a:pt x="393420" y="849255"/>
                  </a:moveTo>
                  <a:cubicBezTo>
                    <a:pt x="462894" y="997863"/>
                    <a:pt x="601240" y="1098122"/>
                    <a:pt x="760208" y="1098122"/>
                  </a:cubicBezTo>
                  <a:cubicBezTo>
                    <a:pt x="919176" y="1098122"/>
                    <a:pt x="1057521" y="997863"/>
                    <a:pt x="1126995" y="849255"/>
                  </a:cubicBezTo>
                  <a:cubicBezTo>
                    <a:pt x="1344348" y="849804"/>
                    <a:pt x="1520415" y="1129988"/>
                    <a:pt x="1520415" y="1475516"/>
                  </a:cubicBezTo>
                  <a:lnTo>
                    <a:pt x="1520415" y="1755576"/>
                  </a:lnTo>
                  <a:lnTo>
                    <a:pt x="0" y="1755576"/>
                  </a:lnTo>
                  <a:lnTo>
                    <a:pt x="0" y="1475516"/>
                  </a:lnTo>
                  <a:cubicBezTo>
                    <a:pt x="0" y="1129988"/>
                    <a:pt x="176067" y="849804"/>
                    <a:pt x="393420" y="849255"/>
                  </a:cubicBezTo>
                  <a:close/>
                  <a:moveTo>
                    <a:pt x="760207" y="0"/>
                  </a:moveTo>
                  <a:cubicBezTo>
                    <a:pt x="968994" y="0"/>
                    <a:pt x="1138249" y="213584"/>
                    <a:pt x="1138249" y="477053"/>
                  </a:cubicBezTo>
                  <a:cubicBezTo>
                    <a:pt x="1138249" y="740522"/>
                    <a:pt x="968994" y="954106"/>
                    <a:pt x="760207" y="954106"/>
                  </a:cubicBezTo>
                  <a:cubicBezTo>
                    <a:pt x="551420" y="954106"/>
                    <a:pt x="382165" y="740522"/>
                    <a:pt x="382165" y="477053"/>
                  </a:cubicBezTo>
                  <a:cubicBezTo>
                    <a:pt x="382165" y="213584"/>
                    <a:pt x="551420" y="0"/>
                    <a:pt x="76020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/>
            <a:lstStyle/>
            <a:p>
              <a:endParaRPr lang="zh-CN" altLang="en-US">
                <a:solidFill>
                  <a:srgbClr val="0E6CA6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</Words>
  <Application>WPS 演示</Application>
  <PresentationFormat>宽屏</PresentationFormat>
  <Paragraphs>90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Arial</vt:lpstr>
      <vt:lpstr>宋体</vt:lpstr>
      <vt:lpstr>Wingdings</vt:lpstr>
      <vt:lpstr>幼圆</vt:lpstr>
      <vt:lpstr>微软雅黑</vt:lpstr>
      <vt:lpstr>Calibri</vt:lpstr>
      <vt:lpstr>仿宋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</dc:creator>
  <cp:lastModifiedBy>SX</cp:lastModifiedBy>
  <cp:revision>92</cp:revision>
  <dcterms:created xsi:type="dcterms:W3CDTF">2017-04-20T14:08:00Z</dcterms:created>
  <dcterms:modified xsi:type="dcterms:W3CDTF">2018-05-06T04:18:12Z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