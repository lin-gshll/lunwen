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304" r:id="rId6"/>
    <p:sldId id="278" r:id="rId7"/>
    <p:sldId id="259" r:id="rId8"/>
    <p:sldId id="298" r:id="rId9"/>
    <p:sldId id="260" r:id="rId10"/>
    <p:sldId id="299" r:id="rId11"/>
    <p:sldId id="300" r:id="rId12"/>
    <p:sldId id="301" r:id="rId13"/>
    <p:sldId id="302" r:id="rId14"/>
    <p:sldId id="303" r:id="rId15"/>
    <p:sldId id="261" r:id="rId16"/>
    <p:sldId id="305" r:id="rId17"/>
    <p:sldId id="277"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6C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66" d="100"/>
          <a:sy n="66" d="100"/>
        </p:scale>
        <p:origin x="84" y="120"/>
      </p:cViewPr>
      <p:guideLst>
        <p:guide orient="horz" pos="2242"/>
        <p:guide pos="38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6DEF07C-B57B-45E4-B7A8-B86CA8032C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E76FD-467F-4882-A1EC-63856DFFF7C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DEF07C-B57B-45E4-B7A8-B86CA8032CA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5E76FD-467F-4882-A1EC-63856DFFF7C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tags" Target="../tags/tag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1404" y="1355047"/>
            <a:ext cx="13623404" cy="5041569"/>
          </a:xfrm>
          <a:prstGeom prst="rect">
            <a:avLst/>
          </a:prstGeom>
        </p:spPr>
      </p:pic>
      <p:sp>
        <p:nvSpPr>
          <p:cNvPr id="59" name="文本框 58"/>
          <p:cNvSpPr txBox="1"/>
          <p:nvPr/>
        </p:nvSpPr>
        <p:spPr>
          <a:xfrm>
            <a:off x="1216660" y="458470"/>
            <a:ext cx="10149205" cy="912495"/>
          </a:xfrm>
          <a:prstGeom prst="rect">
            <a:avLst/>
          </a:prstGeom>
          <a:noFill/>
        </p:spPr>
        <p:txBody>
          <a:bodyPr wrap="square" rtlCol="0">
            <a:spAutoFit/>
          </a:bodyPr>
          <a:lstStyle/>
          <a:p>
            <a:pPr algn="ctr"/>
            <a:r>
              <a:rPr lang="zh-CN" altLang="en-US" sz="5335">
                <a:solidFill>
                  <a:srgbClr val="0E71AA"/>
                </a:solidFill>
                <a:latin typeface="幼圆" panose="02010509060101010101" pitchFamily="49" charset="-122"/>
                <a:ea typeface="幼圆" panose="02010509060101010101" pitchFamily="49" charset="-122"/>
              </a:rPr>
              <a:t>基于</a:t>
            </a:r>
            <a:r>
              <a:rPr lang="en-US" altLang="zh-CN" sz="5335">
                <a:solidFill>
                  <a:srgbClr val="0E71AA"/>
                </a:solidFill>
                <a:latin typeface="幼圆" panose="02010509060101010101" pitchFamily="49" charset="-122"/>
                <a:ea typeface="幼圆" panose="02010509060101010101" pitchFamily="49" charset="-122"/>
              </a:rPr>
              <a:t>Nodejs</a:t>
            </a:r>
            <a:r>
              <a:rPr lang="zh-CN" altLang="en-US" sz="5335">
                <a:solidFill>
                  <a:srgbClr val="0E71AA"/>
                </a:solidFill>
                <a:latin typeface="幼圆" panose="02010509060101010101" pitchFamily="49" charset="-122"/>
                <a:ea typeface="幼圆" panose="02010509060101010101" pitchFamily="49" charset="-122"/>
              </a:rPr>
              <a:t>的实验教学管理系统</a:t>
            </a:r>
            <a:endParaRPr lang="zh-CN" altLang="en-US" sz="5335" dirty="0">
              <a:solidFill>
                <a:srgbClr val="0E71AA"/>
              </a:solidFill>
              <a:latin typeface="幼圆" panose="02010509060101010101" pitchFamily="49" charset="-122"/>
              <a:ea typeface="幼圆" panose="02010509060101010101" pitchFamily="49" charset="-122"/>
            </a:endParaRPr>
          </a:p>
        </p:txBody>
      </p:sp>
      <p:sp>
        <p:nvSpPr>
          <p:cNvPr id="60" name="文本框 59"/>
          <p:cNvSpPr txBox="1"/>
          <p:nvPr/>
        </p:nvSpPr>
        <p:spPr>
          <a:xfrm>
            <a:off x="5682342" y="2515495"/>
            <a:ext cx="5747658" cy="521970"/>
          </a:xfrm>
          <a:prstGeom prst="rect">
            <a:avLst/>
          </a:prstGeom>
          <a:noFill/>
        </p:spPr>
        <p:txBody>
          <a:bodyPr wrap="square" rtlCol="0">
            <a:spAutoFit/>
          </a:bodyPr>
          <a:lstStyle/>
          <a:p>
            <a:pPr algn="ctr"/>
            <a:endParaRPr lang="en-US" altLang="zh-CN" sz="1400" dirty="0">
              <a:solidFill>
                <a:srgbClr val="0E6CA6"/>
              </a:solidFill>
            </a:endParaRPr>
          </a:p>
          <a:p>
            <a:pPr algn="ctr"/>
            <a:endParaRPr lang="en-US" altLang="zh-CN" sz="1400" dirty="0">
              <a:solidFill>
                <a:srgbClr val="0E6CA6"/>
              </a:solidFill>
            </a:endParaRPr>
          </a:p>
        </p:txBody>
      </p:sp>
      <p:sp>
        <p:nvSpPr>
          <p:cNvPr id="62" name="文本框 61"/>
          <p:cNvSpPr txBox="1"/>
          <p:nvPr/>
        </p:nvSpPr>
        <p:spPr>
          <a:xfrm>
            <a:off x="6272452" y="3302754"/>
            <a:ext cx="2064644" cy="368300"/>
          </a:xfrm>
          <a:prstGeom prst="rect">
            <a:avLst/>
          </a:prstGeom>
          <a:noFill/>
        </p:spPr>
        <p:txBody>
          <a:bodyPr wrap="square" rtlCol="0">
            <a:spAutoFit/>
          </a:bodyPr>
          <a:lstStyle/>
          <a:p>
            <a:r>
              <a:rPr lang="zh-CN" altLang="en-US" dirty="0">
                <a:solidFill>
                  <a:srgbClr val="0E6CA6"/>
                </a:solidFill>
                <a:latin typeface="幼圆" panose="02010509060101010101" pitchFamily="49" charset="-122"/>
                <a:ea typeface="幼圆" panose="02010509060101010101" pitchFamily="49" charset="-122"/>
              </a:rPr>
              <a:t>答辩人</a:t>
            </a:r>
            <a:r>
              <a:rPr lang="zh-CN" altLang="en-US" dirty="0" smtClean="0">
                <a:solidFill>
                  <a:srgbClr val="0E6CA6"/>
                </a:solidFill>
                <a:latin typeface="幼圆" panose="02010509060101010101" pitchFamily="49" charset="-122"/>
                <a:ea typeface="幼圆" panose="02010509060101010101" pitchFamily="49" charset="-122"/>
              </a:rPr>
              <a:t>：林前</a:t>
            </a:r>
            <a:endParaRPr lang="zh-CN" altLang="en-US" dirty="0" smtClean="0">
              <a:solidFill>
                <a:srgbClr val="0E6CA6"/>
              </a:solidFill>
              <a:latin typeface="幼圆" panose="02010509060101010101" pitchFamily="49" charset="-122"/>
              <a:ea typeface="幼圆" panose="02010509060101010101" pitchFamily="49" charset="-122"/>
            </a:endParaRPr>
          </a:p>
        </p:txBody>
      </p:sp>
      <p:sp>
        <p:nvSpPr>
          <p:cNvPr id="63" name="文本框 62"/>
          <p:cNvSpPr txBox="1"/>
          <p:nvPr/>
        </p:nvSpPr>
        <p:spPr>
          <a:xfrm>
            <a:off x="8824595" y="3247390"/>
            <a:ext cx="2748280" cy="368300"/>
          </a:xfrm>
          <a:prstGeom prst="rect">
            <a:avLst/>
          </a:prstGeom>
          <a:noFill/>
        </p:spPr>
        <p:txBody>
          <a:bodyPr wrap="square" rtlCol="0">
            <a:spAutoFit/>
          </a:bodyPr>
          <a:lstStyle/>
          <a:p>
            <a:r>
              <a:rPr lang="zh-CN" altLang="en-US" dirty="0" smtClean="0">
                <a:solidFill>
                  <a:srgbClr val="0E6CA6"/>
                </a:solidFill>
                <a:latin typeface="幼圆" panose="02010509060101010101" pitchFamily="49" charset="-122"/>
                <a:ea typeface="幼圆" panose="02010509060101010101" pitchFamily="49" charset="-122"/>
              </a:rPr>
              <a:t>答辩</a:t>
            </a:r>
            <a:r>
              <a:rPr lang="zh-CN" altLang="en-US" dirty="0">
                <a:solidFill>
                  <a:srgbClr val="0E6CA6"/>
                </a:solidFill>
                <a:latin typeface="幼圆" panose="02010509060101010101" pitchFamily="49" charset="-122"/>
                <a:ea typeface="幼圆" panose="02010509060101010101" pitchFamily="49" charset="-122"/>
              </a:rPr>
              <a:t>时间</a:t>
            </a:r>
            <a:r>
              <a:rPr lang="zh-CN" altLang="en-US" dirty="0" smtClean="0">
                <a:solidFill>
                  <a:srgbClr val="0E6CA6"/>
                </a:solidFill>
                <a:latin typeface="幼圆" panose="02010509060101010101" pitchFamily="49" charset="-122"/>
                <a:ea typeface="幼圆" panose="02010509060101010101" pitchFamily="49" charset="-122"/>
              </a:rPr>
              <a:t>：</a:t>
            </a:r>
            <a:r>
              <a:rPr lang="en-US" altLang="zh-CN" dirty="0" smtClean="0">
                <a:solidFill>
                  <a:srgbClr val="0E6CA6"/>
                </a:solidFill>
                <a:latin typeface="幼圆" panose="02010509060101010101" pitchFamily="49" charset="-122"/>
                <a:ea typeface="幼圆" panose="02010509060101010101" pitchFamily="49" charset="-122"/>
              </a:rPr>
              <a:t>2018</a:t>
            </a:r>
            <a:r>
              <a:rPr lang="zh-CN" altLang="en-US" dirty="0" smtClean="0">
                <a:solidFill>
                  <a:srgbClr val="0E6CA6"/>
                </a:solidFill>
                <a:latin typeface="幼圆" panose="02010509060101010101" pitchFamily="49" charset="-122"/>
                <a:ea typeface="幼圆" panose="02010509060101010101" pitchFamily="49" charset="-122"/>
              </a:rPr>
              <a:t>年</a:t>
            </a:r>
            <a:r>
              <a:rPr lang="en-US" altLang="zh-CN" dirty="0" smtClean="0">
                <a:solidFill>
                  <a:srgbClr val="0E6CA6"/>
                </a:solidFill>
                <a:latin typeface="幼圆" panose="02010509060101010101" pitchFamily="49" charset="-122"/>
                <a:ea typeface="幼圆" panose="02010509060101010101" pitchFamily="49" charset="-122"/>
              </a:rPr>
              <a:t>1</a:t>
            </a:r>
            <a:r>
              <a:rPr lang="zh-CN" altLang="en-US" dirty="0" smtClean="0">
                <a:solidFill>
                  <a:srgbClr val="0E6CA6"/>
                </a:solidFill>
                <a:latin typeface="幼圆" panose="02010509060101010101" pitchFamily="49" charset="-122"/>
                <a:ea typeface="幼圆" panose="02010509060101010101" pitchFamily="49" charset="-122"/>
              </a:rPr>
              <a:t>月</a:t>
            </a:r>
            <a:endParaRPr lang="zh-CN" altLang="en-US" dirty="0">
              <a:solidFill>
                <a:srgbClr val="0E6CA6"/>
              </a:solidFill>
              <a:latin typeface="幼圆" panose="02010509060101010101" pitchFamily="49" charset="-122"/>
              <a:ea typeface="幼圆" panose="02010509060101010101" pitchFamily="49" charset="-122"/>
            </a:endParaRPr>
          </a:p>
        </p:txBody>
      </p:sp>
      <p:grpSp>
        <p:nvGrpSpPr>
          <p:cNvPr id="64" name="组合 12"/>
          <p:cNvGrpSpPr/>
          <p:nvPr/>
        </p:nvGrpSpPr>
        <p:grpSpPr bwMode="auto">
          <a:xfrm>
            <a:off x="5709751" y="3247509"/>
            <a:ext cx="411843" cy="411843"/>
            <a:chOff x="5986" y="18339"/>
            <a:chExt cx="600" cy="600"/>
          </a:xfrm>
          <a:solidFill>
            <a:schemeClr val="bg1"/>
          </a:solidFill>
        </p:grpSpPr>
        <p:sp>
          <p:nvSpPr>
            <p:cNvPr id="65" name="椭圆 74"/>
            <p:cNvSpPr>
              <a:spLocks noChangeArrowheads="1"/>
            </p:cNvSpPr>
            <p:nvPr/>
          </p:nvSpPr>
          <p:spPr bwMode="auto">
            <a:xfrm>
              <a:off x="5986" y="18339"/>
              <a:ext cx="600" cy="600"/>
            </a:xfrm>
            <a:prstGeom prst="ellipse">
              <a:avLst/>
            </a:prstGeom>
            <a:solidFill>
              <a:srgbClr val="0E6CA6"/>
            </a:solidFill>
            <a:ln>
              <a:noFill/>
            </a:ln>
            <a:extLs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p>
              <a:endParaRPr lang="zh-CN" altLang="en-US">
                <a:solidFill>
                  <a:srgbClr val="0E6CA6"/>
                </a:solidFill>
              </a:endParaRPr>
            </a:p>
          </p:txBody>
        </p:sp>
        <p:sp>
          <p:nvSpPr>
            <p:cNvPr id="66" name="Freeform 5"/>
            <p:cNvSpPr>
              <a:spLocks noEditPoints="1" noChangeArrowheads="1"/>
            </p:cNvSpPr>
            <p:nvPr/>
          </p:nvSpPr>
          <p:spPr bwMode="auto">
            <a:xfrm flipH="1">
              <a:off x="6074" y="18513"/>
              <a:ext cx="425" cy="280"/>
            </a:xfrm>
            <a:custGeom>
              <a:avLst/>
              <a:gdLst>
                <a:gd name="T0" fmla="*/ 516 w 962"/>
                <a:gd name="T1" fmla="*/ 0 h 631"/>
                <a:gd name="T2" fmla="*/ 32 w 962"/>
                <a:gd name="T3" fmla="*/ 71 h 631"/>
                <a:gd name="T4" fmla="*/ 32 w 962"/>
                <a:gd name="T5" fmla="*/ 327 h 631"/>
                <a:gd name="T6" fmla="*/ 21 w 962"/>
                <a:gd name="T7" fmla="*/ 338 h 631"/>
                <a:gd name="T8" fmla="*/ 17 w 962"/>
                <a:gd name="T9" fmla="*/ 354 h 631"/>
                <a:gd name="T10" fmla="*/ 17 w 962"/>
                <a:gd name="T11" fmla="*/ 363 h 631"/>
                <a:gd name="T12" fmla="*/ 23 w 962"/>
                <a:gd name="T13" fmla="*/ 375 h 631"/>
                <a:gd name="T14" fmla="*/ 32 w 962"/>
                <a:gd name="T15" fmla="*/ 384 h 631"/>
                <a:gd name="T16" fmla="*/ 44 w 962"/>
                <a:gd name="T17" fmla="*/ 388 h 631"/>
                <a:gd name="T18" fmla="*/ 50 w 962"/>
                <a:gd name="T19" fmla="*/ 390 h 631"/>
                <a:gd name="T20" fmla="*/ 63 w 962"/>
                <a:gd name="T21" fmla="*/ 388 h 631"/>
                <a:gd name="T22" fmla="*/ 76 w 962"/>
                <a:gd name="T23" fmla="*/ 379 h 631"/>
                <a:gd name="T24" fmla="*/ 82 w 962"/>
                <a:gd name="T25" fmla="*/ 369 h 631"/>
                <a:gd name="T26" fmla="*/ 84 w 962"/>
                <a:gd name="T27" fmla="*/ 354 h 631"/>
                <a:gd name="T28" fmla="*/ 84 w 962"/>
                <a:gd name="T29" fmla="*/ 346 h 631"/>
                <a:gd name="T30" fmla="*/ 76 w 962"/>
                <a:gd name="T31" fmla="*/ 331 h 631"/>
                <a:gd name="T32" fmla="*/ 67 w 962"/>
                <a:gd name="T33" fmla="*/ 164 h 631"/>
                <a:gd name="T34" fmla="*/ 962 w 962"/>
                <a:gd name="T35" fmla="*/ 159 h 631"/>
                <a:gd name="T36" fmla="*/ 962 w 962"/>
                <a:gd name="T37" fmla="*/ 71 h 631"/>
                <a:gd name="T38" fmla="*/ 78 w 962"/>
                <a:gd name="T39" fmla="*/ 402 h 631"/>
                <a:gd name="T40" fmla="*/ 50 w 962"/>
                <a:gd name="T41" fmla="*/ 409 h 631"/>
                <a:gd name="T42" fmla="*/ 25 w 962"/>
                <a:gd name="T43" fmla="*/ 402 h 631"/>
                <a:gd name="T44" fmla="*/ 0 w 962"/>
                <a:gd name="T45" fmla="*/ 555 h 631"/>
                <a:gd name="T46" fmla="*/ 17 w 962"/>
                <a:gd name="T47" fmla="*/ 562 h 631"/>
                <a:gd name="T48" fmla="*/ 25 w 962"/>
                <a:gd name="T49" fmla="*/ 564 h 631"/>
                <a:gd name="T50" fmla="*/ 40 w 962"/>
                <a:gd name="T51" fmla="*/ 566 h 631"/>
                <a:gd name="T52" fmla="*/ 61 w 962"/>
                <a:gd name="T53" fmla="*/ 549 h 631"/>
                <a:gd name="T54" fmla="*/ 67 w 962"/>
                <a:gd name="T55" fmla="*/ 566 h 631"/>
                <a:gd name="T56" fmla="*/ 76 w 962"/>
                <a:gd name="T57" fmla="*/ 495 h 631"/>
                <a:gd name="T58" fmla="*/ 86 w 962"/>
                <a:gd name="T59" fmla="*/ 560 h 631"/>
                <a:gd name="T60" fmla="*/ 99 w 962"/>
                <a:gd name="T61" fmla="*/ 555 h 631"/>
                <a:gd name="T62" fmla="*/ 78 w 962"/>
                <a:gd name="T63" fmla="*/ 402 h 631"/>
                <a:gd name="T64" fmla="*/ 176 w 962"/>
                <a:gd name="T65" fmla="*/ 220 h 631"/>
                <a:gd name="T66" fmla="*/ 838 w 962"/>
                <a:gd name="T67" fmla="*/ 218 h 631"/>
                <a:gd name="T68" fmla="*/ 838 w 962"/>
                <a:gd name="T69" fmla="*/ 553 h 631"/>
                <a:gd name="T70" fmla="*/ 757 w 962"/>
                <a:gd name="T71" fmla="*/ 557 h 631"/>
                <a:gd name="T72" fmla="*/ 673 w 962"/>
                <a:gd name="T73" fmla="*/ 572 h 631"/>
                <a:gd name="T74" fmla="*/ 591 w 962"/>
                <a:gd name="T75" fmla="*/ 597 h 631"/>
                <a:gd name="T76" fmla="*/ 509 w 962"/>
                <a:gd name="T77" fmla="*/ 631 h 631"/>
                <a:gd name="T78" fmla="*/ 469 w 962"/>
                <a:gd name="T79" fmla="*/ 612 h 631"/>
                <a:gd name="T80" fmla="*/ 390 w 962"/>
                <a:gd name="T81" fmla="*/ 585 h 631"/>
                <a:gd name="T82" fmla="*/ 306 w 962"/>
                <a:gd name="T83" fmla="*/ 566 h 631"/>
                <a:gd name="T84" fmla="*/ 220 w 962"/>
                <a:gd name="T85" fmla="*/ 557 h 631"/>
                <a:gd name="T86" fmla="*/ 176 w 962"/>
                <a:gd name="T87" fmla="*/ 555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2" h="631">
                  <a:moveTo>
                    <a:pt x="962" y="71"/>
                  </a:moveTo>
                  <a:lnTo>
                    <a:pt x="516" y="0"/>
                  </a:lnTo>
                  <a:lnTo>
                    <a:pt x="32" y="71"/>
                  </a:lnTo>
                  <a:lnTo>
                    <a:pt x="32" y="327"/>
                  </a:lnTo>
                  <a:lnTo>
                    <a:pt x="25" y="331"/>
                  </a:lnTo>
                  <a:lnTo>
                    <a:pt x="21" y="338"/>
                  </a:lnTo>
                  <a:lnTo>
                    <a:pt x="17" y="346"/>
                  </a:lnTo>
                  <a:lnTo>
                    <a:pt x="17" y="354"/>
                  </a:lnTo>
                  <a:lnTo>
                    <a:pt x="17" y="363"/>
                  </a:lnTo>
                  <a:lnTo>
                    <a:pt x="19" y="369"/>
                  </a:lnTo>
                  <a:lnTo>
                    <a:pt x="23" y="375"/>
                  </a:lnTo>
                  <a:lnTo>
                    <a:pt x="27" y="379"/>
                  </a:lnTo>
                  <a:lnTo>
                    <a:pt x="32" y="384"/>
                  </a:lnTo>
                  <a:lnTo>
                    <a:pt x="38" y="388"/>
                  </a:lnTo>
                  <a:lnTo>
                    <a:pt x="44" y="388"/>
                  </a:lnTo>
                  <a:lnTo>
                    <a:pt x="50" y="390"/>
                  </a:lnTo>
                  <a:lnTo>
                    <a:pt x="57" y="388"/>
                  </a:lnTo>
                  <a:lnTo>
                    <a:pt x="63" y="388"/>
                  </a:lnTo>
                  <a:lnTo>
                    <a:pt x="69" y="384"/>
                  </a:lnTo>
                  <a:lnTo>
                    <a:pt x="76" y="379"/>
                  </a:lnTo>
                  <a:lnTo>
                    <a:pt x="80" y="375"/>
                  </a:lnTo>
                  <a:lnTo>
                    <a:pt x="82" y="369"/>
                  </a:lnTo>
                  <a:lnTo>
                    <a:pt x="84" y="363"/>
                  </a:lnTo>
                  <a:lnTo>
                    <a:pt x="84" y="354"/>
                  </a:lnTo>
                  <a:lnTo>
                    <a:pt x="84" y="346"/>
                  </a:lnTo>
                  <a:lnTo>
                    <a:pt x="80" y="338"/>
                  </a:lnTo>
                  <a:lnTo>
                    <a:pt x="76" y="331"/>
                  </a:lnTo>
                  <a:lnTo>
                    <a:pt x="67" y="325"/>
                  </a:lnTo>
                  <a:lnTo>
                    <a:pt x="67" y="164"/>
                  </a:lnTo>
                  <a:lnTo>
                    <a:pt x="516" y="229"/>
                  </a:lnTo>
                  <a:lnTo>
                    <a:pt x="962" y="159"/>
                  </a:lnTo>
                  <a:lnTo>
                    <a:pt x="962" y="71"/>
                  </a:lnTo>
                  <a:close/>
                  <a:moveTo>
                    <a:pt x="78" y="402"/>
                  </a:moveTo>
                  <a:lnTo>
                    <a:pt x="78" y="402"/>
                  </a:lnTo>
                  <a:lnTo>
                    <a:pt x="65" y="407"/>
                  </a:lnTo>
                  <a:lnTo>
                    <a:pt x="50" y="409"/>
                  </a:lnTo>
                  <a:lnTo>
                    <a:pt x="38" y="407"/>
                  </a:lnTo>
                  <a:lnTo>
                    <a:pt x="25" y="402"/>
                  </a:lnTo>
                  <a:lnTo>
                    <a:pt x="0" y="555"/>
                  </a:lnTo>
                  <a:lnTo>
                    <a:pt x="17" y="562"/>
                  </a:lnTo>
                  <a:lnTo>
                    <a:pt x="23" y="545"/>
                  </a:lnTo>
                  <a:lnTo>
                    <a:pt x="25" y="564"/>
                  </a:lnTo>
                  <a:lnTo>
                    <a:pt x="40" y="566"/>
                  </a:lnTo>
                  <a:lnTo>
                    <a:pt x="55" y="566"/>
                  </a:lnTo>
                  <a:lnTo>
                    <a:pt x="61" y="549"/>
                  </a:lnTo>
                  <a:lnTo>
                    <a:pt x="67" y="566"/>
                  </a:lnTo>
                  <a:lnTo>
                    <a:pt x="71" y="564"/>
                  </a:lnTo>
                  <a:lnTo>
                    <a:pt x="76" y="495"/>
                  </a:lnTo>
                  <a:lnTo>
                    <a:pt x="86" y="560"/>
                  </a:lnTo>
                  <a:lnTo>
                    <a:pt x="99" y="555"/>
                  </a:lnTo>
                  <a:lnTo>
                    <a:pt x="78" y="402"/>
                  </a:lnTo>
                  <a:close/>
                  <a:moveTo>
                    <a:pt x="176" y="555"/>
                  </a:moveTo>
                  <a:lnTo>
                    <a:pt x="176" y="220"/>
                  </a:lnTo>
                  <a:lnTo>
                    <a:pt x="516" y="268"/>
                  </a:lnTo>
                  <a:lnTo>
                    <a:pt x="838" y="218"/>
                  </a:lnTo>
                  <a:lnTo>
                    <a:pt x="838" y="553"/>
                  </a:lnTo>
                  <a:lnTo>
                    <a:pt x="796" y="553"/>
                  </a:lnTo>
                  <a:lnTo>
                    <a:pt x="757" y="557"/>
                  </a:lnTo>
                  <a:lnTo>
                    <a:pt x="715" y="564"/>
                  </a:lnTo>
                  <a:lnTo>
                    <a:pt x="673" y="572"/>
                  </a:lnTo>
                  <a:lnTo>
                    <a:pt x="631" y="585"/>
                  </a:lnTo>
                  <a:lnTo>
                    <a:pt x="591" y="597"/>
                  </a:lnTo>
                  <a:lnTo>
                    <a:pt x="549" y="614"/>
                  </a:lnTo>
                  <a:lnTo>
                    <a:pt x="509" y="631"/>
                  </a:lnTo>
                  <a:lnTo>
                    <a:pt x="469" y="612"/>
                  </a:lnTo>
                  <a:lnTo>
                    <a:pt x="430" y="597"/>
                  </a:lnTo>
                  <a:lnTo>
                    <a:pt x="390" y="585"/>
                  </a:lnTo>
                  <a:lnTo>
                    <a:pt x="348" y="574"/>
                  </a:lnTo>
                  <a:lnTo>
                    <a:pt x="306" y="566"/>
                  </a:lnTo>
                  <a:lnTo>
                    <a:pt x="262" y="562"/>
                  </a:lnTo>
                  <a:lnTo>
                    <a:pt x="220" y="557"/>
                  </a:lnTo>
                  <a:lnTo>
                    <a:pt x="176" y="555"/>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E6CA6"/>
                </a:solidFill>
              </a:endParaRPr>
            </a:p>
          </p:txBody>
        </p:sp>
      </p:grpSp>
      <p:grpSp>
        <p:nvGrpSpPr>
          <p:cNvPr id="67" name="组合 4"/>
          <p:cNvGrpSpPr/>
          <p:nvPr/>
        </p:nvGrpSpPr>
        <p:grpSpPr bwMode="auto">
          <a:xfrm>
            <a:off x="8350584" y="3255741"/>
            <a:ext cx="413091" cy="415374"/>
            <a:chOff x="0" y="0"/>
            <a:chExt cx="454" cy="454"/>
          </a:xfrm>
        </p:grpSpPr>
        <p:sp>
          <p:nvSpPr>
            <p:cNvPr id="68" name="正圆 1244"/>
            <p:cNvSpPr>
              <a:spLocks noChangeArrowheads="1"/>
            </p:cNvSpPr>
            <p:nvPr/>
          </p:nvSpPr>
          <p:spPr bwMode="auto">
            <a:xfrm>
              <a:off x="0" y="0"/>
              <a:ext cx="454" cy="454"/>
            </a:xfrm>
            <a:prstGeom prst="ellipse">
              <a:avLst/>
            </a:prstGeom>
            <a:solidFill>
              <a:srgbClr val="0E6CA6"/>
            </a:solidFill>
            <a:ln>
              <a:noFill/>
            </a:ln>
            <a:extLst>
              <a:ext uri="{91240B29-F687-4F45-9708-019B960494DF}">
                <a14:hiddenLine xmlns:a14="http://schemas.microsoft.com/office/drawing/2010/main" w="9525">
                  <a:solidFill>
                    <a:srgbClr val="000000"/>
                  </a:solidFill>
                  <a:round/>
                </a14:hiddenLine>
              </a:ext>
            </a:extLst>
          </p:spPr>
          <p:txBody>
            <a:bodyPr vert="horz" wrap="square" lIns="89999" tIns="47159" rIns="89999" bIns="47159"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rgbClr val="0E6CA6"/>
                </a:solidFill>
                <a:effectLst/>
                <a:latin typeface="Arial" panose="020B0604020202020204" pitchFamily="34" charset="0"/>
              </a:endParaRPr>
            </a:p>
          </p:txBody>
        </p:sp>
        <p:sp>
          <p:nvSpPr>
            <p:cNvPr id="69" name="方形小人2 1235"/>
            <p:cNvSpPr>
              <a:spLocks noChangeArrowheads="1"/>
            </p:cNvSpPr>
            <p:nvPr/>
          </p:nvSpPr>
          <p:spPr bwMode="auto">
            <a:xfrm>
              <a:off x="113" y="114"/>
              <a:ext cx="226" cy="226"/>
            </a:xfrm>
            <a:custGeom>
              <a:avLst/>
              <a:gdLst>
                <a:gd name="T0" fmla="*/ 393420 w 1520415"/>
                <a:gd name="T1" fmla="*/ 849255 h 1755576"/>
                <a:gd name="T2" fmla="*/ 760208 w 1520415"/>
                <a:gd name="T3" fmla="*/ 1098122 h 1755576"/>
                <a:gd name="T4" fmla="*/ 1126995 w 1520415"/>
                <a:gd name="T5" fmla="*/ 849255 h 1755576"/>
                <a:gd name="T6" fmla="*/ 1520415 w 1520415"/>
                <a:gd name="T7" fmla="*/ 1475516 h 1755576"/>
                <a:gd name="T8" fmla="*/ 1520415 w 1520415"/>
                <a:gd name="T9" fmla="*/ 1755576 h 1755576"/>
                <a:gd name="T10" fmla="*/ 0 w 1520415"/>
                <a:gd name="T11" fmla="*/ 1755576 h 1755576"/>
                <a:gd name="T12" fmla="*/ 0 w 1520415"/>
                <a:gd name="T13" fmla="*/ 1475516 h 1755576"/>
                <a:gd name="T14" fmla="*/ 393420 w 1520415"/>
                <a:gd name="T15" fmla="*/ 849255 h 1755576"/>
                <a:gd name="T16" fmla="*/ 760207 w 1520415"/>
                <a:gd name="T17" fmla="*/ 0 h 1755576"/>
                <a:gd name="T18" fmla="*/ 1138249 w 1520415"/>
                <a:gd name="T19" fmla="*/ 477053 h 1755576"/>
                <a:gd name="T20" fmla="*/ 760207 w 1520415"/>
                <a:gd name="T21" fmla="*/ 954106 h 1755576"/>
                <a:gd name="T22" fmla="*/ 382165 w 1520415"/>
                <a:gd name="T23" fmla="*/ 477053 h 1755576"/>
                <a:gd name="T24" fmla="*/ 760207 w 1520415"/>
                <a:gd name="T25" fmla="*/ 0 h 1755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20415" h="1755576">
                  <a:moveTo>
                    <a:pt x="393420" y="849255"/>
                  </a:moveTo>
                  <a:cubicBezTo>
                    <a:pt x="462894" y="997863"/>
                    <a:pt x="601240" y="1098122"/>
                    <a:pt x="760208" y="1098122"/>
                  </a:cubicBezTo>
                  <a:cubicBezTo>
                    <a:pt x="919176" y="1098122"/>
                    <a:pt x="1057521" y="997863"/>
                    <a:pt x="1126995" y="849255"/>
                  </a:cubicBezTo>
                  <a:cubicBezTo>
                    <a:pt x="1344348" y="849804"/>
                    <a:pt x="1520415" y="1129988"/>
                    <a:pt x="1520415" y="1475516"/>
                  </a:cubicBezTo>
                  <a:lnTo>
                    <a:pt x="1520415" y="1755576"/>
                  </a:lnTo>
                  <a:lnTo>
                    <a:pt x="0" y="1755576"/>
                  </a:lnTo>
                  <a:lnTo>
                    <a:pt x="0" y="1475516"/>
                  </a:lnTo>
                  <a:cubicBezTo>
                    <a:pt x="0" y="1129988"/>
                    <a:pt x="176067" y="849804"/>
                    <a:pt x="393420" y="849255"/>
                  </a:cubicBezTo>
                  <a:close/>
                  <a:moveTo>
                    <a:pt x="760207" y="0"/>
                  </a:moveTo>
                  <a:cubicBezTo>
                    <a:pt x="968994" y="0"/>
                    <a:pt x="1138249" y="213584"/>
                    <a:pt x="1138249" y="477053"/>
                  </a:cubicBezTo>
                  <a:cubicBezTo>
                    <a:pt x="1138249" y="740522"/>
                    <a:pt x="968994" y="954106"/>
                    <a:pt x="760207" y="954106"/>
                  </a:cubicBezTo>
                  <a:cubicBezTo>
                    <a:pt x="551420" y="954106"/>
                    <a:pt x="382165" y="740522"/>
                    <a:pt x="382165" y="477053"/>
                  </a:cubicBezTo>
                  <a:cubicBezTo>
                    <a:pt x="382165" y="213584"/>
                    <a:pt x="551420" y="0"/>
                    <a:pt x="760207" y="0"/>
                  </a:cubicBezTo>
                  <a:close/>
                </a:path>
              </a:pathLst>
            </a:custGeom>
            <a:solidFill>
              <a:schemeClr val="bg1"/>
            </a:solidFill>
            <a:ln>
              <a:noFill/>
            </a:ln>
            <a:extLst>
              <a:ext uri="{91240B29-F687-4F45-9708-019B960494DF}">
                <a14:hiddenLine xmlns:a14="http://schemas.microsoft.com/office/drawing/2010/main" w="19050">
                  <a:solidFill>
                    <a:srgbClr val="000000"/>
                  </a:solidFill>
                  <a:round/>
                </a14:hiddenLine>
              </a:ext>
            </a:extLst>
          </p:spPr>
          <p:txBody>
            <a:bodyPr vert="horz" wrap="square" lIns="91440" tIns="45720" rIns="91440" bIns="45720" numCol="1" anchor="ctr" anchorCtr="0" compatLnSpc="1"/>
            <a:lstStyle/>
            <a:p>
              <a:endParaRPr lang="zh-CN" altLang="en-US">
                <a:solidFill>
                  <a:srgbClr val="0E6CA6"/>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1000"/>
                                        <p:tgtEl>
                                          <p:spTgt spid="4"/>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59"/>
                                        </p:tgtEl>
                                        <p:attrNameLst>
                                          <p:attrName>style.visibility</p:attrName>
                                        </p:attrNameLst>
                                      </p:cBhvr>
                                      <p:to>
                                        <p:strVal val="visible"/>
                                      </p:to>
                                    </p:set>
                                    <p:anim calcmode="lin" valueType="num">
                                      <p:cBhvr>
                                        <p:cTn id="11" dur="1000" fill="hold"/>
                                        <p:tgtEl>
                                          <p:spTgt spid="59"/>
                                        </p:tgtEl>
                                        <p:attrNameLst>
                                          <p:attrName>ppt_w</p:attrName>
                                        </p:attrNameLst>
                                      </p:cBhvr>
                                      <p:tavLst>
                                        <p:tav tm="0">
                                          <p:val>
                                            <p:fltVal val="0"/>
                                          </p:val>
                                        </p:tav>
                                        <p:tav tm="100000">
                                          <p:val>
                                            <p:strVal val="#ppt_w"/>
                                          </p:val>
                                        </p:tav>
                                      </p:tavLst>
                                    </p:anim>
                                    <p:anim calcmode="lin" valueType="num">
                                      <p:cBhvr>
                                        <p:cTn id="12" dur="1000" fill="hold"/>
                                        <p:tgtEl>
                                          <p:spTgt spid="59"/>
                                        </p:tgtEl>
                                        <p:attrNameLst>
                                          <p:attrName>ppt_h</p:attrName>
                                        </p:attrNameLst>
                                      </p:cBhvr>
                                      <p:tavLst>
                                        <p:tav tm="0">
                                          <p:val>
                                            <p:fltVal val="0"/>
                                          </p:val>
                                        </p:tav>
                                        <p:tav tm="100000">
                                          <p:val>
                                            <p:strVal val="#ppt_h"/>
                                          </p:val>
                                        </p:tav>
                                      </p:tavLst>
                                    </p:anim>
                                    <p:animEffect transition="in" filter="fade">
                                      <p:cBhvr>
                                        <p:cTn id="13" dur="1000"/>
                                        <p:tgtEl>
                                          <p:spTgt spid="59"/>
                                        </p:tgtEl>
                                      </p:cBhvr>
                                    </p:animEffect>
                                  </p:childTnLst>
                                </p:cTn>
                              </p:par>
                            </p:childTnLst>
                          </p:cTn>
                        </p:par>
                        <p:par>
                          <p:cTn id="14" fill="hold">
                            <p:stCondLst>
                              <p:cond delay="2000"/>
                            </p:stCondLst>
                            <p:childTnLst>
                              <p:par>
                                <p:cTn id="15" presetID="16" presetClass="entr" presetSubtype="37" fill="hold" grpId="0" nodeType="after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barn(outVertical)">
                                      <p:cBhvr>
                                        <p:cTn id="1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42475" y="2517463"/>
            <a:ext cx="8788144" cy="3252200"/>
          </a:xfrm>
          <a:prstGeom prst="rect">
            <a:avLst/>
          </a:prstGeom>
        </p:spPr>
      </p:pic>
      <p:sp>
        <p:nvSpPr>
          <p:cNvPr id="13" name="文本框 12"/>
          <p:cNvSpPr txBox="1"/>
          <p:nvPr/>
        </p:nvSpPr>
        <p:spPr>
          <a:xfrm>
            <a:off x="2181082" y="1519273"/>
            <a:ext cx="1859073" cy="913007"/>
          </a:xfrm>
          <a:prstGeom prst="rect">
            <a:avLst/>
          </a:prstGeom>
          <a:noFill/>
        </p:spPr>
        <p:txBody>
          <a:bodyPr wrap="square" rtlCol="0">
            <a:spAutoFit/>
          </a:bodyPr>
          <a:lstStyle/>
          <a:p>
            <a:pPr algn="dist"/>
            <a:r>
              <a:rPr lang="zh-CN" altLang="en-US" sz="5335">
                <a:solidFill>
                  <a:srgbClr val="0E71AA"/>
                </a:solidFill>
                <a:latin typeface="幼圆" panose="02010509060101010101" pitchFamily="49" charset="-122"/>
                <a:ea typeface="幼圆" panose="02010509060101010101" pitchFamily="49" charset="-122"/>
              </a:rPr>
              <a:t>目录</a:t>
            </a:r>
            <a:endParaRPr lang="zh-CN" altLang="en-US" sz="5335" dirty="0">
              <a:solidFill>
                <a:srgbClr val="0E71AA"/>
              </a:solidFill>
              <a:latin typeface="幼圆" panose="02010509060101010101" pitchFamily="49" charset="-122"/>
              <a:ea typeface="幼圆" panose="02010509060101010101" pitchFamily="49" charset="-122"/>
            </a:endParaRPr>
          </a:p>
        </p:txBody>
      </p:sp>
      <p:sp>
        <p:nvSpPr>
          <p:cNvPr id="14" name="文本框 13"/>
          <p:cNvSpPr txBox="1"/>
          <p:nvPr/>
        </p:nvSpPr>
        <p:spPr>
          <a:xfrm>
            <a:off x="2246396" y="2575248"/>
            <a:ext cx="3267996" cy="461665"/>
          </a:xfrm>
          <a:prstGeom prst="rect">
            <a:avLst/>
          </a:prstGeom>
          <a:noFill/>
        </p:spPr>
        <p:txBody>
          <a:bodyPr wrap="square" rtlCol="0">
            <a:spAutoFit/>
          </a:bodyPr>
          <a:lstStyle/>
          <a:p>
            <a:pPr algn="dist"/>
            <a:r>
              <a:rPr lang="en-US" altLang="zh-CN" sz="2400">
                <a:solidFill>
                  <a:srgbClr val="0E71AA"/>
                </a:solidFill>
                <a:latin typeface="+mn-ea"/>
              </a:rPr>
              <a:t>CONTENT</a:t>
            </a:r>
            <a:endParaRPr lang="zh-CN" altLang="en-US" sz="2400" dirty="0">
              <a:solidFill>
                <a:srgbClr val="0E71AA"/>
              </a:solidFill>
              <a:latin typeface="+mn-ea"/>
            </a:endParaRPr>
          </a:p>
        </p:txBody>
      </p:sp>
      <p:sp>
        <p:nvSpPr>
          <p:cNvPr id="15" name="文本框 14"/>
          <p:cNvSpPr txBox="1"/>
          <p:nvPr/>
        </p:nvSpPr>
        <p:spPr>
          <a:xfrm>
            <a:off x="6682200" y="996577"/>
            <a:ext cx="3909080" cy="523220"/>
          </a:xfrm>
          <a:prstGeom prst="rect">
            <a:avLst/>
          </a:prstGeom>
          <a:noFill/>
        </p:spPr>
        <p:txBody>
          <a:bodyPr wrap="square" rtlCol="0">
            <a:spAutoFit/>
          </a:bodyPr>
          <a:lstStyle/>
          <a:p>
            <a:r>
              <a:rPr lang="en-US" altLang="zh-CN" sz="2800" dirty="0">
                <a:solidFill>
                  <a:srgbClr val="0E6CA6"/>
                </a:solidFill>
                <a:latin typeface="微软雅黑" panose="020B0503020204020204" pitchFamily="34" charset="-122"/>
                <a:ea typeface="微软雅黑" panose="020B0503020204020204" pitchFamily="34" charset="-122"/>
              </a:rPr>
              <a:t>01.</a:t>
            </a:r>
            <a:r>
              <a:rPr lang="zh-CN" altLang="en-US" sz="2800" dirty="0">
                <a:solidFill>
                  <a:srgbClr val="0E6CA6"/>
                </a:solidFill>
                <a:latin typeface="微软雅黑" panose="020B0503020204020204" pitchFamily="34" charset="-122"/>
                <a:ea typeface="微软雅黑" panose="020B0503020204020204" pitchFamily="34" charset="-122"/>
              </a:rPr>
              <a:t>选题的背景及意义</a:t>
            </a:r>
            <a:endParaRPr lang="zh-CN" altLang="en-US" sz="2800" dirty="0">
              <a:solidFill>
                <a:srgbClr val="0E6CA6"/>
              </a:solidFill>
              <a:latin typeface="微软雅黑" panose="020B0503020204020204" pitchFamily="34" charset="-122"/>
              <a:ea typeface="微软雅黑" panose="020B0503020204020204" pitchFamily="34" charset="-122"/>
            </a:endParaRPr>
          </a:p>
        </p:txBody>
      </p:sp>
      <p:cxnSp>
        <p:nvCxnSpPr>
          <p:cNvPr id="16" name="直接连接符 15"/>
          <p:cNvCxnSpPr/>
          <p:nvPr/>
        </p:nvCxnSpPr>
        <p:spPr>
          <a:xfrm flipV="1">
            <a:off x="6911564" y="1550287"/>
            <a:ext cx="1147866" cy="12266"/>
          </a:xfrm>
          <a:prstGeom prst="line">
            <a:avLst/>
          </a:prstGeom>
          <a:ln w="12700">
            <a:solidFill>
              <a:srgbClr val="0E6CA6"/>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6793289" y="1653398"/>
            <a:ext cx="3883716" cy="645160"/>
          </a:xfrm>
          <a:prstGeom prst="rect">
            <a:avLst/>
          </a:prstGeom>
          <a:noFill/>
        </p:spPr>
        <p:txBody>
          <a:bodyPr wrap="square" rtlCol="0">
            <a:spAutoFit/>
          </a:bodyPr>
          <a:lstStyle/>
          <a:p>
            <a:pPr algn="ctr"/>
            <a:endParaRPr lang="en-US" altLang="zh-CN" dirty="0">
              <a:solidFill>
                <a:srgbClr val="0E6CA6"/>
              </a:solidFill>
              <a:latin typeface="微软雅黑" panose="020B0503020204020204" pitchFamily="34" charset="-122"/>
              <a:ea typeface="微软雅黑" panose="020B0503020204020204" pitchFamily="34" charset="-122"/>
            </a:endParaRPr>
          </a:p>
          <a:p>
            <a:pPr algn="ctr"/>
            <a:endParaRPr lang="en-US" altLang="zh-CN" dirty="0">
              <a:solidFill>
                <a:srgbClr val="0E6CA6"/>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6682377" y="3168026"/>
            <a:ext cx="3909080" cy="521970"/>
          </a:xfrm>
          <a:prstGeom prst="rect">
            <a:avLst/>
          </a:prstGeom>
          <a:noFill/>
        </p:spPr>
        <p:txBody>
          <a:bodyPr wrap="square" rtlCol="0">
            <a:spAutoFit/>
          </a:bodyPr>
          <a:lstStyle/>
          <a:p>
            <a:r>
              <a:rPr lang="en-US" altLang="zh-CN" sz="2800" dirty="0">
                <a:solidFill>
                  <a:srgbClr val="0E6CA6"/>
                </a:solidFill>
                <a:latin typeface="微软雅黑" panose="020B0503020204020204" pitchFamily="34" charset="-122"/>
                <a:ea typeface="微软雅黑" panose="020B0503020204020204" pitchFamily="34" charset="-122"/>
              </a:rPr>
              <a:t>03.</a:t>
            </a:r>
            <a:r>
              <a:rPr lang="zh-CN" altLang="en-US" sz="2800" dirty="0">
                <a:solidFill>
                  <a:srgbClr val="0E6CA6"/>
                </a:solidFill>
                <a:latin typeface="微软雅黑" panose="020B0503020204020204" pitchFamily="34" charset="-122"/>
                <a:ea typeface="微软雅黑" panose="020B0503020204020204" pitchFamily="34" charset="-122"/>
              </a:rPr>
              <a:t>研究方法及过程</a:t>
            </a:r>
            <a:endParaRPr lang="zh-CN" altLang="en-US" sz="2800" dirty="0">
              <a:solidFill>
                <a:srgbClr val="0E6CA6"/>
              </a:solidFill>
              <a:latin typeface="微软雅黑" panose="020B0503020204020204" pitchFamily="34" charset="-122"/>
              <a:ea typeface="微软雅黑" panose="020B0503020204020204" pitchFamily="34" charset="-122"/>
            </a:endParaRPr>
          </a:p>
        </p:txBody>
      </p:sp>
      <p:cxnSp>
        <p:nvCxnSpPr>
          <p:cNvPr id="19" name="直接连接符 18"/>
          <p:cNvCxnSpPr/>
          <p:nvPr/>
        </p:nvCxnSpPr>
        <p:spPr>
          <a:xfrm flipV="1">
            <a:off x="6846033" y="2575762"/>
            <a:ext cx="1147866" cy="12266"/>
          </a:xfrm>
          <a:prstGeom prst="line">
            <a:avLst/>
          </a:prstGeom>
          <a:ln w="12700">
            <a:solidFill>
              <a:srgbClr val="0E6CA6"/>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6682200" y="4280314"/>
            <a:ext cx="3000213" cy="521970"/>
          </a:xfrm>
          <a:prstGeom prst="rect">
            <a:avLst/>
          </a:prstGeom>
          <a:noFill/>
        </p:spPr>
        <p:txBody>
          <a:bodyPr wrap="square" rtlCol="0">
            <a:spAutoFit/>
          </a:bodyPr>
          <a:lstStyle/>
          <a:p>
            <a:r>
              <a:rPr lang="en-US" altLang="zh-CN" sz="2800" dirty="0">
                <a:solidFill>
                  <a:srgbClr val="0E6CA6"/>
                </a:solidFill>
                <a:latin typeface="微软雅黑" panose="020B0503020204020204" pitchFamily="34" charset="-122"/>
                <a:ea typeface="微软雅黑" panose="020B0503020204020204" pitchFamily="34" charset="-122"/>
              </a:rPr>
              <a:t>04.</a:t>
            </a:r>
            <a:r>
              <a:rPr lang="zh-CN" altLang="en-US" sz="2800" dirty="0">
                <a:solidFill>
                  <a:srgbClr val="0E6CA6"/>
                </a:solidFill>
                <a:latin typeface="微软雅黑" panose="020B0503020204020204" pitchFamily="34" charset="-122"/>
                <a:ea typeface="微软雅黑" panose="020B0503020204020204" pitchFamily="34" charset="-122"/>
              </a:rPr>
              <a:t>任务进度安排</a:t>
            </a:r>
            <a:endParaRPr lang="zh-CN" altLang="en-US" sz="2800" dirty="0">
              <a:solidFill>
                <a:srgbClr val="0E6CA6"/>
              </a:solidFill>
              <a:latin typeface="微软雅黑" panose="020B0503020204020204" pitchFamily="34" charset="-122"/>
              <a:ea typeface="微软雅黑" panose="020B0503020204020204" pitchFamily="34" charset="-122"/>
            </a:endParaRPr>
          </a:p>
        </p:txBody>
      </p:sp>
      <p:cxnSp>
        <p:nvCxnSpPr>
          <p:cNvPr id="22" name="直接连接符 21"/>
          <p:cNvCxnSpPr/>
          <p:nvPr/>
        </p:nvCxnSpPr>
        <p:spPr>
          <a:xfrm flipV="1">
            <a:off x="6846159" y="4893955"/>
            <a:ext cx="1147866" cy="12266"/>
          </a:xfrm>
          <a:prstGeom prst="line">
            <a:avLst/>
          </a:prstGeom>
          <a:ln w="12700">
            <a:solidFill>
              <a:srgbClr val="0E6CA6"/>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6682167" y="5248191"/>
            <a:ext cx="3208860" cy="521970"/>
          </a:xfrm>
          <a:prstGeom prst="rect">
            <a:avLst/>
          </a:prstGeom>
          <a:noFill/>
        </p:spPr>
        <p:txBody>
          <a:bodyPr wrap="square" rtlCol="0">
            <a:spAutoFit/>
          </a:bodyPr>
          <a:lstStyle/>
          <a:p>
            <a:r>
              <a:rPr lang="en-US" altLang="zh-CN" sz="2800" dirty="0">
                <a:solidFill>
                  <a:srgbClr val="0E6CA6"/>
                </a:solidFill>
                <a:latin typeface="微软雅黑" panose="020B0503020204020204" pitchFamily="34" charset="-122"/>
                <a:ea typeface="微软雅黑" panose="020B0503020204020204" pitchFamily="34" charset="-122"/>
              </a:rPr>
              <a:t>05.</a:t>
            </a:r>
            <a:r>
              <a:rPr lang="zh-CN" altLang="en-US" sz="2800" dirty="0">
                <a:solidFill>
                  <a:srgbClr val="0E6CA6"/>
                </a:solidFill>
                <a:latin typeface="微软雅黑" panose="020B0503020204020204" pitchFamily="34" charset="-122"/>
                <a:ea typeface="微软雅黑" panose="020B0503020204020204" pitchFamily="34" charset="-122"/>
              </a:rPr>
              <a:t>研究总结及应用</a:t>
            </a:r>
            <a:endParaRPr lang="zh-CN" altLang="en-US" sz="2800" dirty="0">
              <a:solidFill>
                <a:srgbClr val="0E6CA6"/>
              </a:solidFill>
              <a:latin typeface="微软雅黑" panose="020B0503020204020204" pitchFamily="34" charset="-122"/>
              <a:ea typeface="微软雅黑" panose="020B0503020204020204" pitchFamily="34" charset="-122"/>
            </a:endParaRPr>
          </a:p>
        </p:txBody>
      </p:sp>
      <p:cxnSp>
        <p:nvCxnSpPr>
          <p:cNvPr id="25" name="直接连接符 24"/>
          <p:cNvCxnSpPr/>
          <p:nvPr/>
        </p:nvCxnSpPr>
        <p:spPr>
          <a:xfrm flipV="1">
            <a:off x="6845823" y="5941408"/>
            <a:ext cx="1147866" cy="12266"/>
          </a:xfrm>
          <a:prstGeom prst="line">
            <a:avLst/>
          </a:prstGeom>
          <a:ln w="12700">
            <a:solidFill>
              <a:srgbClr val="0E6CA6"/>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778333" y="5585424"/>
            <a:ext cx="3912640" cy="368300"/>
          </a:xfrm>
          <a:prstGeom prst="rect">
            <a:avLst/>
          </a:prstGeom>
          <a:noFill/>
        </p:spPr>
        <p:txBody>
          <a:bodyPr wrap="square" rtlCol="0">
            <a:spAutoFit/>
          </a:bodyPr>
          <a:lstStyle/>
          <a:p>
            <a:pPr algn="ctr"/>
            <a:endParaRPr lang="en-US" altLang="zh-CN" dirty="0">
              <a:solidFill>
                <a:srgbClr val="0E6CA6"/>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682105" y="2053590"/>
            <a:ext cx="5240655" cy="521970"/>
          </a:xfrm>
          <a:prstGeom prst="rect">
            <a:avLst/>
          </a:prstGeom>
          <a:noFill/>
        </p:spPr>
        <p:txBody>
          <a:bodyPr wrap="square" rtlCol="0">
            <a:spAutoFit/>
          </a:bodyPr>
          <a:p>
            <a:r>
              <a:rPr lang="en-US" altLang="zh-CN" sz="2800" dirty="0">
                <a:solidFill>
                  <a:srgbClr val="0E6CA6"/>
                </a:solidFill>
                <a:latin typeface="微软雅黑" panose="020B0503020204020204" pitchFamily="34" charset="-122"/>
                <a:ea typeface="微软雅黑" panose="020B0503020204020204" pitchFamily="34" charset="-122"/>
              </a:rPr>
              <a:t>02.</a:t>
            </a:r>
            <a:r>
              <a:rPr lang="zh-CN" altLang="en-US" sz="2800" dirty="0">
                <a:solidFill>
                  <a:srgbClr val="0E6CA6"/>
                </a:solidFill>
                <a:latin typeface="微软雅黑" panose="020B0503020204020204" pitchFamily="34" charset="-122"/>
                <a:ea typeface="微软雅黑" panose="020B0503020204020204" pitchFamily="34" charset="-122"/>
              </a:rPr>
              <a:t>研究的问题以及解决途径</a:t>
            </a:r>
            <a:endParaRPr lang="zh-CN" altLang="en-US" sz="2800" dirty="0">
              <a:solidFill>
                <a:srgbClr val="0E6CA6"/>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flipV="1">
            <a:off x="6911438" y="3824172"/>
            <a:ext cx="1147866" cy="12266"/>
          </a:xfrm>
          <a:prstGeom prst="line">
            <a:avLst/>
          </a:prstGeom>
          <a:ln w="12700">
            <a:solidFill>
              <a:srgbClr val="0E6CA6"/>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1000"/>
                                        <p:tgtEl>
                                          <p:spTgt spid="4"/>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1000" fill="hold"/>
                                        <p:tgtEl>
                                          <p:spTgt spid="13"/>
                                        </p:tgtEl>
                                        <p:attrNameLst>
                                          <p:attrName>ppt_w</p:attrName>
                                        </p:attrNameLst>
                                      </p:cBhvr>
                                      <p:tavLst>
                                        <p:tav tm="0">
                                          <p:val>
                                            <p:fltVal val="0"/>
                                          </p:val>
                                        </p:tav>
                                        <p:tav tm="100000">
                                          <p:val>
                                            <p:strVal val="#ppt_w"/>
                                          </p:val>
                                        </p:tav>
                                      </p:tavLst>
                                    </p:anim>
                                    <p:anim calcmode="lin" valueType="num">
                                      <p:cBhvr>
                                        <p:cTn id="12" dur="1000" fill="hold"/>
                                        <p:tgtEl>
                                          <p:spTgt spid="13"/>
                                        </p:tgtEl>
                                        <p:attrNameLst>
                                          <p:attrName>ppt_h</p:attrName>
                                        </p:attrNameLst>
                                      </p:cBhvr>
                                      <p:tavLst>
                                        <p:tav tm="0">
                                          <p:val>
                                            <p:fltVal val="0"/>
                                          </p:val>
                                        </p:tav>
                                        <p:tav tm="100000">
                                          <p:val>
                                            <p:strVal val="#ppt_h"/>
                                          </p:val>
                                        </p:tav>
                                      </p:tavLst>
                                    </p:anim>
                                    <p:animEffect transition="in" filter="fade">
                                      <p:cBhvr>
                                        <p:cTn id="13" dur="1000"/>
                                        <p:tgtEl>
                                          <p:spTgt spid="13"/>
                                        </p:tgtEl>
                                      </p:cBhvr>
                                    </p:animEffect>
                                  </p:childTnLst>
                                </p:cTn>
                              </p:par>
                            </p:childTnLst>
                          </p:cTn>
                        </p:par>
                        <p:par>
                          <p:cTn id="14" fill="hold">
                            <p:stCondLst>
                              <p:cond delay="2000"/>
                            </p:stCondLst>
                            <p:childTnLst>
                              <p:par>
                                <p:cTn id="15" presetID="53" presetClass="entr" presetSubtype="16"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1000" fill="hold"/>
                                        <p:tgtEl>
                                          <p:spTgt spid="14"/>
                                        </p:tgtEl>
                                        <p:attrNameLst>
                                          <p:attrName>ppt_w</p:attrName>
                                        </p:attrNameLst>
                                      </p:cBhvr>
                                      <p:tavLst>
                                        <p:tav tm="0">
                                          <p:val>
                                            <p:fltVal val="0"/>
                                          </p:val>
                                        </p:tav>
                                        <p:tav tm="100000">
                                          <p:val>
                                            <p:strVal val="#ppt_w"/>
                                          </p:val>
                                        </p:tav>
                                      </p:tavLst>
                                    </p:anim>
                                    <p:anim calcmode="lin" valueType="num">
                                      <p:cBhvr>
                                        <p:cTn id="18" dur="1000" fill="hold"/>
                                        <p:tgtEl>
                                          <p:spTgt spid="14"/>
                                        </p:tgtEl>
                                        <p:attrNameLst>
                                          <p:attrName>ppt_h</p:attrName>
                                        </p:attrNameLst>
                                      </p:cBhvr>
                                      <p:tavLst>
                                        <p:tav tm="0">
                                          <p:val>
                                            <p:fltVal val="0"/>
                                          </p:val>
                                        </p:tav>
                                        <p:tav tm="100000">
                                          <p:val>
                                            <p:strVal val="#ppt_h"/>
                                          </p:val>
                                        </p:tav>
                                      </p:tavLst>
                                    </p:anim>
                                    <p:animEffect transition="in" filter="fade">
                                      <p:cBhvr>
                                        <p:cTn id="19"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rot="21352991">
            <a:off x="-1432427" y="1541919"/>
            <a:ext cx="8788144" cy="3252200"/>
          </a:xfrm>
          <a:prstGeom prst="rect">
            <a:avLst/>
          </a:prstGeom>
        </p:spPr>
      </p:pic>
      <p:sp>
        <p:nvSpPr>
          <p:cNvPr id="28" name="文本框 27"/>
          <p:cNvSpPr txBox="1"/>
          <p:nvPr/>
        </p:nvSpPr>
        <p:spPr>
          <a:xfrm>
            <a:off x="1387115" y="382931"/>
            <a:ext cx="3550128" cy="523220"/>
          </a:xfrm>
          <a:prstGeom prst="rect">
            <a:avLst/>
          </a:prstGeom>
          <a:noFill/>
        </p:spPr>
        <p:txBody>
          <a:bodyPr wrap="square" rtlCol="0">
            <a:spAutoFit/>
          </a:bodyPr>
          <a:lstStyle/>
          <a:p>
            <a:pPr algn="dist"/>
            <a:r>
              <a:rPr lang="zh-CN" altLang="en-US" sz="2800" dirty="0">
                <a:solidFill>
                  <a:srgbClr val="0E6CA6"/>
                </a:solidFill>
                <a:latin typeface="微软雅黑" panose="020B0503020204020204" pitchFamily="34" charset="-122"/>
                <a:ea typeface="微软雅黑" panose="020B0503020204020204" pitchFamily="34" charset="-122"/>
              </a:rPr>
              <a:t>选题的背景及意义</a:t>
            </a:r>
            <a:endParaRPr lang="zh-CN" altLang="en-US" sz="2800" dirty="0">
              <a:solidFill>
                <a:srgbClr val="0E6CA6"/>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4794250" y="1314450"/>
            <a:ext cx="7018020" cy="1630045"/>
          </a:xfrm>
          <a:prstGeom prst="rect">
            <a:avLst/>
          </a:prstGeom>
          <a:noFill/>
        </p:spPr>
        <p:txBody>
          <a:bodyPr wrap="square" rtlCol="0">
            <a:spAutoFit/>
          </a:bodyPr>
          <a:lstStyle/>
          <a:p>
            <a:pPr algn="l"/>
            <a:r>
              <a:rPr lang="en-US" altLang="zh-CN" sz="2000" dirty="0">
                <a:solidFill>
                  <a:srgbClr val="0E6CA6"/>
                </a:solidFill>
              </a:rPr>
              <a:t>         </a:t>
            </a:r>
            <a:r>
              <a:rPr lang="zh-CN" altLang="en-US" sz="2000" dirty="0">
                <a:solidFill>
                  <a:srgbClr val="0E6CA6"/>
                </a:solidFill>
              </a:rPr>
              <a:t>随着国家推进素质教育进程的加快,以及互联网的飞速发展。计算机实验教学的重要性也开始突出的显示出来,实验室教学是高等学校教学的一个重要环节,实验室资源的合理利用直接关系到实践教学的质量。</a:t>
            </a:r>
            <a:endParaRPr lang="zh-CN" altLang="en-US" sz="2000" dirty="0">
              <a:solidFill>
                <a:srgbClr val="0E6CA6"/>
              </a:solidFill>
            </a:endParaRPr>
          </a:p>
          <a:p>
            <a:pPr algn="l"/>
            <a:endParaRPr lang="zh-CN" altLang="en-US" sz="2000" dirty="0">
              <a:solidFill>
                <a:srgbClr val="0E6CA6"/>
              </a:solidFill>
            </a:endParaRPr>
          </a:p>
        </p:txBody>
      </p:sp>
      <p:sp>
        <p:nvSpPr>
          <p:cNvPr id="30" name="文本框 29"/>
          <p:cNvSpPr txBox="1"/>
          <p:nvPr/>
        </p:nvSpPr>
        <p:spPr>
          <a:xfrm>
            <a:off x="287295" y="291109"/>
            <a:ext cx="931365" cy="706755"/>
          </a:xfrm>
          <a:prstGeom prst="rect">
            <a:avLst/>
          </a:prstGeom>
          <a:noFill/>
        </p:spPr>
        <p:txBody>
          <a:bodyPr wrap="square" rtlCol="0">
            <a:spAutoFit/>
          </a:bodyPr>
          <a:lstStyle/>
          <a:p>
            <a:pPr algn="dist"/>
            <a:r>
              <a:rPr lang="en-US" altLang="zh-CN" sz="4000">
                <a:solidFill>
                  <a:srgbClr val="0E6CA6"/>
                </a:solidFill>
                <a:latin typeface="微软雅黑" panose="020B0503020204020204" pitchFamily="34" charset="-122"/>
                <a:ea typeface="微软雅黑" panose="020B0503020204020204" pitchFamily="34" charset="-122"/>
              </a:rPr>
              <a:t>01.</a:t>
            </a:r>
            <a:endParaRPr lang="zh-CN" altLang="en-US" sz="4000" dirty="0">
              <a:solidFill>
                <a:srgbClr val="0E6CA6"/>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131435" y="4280535"/>
            <a:ext cx="6343650" cy="1476375"/>
          </a:xfrm>
          <a:prstGeom prst="rect">
            <a:avLst/>
          </a:prstGeom>
          <a:noFill/>
        </p:spPr>
        <p:txBody>
          <a:bodyPr wrap="square" rtlCol="0">
            <a:spAutoFit/>
          </a:bodyPr>
          <a:p>
            <a:pPr algn="l"/>
            <a:r>
              <a:rPr lang="en-US" altLang="zh-CN" dirty="0">
                <a:solidFill>
                  <a:srgbClr val="0E6CA6"/>
                </a:solidFill>
                <a:sym typeface="+mn-ea"/>
              </a:rPr>
              <a:t>     </a:t>
            </a:r>
            <a:r>
              <a:rPr lang="zh-CN" altLang="en-US" dirty="0">
                <a:solidFill>
                  <a:srgbClr val="0E6CA6"/>
                </a:solidFill>
                <a:sym typeface="+mn-ea"/>
              </a:rPr>
              <a:t>为了对我校实验教学更好地管理和为实验教学的对外开放提供更多的服务和保障，建立高效教学性的实验教学管理系统来解决实验室安排、实验课程设置以及整个实验教学过程中一系列问题势在必行。实验教学信息化管理是实现高校现代化教学的重要措施。</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7"/>
          <p:cNvSpPr/>
          <p:nvPr/>
        </p:nvSpPr>
        <p:spPr>
          <a:xfrm>
            <a:off x="1013460" y="455295"/>
            <a:ext cx="2435225" cy="430530"/>
          </a:xfrm>
          <a:prstGeom prst="rect">
            <a:avLst/>
          </a:prstGeom>
        </p:spPr>
        <p:txBody>
          <a:bodyPr wrap="square" lIns="0" tIns="0" rIns="0" bIns="0">
            <a:spAutoFit/>
          </a:bodyPr>
          <a:lstStyle/>
          <a:p>
            <a:pPr algn="ctr"/>
            <a:r>
              <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rPr>
              <a:t>国内外现状</a:t>
            </a:r>
            <a:endPar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椭圆 6"/>
          <p:cNvSpPr/>
          <p:nvPr/>
        </p:nvSpPr>
        <p:spPr>
          <a:xfrm>
            <a:off x="366820" y="355496"/>
            <a:ext cx="629846" cy="629846"/>
          </a:xfrm>
          <a:prstGeom prst="ellipse">
            <a:avLst/>
          </a:prstGeom>
          <a:solidFill>
            <a:srgbClr val="0E6C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40"/>
          <p:cNvSpPr>
            <a:spLocks noEditPoints="1"/>
          </p:cNvSpPr>
          <p:nvPr/>
        </p:nvSpPr>
        <p:spPr bwMode="auto">
          <a:xfrm>
            <a:off x="453093" y="474820"/>
            <a:ext cx="391197" cy="391197"/>
          </a:xfrm>
          <a:custGeom>
            <a:avLst/>
            <a:gdLst>
              <a:gd name="T0" fmla="*/ 179900 w 473"/>
              <a:gd name="T1" fmla="*/ 316918 h 473"/>
              <a:gd name="T2" fmla="*/ 269851 w 473"/>
              <a:gd name="T3" fmla="*/ 494726 h 473"/>
              <a:gd name="T4" fmla="*/ 494726 w 473"/>
              <a:gd name="T5" fmla="*/ 0 h 473"/>
              <a:gd name="T6" fmla="*/ 0 w 473"/>
              <a:gd name="T7" fmla="*/ 237427 h 473"/>
              <a:gd name="T8" fmla="*/ 179900 w 473"/>
              <a:gd name="T9" fmla="*/ 316918 h 473"/>
              <a:gd name="T10" fmla="*/ 185130 w 473"/>
              <a:gd name="T11" fmla="*/ 297045 h 473"/>
              <a:gd name="T12" fmla="*/ 49159 w 473"/>
              <a:gd name="T13" fmla="*/ 234289 h 473"/>
              <a:gd name="T14" fmla="*/ 427786 w 473"/>
              <a:gd name="T15" fmla="*/ 54388 h 473"/>
              <a:gd name="T16" fmla="*/ 185130 w 473"/>
              <a:gd name="T17" fmla="*/ 297045 h 473"/>
              <a:gd name="T18" fmla="*/ 269851 w 473"/>
              <a:gd name="T19" fmla="*/ 447659 h 473"/>
              <a:gd name="T20" fmla="*/ 199773 w 473"/>
              <a:gd name="T21" fmla="*/ 309596 h 473"/>
              <a:gd name="T22" fmla="*/ 442429 w 473"/>
              <a:gd name="T23" fmla="*/ 63802 h 473"/>
              <a:gd name="T24" fmla="*/ 269851 w 473"/>
              <a:gd name="T25" fmla="*/ 447659 h 4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3" h="473">
                <a:moveTo>
                  <a:pt x="172" y="303"/>
                </a:moveTo>
                <a:lnTo>
                  <a:pt x="258" y="473"/>
                </a:lnTo>
                <a:lnTo>
                  <a:pt x="473" y="0"/>
                </a:lnTo>
                <a:lnTo>
                  <a:pt x="0" y="227"/>
                </a:lnTo>
                <a:lnTo>
                  <a:pt x="172" y="303"/>
                </a:lnTo>
                <a:close/>
                <a:moveTo>
                  <a:pt x="177" y="284"/>
                </a:moveTo>
                <a:lnTo>
                  <a:pt x="47" y="224"/>
                </a:lnTo>
                <a:lnTo>
                  <a:pt x="409" y="52"/>
                </a:lnTo>
                <a:lnTo>
                  <a:pt x="177" y="284"/>
                </a:lnTo>
                <a:close/>
                <a:moveTo>
                  <a:pt x="258" y="428"/>
                </a:moveTo>
                <a:lnTo>
                  <a:pt x="191" y="296"/>
                </a:lnTo>
                <a:lnTo>
                  <a:pt x="423" y="61"/>
                </a:lnTo>
                <a:lnTo>
                  <a:pt x="258" y="428"/>
                </a:lnTo>
                <a:close/>
              </a:path>
            </a:pathLst>
          </a:custGeom>
          <a:solidFill>
            <a:schemeClr val="bg1"/>
          </a:solidFill>
          <a:ln>
            <a:noFill/>
          </a:ln>
        </p:spPr>
        <p:txBody>
          <a:bodyPr/>
          <a:lstStyle/>
          <a:p>
            <a:endParaRPr lang="zh-CN" altLang="en-US"/>
          </a:p>
        </p:txBody>
      </p:sp>
      <p:sp>
        <p:nvSpPr>
          <p:cNvPr id="208" name="Isosceles Triangle 336"/>
          <p:cNvSpPr/>
          <p:nvPr/>
        </p:nvSpPr>
        <p:spPr>
          <a:xfrm rot="5400000">
            <a:off x="1619209" y="1628740"/>
            <a:ext cx="244042" cy="210382"/>
          </a:xfrm>
          <a:prstGeom prst="triangle">
            <a:avLst/>
          </a:prstGeom>
          <a:solidFill>
            <a:srgbClr val="0E6CA6"/>
          </a:solidFill>
          <a:ln w="12700" cap="flat" cmpd="sng" algn="ctr">
            <a:noFill/>
            <a:prstDash val="solid"/>
            <a:miter lim="800000"/>
          </a:ln>
          <a:effectLst/>
        </p:spPr>
        <p:txBody>
          <a:bodyPr lIns="68580" tIns="34290" rIns="68580" bIns="34290" rtlCol="0" anchor="ctr"/>
          <a:lstStyle/>
          <a:p>
            <a:pPr algn="ctr">
              <a:defRPr/>
            </a:pPr>
            <a:endParaRPr lang="en-US" kern="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9" name="TextBox 13"/>
          <p:cNvSpPr txBox="1"/>
          <p:nvPr/>
        </p:nvSpPr>
        <p:spPr>
          <a:xfrm>
            <a:off x="1983105" y="1495425"/>
            <a:ext cx="9402445" cy="787400"/>
          </a:xfrm>
          <a:prstGeom prst="rect">
            <a:avLst/>
          </a:prstGeom>
          <a:noFill/>
        </p:spPr>
        <p:txBody>
          <a:bodyPr wrap="square" lIns="0" tIns="0" rIns="0" bIns="0" rtlCol="0" anchor="t" anchorCtr="0">
            <a:spAutoFit/>
          </a:bodyPr>
          <a:lstStyle/>
          <a:p>
            <a:pPr defTabSz="912495">
              <a:spcBef>
                <a:spcPct val="20000"/>
              </a:spcBef>
              <a:defRPr/>
            </a:pPr>
            <a:r>
              <a:rPr lang="en-US" altLang="zh-CN"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       </a:t>
            </a:r>
            <a:r>
              <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在国内高校，高校信息化建设相对起步较晚。学校管理系统在机构设置、服务范围、服务质量及人员要求上与国外高校相比都有一定的差距。</a:t>
            </a:r>
            <a:endPar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a:p>
            <a:pPr defTabSz="912495">
              <a:spcBef>
                <a:spcPct val="20000"/>
              </a:spcBef>
              <a:defRPr/>
            </a:pPr>
            <a:r>
              <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   </a:t>
            </a:r>
            <a:endPar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p:txBody>
      </p:sp>
      <p:sp>
        <p:nvSpPr>
          <p:cNvPr id="211" name="Isosceles Triangle 336"/>
          <p:cNvSpPr/>
          <p:nvPr/>
        </p:nvSpPr>
        <p:spPr>
          <a:xfrm rot="5400000">
            <a:off x="1619209" y="2690068"/>
            <a:ext cx="244042" cy="210382"/>
          </a:xfrm>
          <a:prstGeom prst="triangle">
            <a:avLst/>
          </a:prstGeom>
          <a:solidFill>
            <a:srgbClr val="0E6CA6"/>
          </a:solidFill>
          <a:ln w="12700" cap="flat" cmpd="sng" algn="ctr">
            <a:noFill/>
            <a:prstDash val="solid"/>
            <a:miter lim="800000"/>
          </a:ln>
          <a:effectLst/>
        </p:spPr>
        <p:txBody>
          <a:bodyPr lIns="68580" tIns="34290" rIns="68580" bIns="34290" rtlCol="0" anchor="ctr"/>
          <a:lstStyle/>
          <a:p>
            <a:pPr algn="ctr">
              <a:defRPr/>
            </a:pPr>
            <a:endParaRPr lang="en-US" kern="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2" name="TextBox 13"/>
          <p:cNvSpPr txBox="1"/>
          <p:nvPr/>
        </p:nvSpPr>
        <p:spPr>
          <a:xfrm>
            <a:off x="2034540" y="2425700"/>
            <a:ext cx="9194800" cy="738505"/>
          </a:xfrm>
          <a:prstGeom prst="rect">
            <a:avLst/>
          </a:prstGeom>
          <a:noFill/>
        </p:spPr>
        <p:txBody>
          <a:bodyPr wrap="square" lIns="0" tIns="0" rIns="0" bIns="0" rtlCol="0" anchor="t" anchorCtr="0">
            <a:spAutoFit/>
          </a:bodyPr>
          <a:lstStyle/>
          <a:p>
            <a:pPr defTabSz="912495">
              <a:spcBef>
                <a:spcPct val="20000"/>
              </a:spcBef>
              <a:defRPr/>
            </a:pPr>
            <a:r>
              <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    在引进方面，主要是亿邮公司引进并开发的中文版的WebCT(eYouCT)和CERNET于2003年10月与Blackboard公司共同投资组建赛尔毕博有限公司，负责中文版Blackboard的开发和推广。同时，一些国内的公司和高校正在积极开发自己的教学管理平台。</a:t>
            </a:r>
            <a:endPar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p:txBody>
      </p:sp>
      <p:sp>
        <p:nvSpPr>
          <p:cNvPr id="214" name="Isosceles Triangle 336"/>
          <p:cNvSpPr/>
          <p:nvPr/>
        </p:nvSpPr>
        <p:spPr>
          <a:xfrm rot="5400000">
            <a:off x="1618875" y="3728443"/>
            <a:ext cx="244042" cy="210382"/>
          </a:xfrm>
          <a:prstGeom prst="triangle">
            <a:avLst/>
          </a:prstGeom>
          <a:solidFill>
            <a:srgbClr val="0E6CA6"/>
          </a:solidFill>
          <a:ln w="12700" cap="flat" cmpd="sng" algn="ctr">
            <a:noFill/>
            <a:prstDash val="solid"/>
            <a:miter lim="800000"/>
          </a:ln>
          <a:effectLst/>
        </p:spPr>
        <p:txBody>
          <a:bodyPr lIns="68580" tIns="34290" rIns="68580" bIns="34290" rtlCol="0" anchor="ctr"/>
          <a:lstStyle/>
          <a:p>
            <a:pPr algn="ctr">
              <a:defRPr/>
            </a:pPr>
            <a:endParaRPr lang="en-US" kern="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5" name="TextBox 13"/>
          <p:cNvSpPr txBox="1"/>
          <p:nvPr/>
        </p:nvSpPr>
        <p:spPr>
          <a:xfrm>
            <a:off x="1983105" y="3531870"/>
            <a:ext cx="9297670" cy="984885"/>
          </a:xfrm>
          <a:prstGeom prst="rect">
            <a:avLst/>
          </a:prstGeom>
          <a:noFill/>
        </p:spPr>
        <p:txBody>
          <a:bodyPr wrap="square" lIns="0" tIns="0" rIns="0" bIns="0" rtlCol="0" anchor="t" anchorCtr="0">
            <a:spAutoFit/>
          </a:bodyPr>
          <a:lstStyle/>
          <a:p>
            <a:pPr defTabSz="912495">
              <a:spcBef>
                <a:spcPct val="20000"/>
              </a:spcBef>
              <a:defRPr/>
            </a:pPr>
            <a:r>
              <a:rPr lang="en-US" altLang="zh-CN"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       在国外高校，与国内不同，他们长期以来，一直致力于研究和探索学校教学管理模式和流程，他们的管理模式从管理范围上覆盖了教学管理的基本业务过程</a:t>
            </a:r>
            <a:r>
              <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。为提高数字校园的应用水平，国外大学已将ERP (Enterprise Resource Planning 企业资源计划)系统的概念和方法引入到教学管理信息系统之中，系统提高了教学管理效率，强调系统间数据的流通，面向流程，统筹考虑教学管理的各个环节</a:t>
            </a:r>
            <a:endPar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Isosceles Triangle 336"/>
          <p:cNvSpPr/>
          <p:nvPr/>
        </p:nvSpPr>
        <p:spPr>
          <a:xfrm rot="5400000">
            <a:off x="1618875" y="5090518"/>
            <a:ext cx="244042" cy="210382"/>
          </a:xfrm>
          <a:prstGeom prst="triangle">
            <a:avLst/>
          </a:prstGeom>
          <a:solidFill>
            <a:srgbClr val="0E6CA6"/>
          </a:solidFill>
          <a:ln w="12700" cap="flat" cmpd="sng" algn="ctr">
            <a:noFill/>
            <a:prstDash val="solid"/>
            <a:miter lim="800000"/>
          </a:ln>
          <a:effectLst/>
        </p:spPr>
        <p:txBody>
          <a:bodyPr lIns="68580" tIns="34290" rIns="68580" bIns="34290" rtlCol="0" anchor="ctr"/>
          <a:p>
            <a:pPr algn="ctr">
              <a:defRPr/>
            </a:pPr>
            <a:endParaRPr lang="en-US" kern="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 name="TextBox 13"/>
          <p:cNvSpPr txBox="1"/>
          <p:nvPr/>
        </p:nvSpPr>
        <p:spPr>
          <a:xfrm>
            <a:off x="2034540" y="4826635"/>
            <a:ext cx="9297670" cy="738505"/>
          </a:xfrm>
          <a:prstGeom prst="rect">
            <a:avLst/>
          </a:prstGeom>
          <a:noFill/>
        </p:spPr>
        <p:txBody>
          <a:bodyPr wrap="square" lIns="0" tIns="0" rIns="0" bIns="0" rtlCol="0" anchor="t" anchorCtr="0">
            <a:spAutoFit/>
          </a:bodyPr>
          <a:p>
            <a:pPr defTabSz="912495">
              <a:spcBef>
                <a:spcPct val="20000"/>
              </a:spcBef>
              <a:defRPr/>
            </a:pPr>
            <a:r>
              <a:rPr 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      </a:t>
            </a:r>
            <a:r>
              <a:rPr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总的来说，随着信息技术和高等教育的不断发展，开发发展各种教学管理系统已经是各高校解决各种教学管理工作的重要方法。各高校将为教学管理构建一个适合的教学管理系统，以满足学生和教师的需要，保证教学效果，提高教学质量。</a:t>
            </a:r>
            <a:endParaRPr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7"/>
          <p:cNvSpPr/>
          <p:nvPr/>
        </p:nvSpPr>
        <p:spPr>
          <a:xfrm>
            <a:off x="1013460" y="455295"/>
            <a:ext cx="2435225" cy="430530"/>
          </a:xfrm>
          <a:prstGeom prst="rect">
            <a:avLst/>
          </a:prstGeom>
        </p:spPr>
        <p:txBody>
          <a:bodyPr wrap="square" lIns="0" tIns="0" rIns="0" bIns="0">
            <a:spAutoFit/>
          </a:bodyPr>
          <a:lstStyle/>
          <a:p>
            <a:pPr algn="ctr"/>
            <a:r>
              <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rPr>
              <a:t>存在的问题</a:t>
            </a:r>
            <a:endPar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椭圆 6"/>
          <p:cNvSpPr/>
          <p:nvPr/>
        </p:nvSpPr>
        <p:spPr>
          <a:xfrm>
            <a:off x="366820" y="355496"/>
            <a:ext cx="629846" cy="629846"/>
          </a:xfrm>
          <a:prstGeom prst="ellipse">
            <a:avLst/>
          </a:prstGeom>
          <a:solidFill>
            <a:srgbClr val="0E6C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40"/>
          <p:cNvSpPr>
            <a:spLocks noEditPoints="1"/>
          </p:cNvSpPr>
          <p:nvPr/>
        </p:nvSpPr>
        <p:spPr bwMode="auto">
          <a:xfrm>
            <a:off x="453093" y="474820"/>
            <a:ext cx="391197" cy="391197"/>
          </a:xfrm>
          <a:custGeom>
            <a:avLst/>
            <a:gdLst>
              <a:gd name="T0" fmla="*/ 179900 w 473"/>
              <a:gd name="T1" fmla="*/ 316918 h 473"/>
              <a:gd name="T2" fmla="*/ 269851 w 473"/>
              <a:gd name="T3" fmla="*/ 494726 h 473"/>
              <a:gd name="T4" fmla="*/ 494726 w 473"/>
              <a:gd name="T5" fmla="*/ 0 h 473"/>
              <a:gd name="T6" fmla="*/ 0 w 473"/>
              <a:gd name="T7" fmla="*/ 237427 h 473"/>
              <a:gd name="T8" fmla="*/ 179900 w 473"/>
              <a:gd name="T9" fmla="*/ 316918 h 473"/>
              <a:gd name="T10" fmla="*/ 185130 w 473"/>
              <a:gd name="T11" fmla="*/ 297045 h 473"/>
              <a:gd name="T12" fmla="*/ 49159 w 473"/>
              <a:gd name="T13" fmla="*/ 234289 h 473"/>
              <a:gd name="T14" fmla="*/ 427786 w 473"/>
              <a:gd name="T15" fmla="*/ 54388 h 473"/>
              <a:gd name="T16" fmla="*/ 185130 w 473"/>
              <a:gd name="T17" fmla="*/ 297045 h 473"/>
              <a:gd name="T18" fmla="*/ 269851 w 473"/>
              <a:gd name="T19" fmla="*/ 447659 h 473"/>
              <a:gd name="T20" fmla="*/ 199773 w 473"/>
              <a:gd name="T21" fmla="*/ 309596 h 473"/>
              <a:gd name="T22" fmla="*/ 442429 w 473"/>
              <a:gd name="T23" fmla="*/ 63802 h 473"/>
              <a:gd name="T24" fmla="*/ 269851 w 473"/>
              <a:gd name="T25" fmla="*/ 447659 h 4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3" h="473">
                <a:moveTo>
                  <a:pt x="172" y="303"/>
                </a:moveTo>
                <a:lnTo>
                  <a:pt x="258" y="473"/>
                </a:lnTo>
                <a:lnTo>
                  <a:pt x="473" y="0"/>
                </a:lnTo>
                <a:lnTo>
                  <a:pt x="0" y="227"/>
                </a:lnTo>
                <a:lnTo>
                  <a:pt x="172" y="303"/>
                </a:lnTo>
                <a:close/>
                <a:moveTo>
                  <a:pt x="177" y="284"/>
                </a:moveTo>
                <a:lnTo>
                  <a:pt x="47" y="224"/>
                </a:lnTo>
                <a:lnTo>
                  <a:pt x="409" y="52"/>
                </a:lnTo>
                <a:lnTo>
                  <a:pt x="177" y="284"/>
                </a:lnTo>
                <a:close/>
                <a:moveTo>
                  <a:pt x="258" y="428"/>
                </a:moveTo>
                <a:lnTo>
                  <a:pt x="191" y="296"/>
                </a:lnTo>
                <a:lnTo>
                  <a:pt x="423" y="61"/>
                </a:lnTo>
                <a:lnTo>
                  <a:pt x="258" y="428"/>
                </a:lnTo>
                <a:close/>
              </a:path>
            </a:pathLst>
          </a:custGeom>
          <a:solidFill>
            <a:schemeClr val="bg1"/>
          </a:solidFill>
          <a:ln>
            <a:noFill/>
          </a:ln>
        </p:spPr>
        <p:txBody>
          <a:bodyPr/>
          <a:lstStyle/>
          <a:p>
            <a:endParaRPr lang="zh-CN" altLang="en-US"/>
          </a:p>
        </p:txBody>
      </p:sp>
      <p:sp>
        <p:nvSpPr>
          <p:cNvPr id="26" name="Freeform 182"/>
          <p:cNvSpPr/>
          <p:nvPr/>
        </p:nvSpPr>
        <p:spPr bwMode="auto">
          <a:xfrm>
            <a:off x="7326628" y="2740139"/>
            <a:ext cx="184710" cy="149528"/>
          </a:xfrm>
          <a:custGeom>
            <a:avLst/>
            <a:gdLst>
              <a:gd name="T0" fmla="*/ 77 w 77"/>
              <a:gd name="T1" fmla="*/ 7 h 62"/>
              <a:gd name="T2" fmla="*/ 68 w 77"/>
              <a:gd name="T3" fmla="*/ 10 h 62"/>
              <a:gd name="T4" fmla="*/ 75 w 77"/>
              <a:gd name="T5" fmla="*/ 1 h 62"/>
              <a:gd name="T6" fmla="*/ 65 w 77"/>
              <a:gd name="T7" fmla="*/ 5 h 62"/>
              <a:gd name="T8" fmla="*/ 53 w 77"/>
              <a:gd name="T9" fmla="*/ 0 h 62"/>
              <a:gd name="T10" fmla="*/ 38 w 77"/>
              <a:gd name="T11" fmla="*/ 15 h 62"/>
              <a:gd name="T12" fmla="*/ 38 w 77"/>
              <a:gd name="T13" fmla="*/ 19 h 62"/>
              <a:gd name="T14" fmla="*/ 6 w 77"/>
              <a:gd name="T15" fmla="*/ 3 h 62"/>
              <a:gd name="T16" fmla="*/ 3 w 77"/>
              <a:gd name="T17" fmla="*/ 10 h 62"/>
              <a:gd name="T18" fmla="*/ 10 w 77"/>
              <a:gd name="T19" fmla="*/ 24 h 62"/>
              <a:gd name="T20" fmla="*/ 3 w 77"/>
              <a:gd name="T21" fmla="*/ 22 h 62"/>
              <a:gd name="T22" fmla="*/ 3 w 77"/>
              <a:gd name="T23" fmla="*/ 22 h 62"/>
              <a:gd name="T24" fmla="*/ 16 w 77"/>
              <a:gd name="T25" fmla="*/ 37 h 62"/>
              <a:gd name="T26" fmla="*/ 12 w 77"/>
              <a:gd name="T27" fmla="*/ 38 h 62"/>
              <a:gd name="T28" fmla="*/ 9 w 77"/>
              <a:gd name="T29" fmla="*/ 38 h 62"/>
              <a:gd name="T30" fmla="*/ 24 w 77"/>
              <a:gd name="T31" fmla="*/ 48 h 62"/>
              <a:gd name="T32" fmla="*/ 4 w 77"/>
              <a:gd name="T33" fmla="*/ 55 h 62"/>
              <a:gd name="T34" fmla="*/ 0 w 77"/>
              <a:gd name="T35" fmla="*/ 55 h 62"/>
              <a:gd name="T36" fmla="*/ 24 w 77"/>
              <a:gd name="T37" fmla="*/ 62 h 62"/>
              <a:gd name="T38" fmla="*/ 69 w 77"/>
              <a:gd name="T39" fmla="*/ 17 h 62"/>
              <a:gd name="T40" fmla="*/ 69 w 77"/>
              <a:gd name="T41" fmla="*/ 15 h 62"/>
              <a:gd name="T42" fmla="*/ 77 w 77"/>
              <a:gd name="T43" fmla="*/ 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7" h="62">
                <a:moveTo>
                  <a:pt x="77" y="7"/>
                </a:moveTo>
                <a:cubicBezTo>
                  <a:pt x="74" y="8"/>
                  <a:pt x="71" y="9"/>
                  <a:pt x="68" y="10"/>
                </a:cubicBezTo>
                <a:cubicBezTo>
                  <a:pt x="71" y="8"/>
                  <a:pt x="74" y="4"/>
                  <a:pt x="75" y="1"/>
                </a:cubicBezTo>
                <a:cubicBezTo>
                  <a:pt x="72" y="3"/>
                  <a:pt x="68" y="4"/>
                  <a:pt x="65" y="5"/>
                </a:cubicBezTo>
                <a:cubicBezTo>
                  <a:pt x="62" y="2"/>
                  <a:pt x="58" y="0"/>
                  <a:pt x="53" y="0"/>
                </a:cubicBezTo>
                <a:cubicBezTo>
                  <a:pt x="45" y="0"/>
                  <a:pt x="38" y="7"/>
                  <a:pt x="38" y="15"/>
                </a:cubicBezTo>
                <a:cubicBezTo>
                  <a:pt x="38" y="17"/>
                  <a:pt x="38" y="18"/>
                  <a:pt x="38" y="19"/>
                </a:cubicBezTo>
                <a:cubicBezTo>
                  <a:pt x="25" y="18"/>
                  <a:pt x="13" y="12"/>
                  <a:pt x="6" y="3"/>
                </a:cubicBezTo>
                <a:cubicBezTo>
                  <a:pt x="4" y="5"/>
                  <a:pt x="3" y="8"/>
                  <a:pt x="3" y="10"/>
                </a:cubicBezTo>
                <a:cubicBezTo>
                  <a:pt x="3" y="16"/>
                  <a:pt x="6" y="21"/>
                  <a:pt x="10" y="24"/>
                </a:cubicBezTo>
                <a:cubicBezTo>
                  <a:pt x="8" y="24"/>
                  <a:pt x="5" y="23"/>
                  <a:pt x="3" y="22"/>
                </a:cubicBezTo>
                <a:cubicBezTo>
                  <a:pt x="3" y="22"/>
                  <a:pt x="3" y="22"/>
                  <a:pt x="3" y="22"/>
                </a:cubicBezTo>
                <a:cubicBezTo>
                  <a:pt x="3" y="29"/>
                  <a:pt x="9" y="36"/>
                  <a:pt x="16" y="37"/>
                </a:cubicBezTo>
                <a:cubicBezTo>
                  <a:pt x="15" y="38"/>
                  <a:pt x="13" y="38"/>
                  <a:pt x="12" y="38"/>
                </a:cubicBezTo>
                <a:cubicBezTo>
                  <a:pt x="11" y="38"/>
                  <a:pt x="10" y="38"/>
                  <a:pt x="9" y="38"/>
                </a:cubicBezTo>
                <a:cubicBezTo>
                  <a:pt x="11" y="44"/>
                  <a:pt x="17" y="48"/>
                  <a:pt x="24" y="48"/>
                </a:cubicBezTo>
                <a:cubicBezTo>
                  <a:pt x="18" y="53"/>
                  <a:pt x="11" y="55"/>
                  <a:pt x="4" y="55"/>
                </a:cubicBezTo>
                <a:cubicBezTo>
                  <a:pt x="3" y="55"/>
                  <a:pt x="1" y="55"/>
                  <a:pt x="0" y="55"/>
                </a:cubicBezTo>
                <a:cubicBezTo>
                  <a:pt x="7" y="59"/>
                  <a:pt x="15" y="62"/>
                  <a:pt x="24" y="62"/>
                </a:cubicBezTo>
                <a:cubicBezTo>
                  <a:pt x="53" y="62"/>
                  <a:pt x="69" y="38"/>
                  <a:pt x="69" y="17"/>
                </a:cubicBezTo>
                <a:cubicBezTo>
                  <a:pt x="69" y="17"/>
                  <a:pt x="69" y="16"/>
                  <a:pt x="69" y="15"/>
                </a:cubicBezTo>
                <a:cubicBezTo>
                  <a:pt x="72" y="13"/>
                  <a:pt x="75" y="10"/>
                  <a:pt x="77" y="7"/>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184"/>
          <p:cNvSpPr>
            <a:spLocks noEditPoints="1"/>
          </p:cNvSpPr>
          <p:nvPr/>
        </p:nvSpPr>
        <p:spPr bwMode="auto">
          <a:xfrm>
            <a:off x="7502542" y="3313326"/>
            <a:ext cx="184710" cy="184710"/>
          </a:xfrm>
          <a:custGeom>
            <a:avLst/>
            <a:gdLst>
              <a:gd name="T0" fmla="*/ 38 w 77"/>
              <a:gd name="T1" fmla="*/ 0 h 77"/>
              <a:gd name="T2" fmla="*/ 0 w 77"/>
              <a:gd name="T3" fmla="*/ 39 h 77"/>
              <a:gd name="T4" fmla="*/ 38 w 77"/>
              <a:gd name="T5" fmla="*/ 77 h 77"/>
              <a:gd name="T6" fmla="*/ 77 w 77"/>
              <a:gd name="T7" fmla="*/ 39 h 77"/>
              <a:gd name="T8" fmla="*/ 38 w 77"/>
              <a:gd name="T9" fmla="*/ 0 h 77"/>
              <a:gd name="T10" fmla="*/ 24 w 77"/>
              <a:gd name="T11" fmla="*/ 39 h 77"/>
              <a:gd name="T12" fmla="*/ 38 w 77"/>
              <a:gd name="T13" fmla="*/ 24 h 77"/>
              <a:gd name="T14" fmla="*/ 53 w 77"/>
              <a:gd name="T15" fmla="*/ 39 h 77"/>
              <a:gd name="T16" fmla="*/ 38 w 77"/>
              <a:gd name="T17" fmla="*/ 53 h 77"/>
              <a:gd name="T18" fmla="*/ 24 w 77"/>
              <a:gd name="T19" fmla="*/ 39 h 77"/>
              <a:gd name="T20" fmla="*/ 70 w 77"/>
              <a:gd name="T21" fmla="*/ 52 h 77"/>
              <a:gd name="T22" fmla="*/ 70 w 77"/>
              <a:gd name="T23" fmla="*/ 52 h 77"/>
              <a:gd name="T24" fmla="*/ 56 w 77"/>
              <a:gd name="T25" fmla="*/ 46 h 77"/>
              <a:gd name="T26" fmla="*/ 58 w 77"/>
              <a:gd name="T27" fmla="*/ 39 h 77"/>
              <a:gd name="T28" fmla="*/ 56 w 77"/>
              <a:gd name="T29" fmla="*/ 31 h 77"/>
              <a:gd name="T30" fmla="*/ 66 w 77"/>
              <a:gd name="T31" fmla="*/ 27 h 77"/>
              <a:gd name="T32" fmla="*/ 70 w 77"/>
              <a:gd name="T33" fmla="*/ 26 h 77"/>
              <a:gd name="T34" fmla="*/ 72 w 77"/>
              <a:gd name="T35" fmla="*/ 39 h 77"/>
              <a:gd name="T36" fmla="*/ 70 w 77"/>
              <a:gd name="T37" fmla="*/ 52 h 77"/>
              <a:gd name="T38" fmla="*/ 51 w 77"/>
              <a:gd name="T39" fmla="*/ 7 h 77"/>
              <a:gd name="T40" fmla="*/ 51 w 77"/>
              <a:gd name="T41" fmla="*/ 7 h 77"/>
              <a:gd name="T42" fmla="*/ 51 w 77"/>
              <a:gd name="T43" fmla="*/ 7 h 77"/>
              <a:gd name="T44" fmla="*/ 46 w 77"/>
              <a:gd name="T45" fmla="*/ 21 h 77"/>
              <a:gd name="T46" fmla="*/ 38 w 77"/>
              <a:gd name="T47" fmla="*/ 19 h 77"/>
              <a:gd name="T48" fmla="*/ 31 w 77"/>
              <a:gd name="T49" fmla="*/ 21 h 77"/>
              <a:gd name="T50" fmla="*/ 28 w 77"/>
              <a:gd name="T51" fmla="*/ 14 h 77"/>
              <a:gd name="T52" fmla="*/ 25 w 77"/>
              <a:gd name="T53" fmla="*/ 7 h 77"/>
              <a:gd name="T54" fmla="*/ 38 w 77"/>
              <a:gd name="T55" fmla="*/ 5 h 77"/>
              <a:gd name="T56" fmla="*/ 51 w 77"/>
              <a:gd name="T57" fmla="*/ 7 h 77"/>
              <a:gd name="T58" fmla="*/ 7 w 77"/>
              <a:gd name="T59" fmla="*/ 26 h 77"/>
              <a:gd name="T60" fmla="*/ 14 w 77"/>
              <a:gd name="T61" fmla="*/ 29 h 77"/>
              <a:gd name="T62" fmla="*/ 20 w 77"/>
              <a:gd name="T63" fmla="*/ 31 h 77"/>
              <a:gd name="T64" fmla="*/ 19 w 77"/>
              <a:gd name="T65" fmla="*/ 39 h 77"/>
              <a:gd name="T66" fmla="*/ 20 w 77"/>
              <a:gd name="T67" fmla="*/ 46 h 77"/>
              <a:gd name="T68" fmla="*/ 7 w 77"/>
              <a:gd name="T69" fmla="*/ 52 h 77"/>
              <a:gd name="T70" fmla="*/ 4 w 77"/>
              <a:gd name="T71" fmla="*/ 39 h 77"/>
              <a:gd name="T72" fmla="*/ 7 w 77"/>
              <a:gd name="T73" fmla="*/ 26 h 77"/>
              <a:gd name="T74" fmla="*/ 25 w 77"/>
              <a:gd name="T75" fmla="*/ 70 h 77"/>
              <a:gd name="T76" fmla="*/ 27 w 77"/>
              <a:gd name="T77" fmla="*/ 66 h 77"/>
              <a:gd name="T78" fmla="*/ 31 w 77"/>
              <a:gd name="T79" fmla="*/ 57 h 77"/>
              <a:gd name="T80" fmla="*/ 38 w 77"/>
              <a:gd name="T81" fmla="*/ 58 h 77"/>
              <a:gd name="T82" fmla="*/ 46 w 77"/>
              <a:gd name="T83" fmla="*/ 57 h 77"/>
              <a:gd name="T84" fmla="*/ 51 w 77"/>
              <a:gd name="T85" fmla="*/ 70 h 77"/>
              <a:gd name="T86" fmla="*/ 51 w 77"/>
              <a:gd name="T87" fmla="*/ 70 h 77"/>
              <a:gd name="T88" fmla="*/ 51 w 77"/>
              <a:gd name="T89" fmla="*/ 70 h 77"/>
              <a:gd name="T90" fmla="*/ 38 w 77"/>
              <a:gd name="T91" fmla="*/ 73 h 77"/>
              <a:gd name="T92" fmla="*/ 25 w 77"/>
              <a:gd name="T93" fmla="*/ 7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7" h="77">
                <a:moveTo>
                  <a:pt x="38" y="0"/>
                </a:moveTo>
                <a:cubicBezTo>
                  <a:pt x="17" y="0"/>
                  <a:pt x="0" y="17"/>
                  <a:pt x="0" y="39"/>
                </a:cubicBezTo>
                <a:cubicBezTo>
                  <a:pt x="0" y="60"/>
                  <a:pt x="17" y="77"/>
                  <a:pt x="38" y="77"/>
                </a:cubicBezTo>
                <a:cubicBezTo>
                  <a:pt x="60" y="77"/>
                  <a:pt x="77" y="60"/>
                  <a:pt x="77" y="39"/>
                </a:cubicBezTo>
                <a:cubicBezTo>
                  <a:pt x="77" y="17"/>
                  <a:pt x="60" y="0"/>
                  <a:pt x="38" y="0"/>
                </a:cubicBezTo>
                <a:close/>
                <a:moveTo>
                  <a:pt x="24" y="39"/>
                </a:moveTo>
                <a:cubicBezTo>
                  <a:pt x="24" y="31"/>
                  <a:pt x="30" y="24"/>
                  <a:pt x="38" y="24"/>
                </a:cubicBezTo>
                <a:cubicBezTo>
                  <a:pt x="46" y="24"/>
                  <a:pt x="53" y="31"/>
                  <a:pt x="53" y="39"/>
                </a:cubicBezTo>
                <a:cubicBezTo>
                  <a:pt x="53" y="47"/>
                  <a:pt x="46" y="53"/>
                  <a:pt x="38" y="53"/>
                </a:cubicBezTo>
                <a:cubicBezTo>
                  <a:pt x="30" y="53"/>
                  <a:pt x="24" y="47"/>
                  <a:pt x="24" y="39"/>
                </a:cubicBezTo>
                <a:close/>
                <a:moveTo>
                  <a:pt x="70" y="52"/>
                </a:moveTo>
                <a:cubicBezTo>
                  <a:pt x="70" y="52"/>
                  <a:pt x="70" y="52"/>
                  <a:pt x="70" y="52"/>
                </a:cubicBezTo>
                <a:cubicBezTo>
                  <a:pt x="56" y="46"/>
                  <a:pt x="56" y="46"/>
                  <a:pt x="56" y="46"/>
                </a:cubicBezTo>
                <a:cubicBezTo>
                  <a:pt x="57" y="44"/>
                  <a:pt x="58" y="41"/>
                  <a:pt x="58" y="39"/>
                </a:cubicBezTo>
                <a:cubicBezTo>
                  <a:pt x="58" y="36"/>
                  <a:pt x="57" y="34"/>
                  <a:pt x="56" y="31"/>
                </a:cubicBezTo>
                <a:cubicBezTo>
                  <a:pt x="66" y="27"/>
                  <a:pt x="66" y="27"/>
                  <a:pt x="66" y="27"/>
                </a:cubicBezTo>
                <a:cubicBezTo>
                  <a:pt x="70" y="26"/>
                  <a:pt x="70" y="26"/>
                  <a:pt x="70" y="26"/>
                </a:cubicBezTo>
                <a:cubicBezTo>
                  <a:pt x="71" y="30"/>
                  <a:pt x="72" y="34"/>
                  <a:pt x="72" y="39"/>
                </a:cubicBezTo>
                <a:cubicBezTo>
                  <a:pt x="72" y="43"/>
                  <a:pt x="71" y="48"/>
                  <a:pt x="70" y="52"/>
                </a:cubicBezTo>
                <a:close/>
                <a:moveTo>
                  <a:pt x="51" y="7"/>
                </a:moveTo>
                <a:cubicBezTo>
                  <a:pt x="51" y="7"/>
                  <a:pt x="51" y="7"/>
                  <a:pt x="51" y="7"/>
                </a:cubicBezTo>
                <a:cubicBezTo>
                  <a:pt x="51" y="7"/>
                  <a:pt x="51" y="7"/>
                  <a:pt x="51" y="7"/>
                </a:cubicBezTo>
                <a:cubicBezTo>
                  <a:pt x="46" y="21"/>
                  <a:pt x="46" y="21"/>
                  <a:pt x="46" y="21"/>
                </a:cubicBezTo>
                <a:cubicBezTo>
                  <a:pt x="43" y="20"/>
                  <a:pt x="41" y="19"/>
                  <a:pt x="38" y="19"/>
                </a:cubicBezTo>
                <a:cubicBezTo>
                  <a:pt x="36" y="19"/>
                  <a:pt x="33" y="20"/>
                  <a:pt x="31" y="21"/>
                </a:cubicBezTo>
                <a:cubicBezTo>
                  <a:pt x="28" y="14"/>
                  <a:pt x="28" y="14"/>
                  <a:pt x="28" y="14"/>
                </a:cubicBezTo>
                <a:cubicBezTo>
                  <a:pt x="25" y="7"/>
                  <a:pt x="25" y="7"/>
                  <a:pt x="25" y="7"/>
                </a:cubicBezTo>
                <a:cubicBezTo>
                  <a:pt x="29" y="6"/>
                  <a:pt x="34" y="5"/>
                  <a:pt x="38" y="5"/>
                </a:cubicBezTo>
                <a:cubicBezTo>
                  <a:pt x="43" y="5"/>
                  <a:pt x="47" y="6"/>
                  <a:pt x="51" y="7"/>
                </a:cubicBezTo>
                <a:close/>
                <a:moveTo>
                  <a:pt x="7" y="26"/>
                </a:moveTo>
                <a:cubicBezTo>
                  <a:pt x="14" y="29"/>
                  <a:pt x="14" y="29"/>
                  <a:pt x="14" y="29"/>
                </a:cubicBezTo>
                <a:cubicBezTo>
                  <a:pt x="20" y="31"/>
                  <a:pt x="20" y="31"/>
                  <a:pt x="20" y="31"/>
                </a:cubicBezTo>
                <a:cubicBezTo>
                  <a:pt x="19" y="34"/>
                  <a:pt x="19" y="36"/>
                  <a:pt x="19" y="39"/>
                </a:cubicBezTo>
                <a:cubicBezTo>
                  <a:pt x="19" y="41"/>
                  <a:pt x="19" y="44"/>
                  <a:pt x="20" y="46"/>
                </a:cubicBezTo>
                <a:cubicBezTo>
                  <a:pt x="7" y="52"/>
                  <a:pt x="7" y="52"/>
                  <a:pt x="7" y="52"/>
                </a:cubicBezTo>
                <a:cubicBezTo>
                  <a:pt x="5" y="48"/>
                  <a:pt x="4" y="43"/>
                  <a:pt x="4" y="39"/>
                </a:cubicBezTo>
                <a:cubicBezTo>
                  <a:pt x="4" y="34"/>
                  <a:pt x="5" y="30"/>
                  <a:pt x="7" y="26"/>
                </a:cubicBezTo>
                <a:close/>
                <a:moveTo>
                  <a:pt x="25" y="70"/>
                </a:moveTo>
                <a:cubicBezTo>
                  <a:pt x="27" y="66"/>
                  <a:pt x="27" y="66"/>
                  <a:pt x="27" y="66"/>
                </a:cubicBezTo>
                <a:cubicBezTo>
                  <a:pt x="31" y="57"/>
                  <a:pt x="31" y="57"/>
                  <a:pt x="31" y="57"/>
                </a:cubicBezTo>
                <a:cubicBezTo>
                  <a:pt x="33" y="58"/>
                  <a:pt x="36" y="58"/>
                  <a:pt x="38" y="58"/>
                </a:cubicBezTo>
                <a:cubicBezTo>
                  <a:pt x="41" y="58"/>
                  <a:pt x="43" y="58"/>
                  <a:pt x="46" y="57"/>
                </a:cubicBezTo>
                <a:cubicBezTo>
                  <a:pt x="51" y="70"/>
                  <a:pt x="51" y="70"/>
                  <a:pt x="51" y="70"/>
                </a:cubicBezTo>
                <a:cubicBezTo>
                  <a:pt x="51" y="70"/>
                  <a:pt x="51" y="70"/>
                  <a:pt x="51" y="70"/>
                </a:cubicBezTo>
                <a:cubicBezTo>
                  <a:pt x="51" y="70"/>
                  <a:pt x="51" y="70"/>
                  <a:pt x="51" y="70"/>
                </a:cubicBezTo>
                <a:cubicBezTo>
                  <a:pt x="47" y="72"/>
                  <a:pt x="43" y="73"/>
                  <a:pt x="38" y="73"/>
                </a:cubicBezTo>
                <a:cubicBezTo>
                  <a:pt x="34" y="73"/>
                  <a:pt x="29" y="72"/>
                  <a:pt x="25" y="7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187"/>
          <p:cNvSpPr>
            <a:spLocks noEditPoints="1"/>
          </p:cNvSpPr>
          <p:nvPr/>
        </p:nvSpPr>
        <p:spPr bwMode="auto">
          <a:xfrm>
            <a:off x="7030506" y="3464319"/>
            <a:ext cx="158322" cy="129004"/>
          </a:xfrm>
          <a:custGeom>
            <a:avLst/>
            <a:gdLst>
              <a:gd name="T0" fmla="*/ 66 w 66"/>
              <a:gd name="T1" fmla="*/ 29 h 54"/>
              <a:gd name="T2" fmla="*/ 58 w 66"/>
              <a:gd name="T3" fmla="*/ 13 h 54"/>
              <a:gd name="T4" fmla="*/ 46 w 66"/>
              <a:gd name="T5" fmla="*/ 13 h 54"/>
              <a:gd name="T6" fmla="*/ 46 w 66"/>
              <a:gd name="T7" fmla="*/ 4 h 54"/>
              <a:gd name="T8" fmla="*/ 42 w 66"/>
              <a:gd name="T9" fmla="*/ 0 h 54"/>
              <a:gd name="T10" fmla="*/ 4 w 66"/>
              <a:gd name="T11" fmla="*/ 0 h 54"/>
              <a:gd name="T12" fmla="*/ 0 w 66"/>
              <a:gd name="T13" fmla="*/ 4 h 54"/>
              <a:gd name="T14" fmla="*/ 0 w 66"/>
              <a:gd name="T15" fmla="*/ 37 h 54"/>
              <a:gd name="T16" fmla="*/ 4 w 66"/>
              <a:gd name="T17" fmla="*/ 41 h 54"/>
              <a:gd name="T18" fmla="*/ 10 w 66"/>
              <a:gd name="T19" fmla="*/ 41 h 54"/>
              <a:gd name="T20" fmla="*/ 9 w 66"/>
              <a:gd name="T21" fmla="*/ 46 h 54"/>
              <a:gd name="T22" fmla="*/ 17 w 66"/>
              <a:gd name="T23" fmla="*/ 54 h 54"/>
              <a:gd name="T24" fmla="*/ 25 w 66"/>
              <a:gd name="T25" fmla="*/ 46 h 54"/>
              <a:gd name="T26" fmla="*/ 24 w 66"/>
              <a:gd name="T27" fmla="*/ 41 h 54"/>
              <a:gd name="T28" fmla="*/ 47 w 66"/>
              <a:gd name="T29" fmla="*/ 41 h 54"/>
              <a:gd name="T30" fmla="*/ 46 w 66"/>
              <a:gd name="T31" fmla="*/ 46 h 54"/>
              <a:gd name="T32" fmla="*/ 54 w 66"/>
              <a:gd name="T33" fmla="*/ 54 h 54"/>
              <a:gd name="T34" fmla="*/ 62 w 66"/>
              <a:gd name="T35" fmla="*/ 46 h 54"/>
              <a:gd name="T36" fmla="*/ 61 w 66"/>
              <a:gd name="T37" fmla="*/ 41 h 54"/>
              <a:gd name="T38" fmla="*/ 66 w 66"/>
              <a:gd name="T39" fmla="*/ 41 h 54"/>
              <a:gd name="T40" fmla="*/ 66 w 66"/>
              <a:gd name="T41" fmla="*/ 29 h 54"/>
              <a:gd name="T42" fmla="*/ 46 w 66"/>
              <a:gd name="T43" fmla="*/ 29 h 54"/>
              <a:gd name="T44" fmla="*/ 46 w 66"/>
              <a:gd name="T45" fmla="*/ 19 h 54"/>
              <a:gd name="T46" fmla="*/ 54 w 66"/>
              <a:gd name="T47" fmla="*/ 19 h 54"/>
              <a:gd name="T48" fmla="*/ 59 w 66"/>
              <a:gd name="T49" fmla="*/ 29 h 54"/>
              <a:gd name="T50" fmla="*/ 46 w 66"/>
              <a:gd name="T51"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6" h="54">
                <a:moveTo>
                  <a:pt x="66" y="29"/>
                </a:moveTo>
                <a:cubicBezTo>
                  <a:pt x="58" y="13"/>
                  <a:pt x="58" y="13"/>
                  <a:pt x="58" y="13"/>
                </a:cubicBezTo>
                <a:cubicBezTo>
                  <a:pt x="46" y="13"/>
                  <a:pt x="46" y="13"/>
                  <a:pt x="46" y="13"/>
                </a:cubicBezTo>
                <a:cubicBezTo>
                  <a:pt x="46" y="4"/>
                  <a:pt x="46" y="4"/>
                  <a:pt x="46" y="4"/>
                </a:cubicBezTo>
                <a:cubicBezTo>
                  <a:pt x="46" y="2"/>
                  <a:pt x="44" y="0"/>
                  <a:pt x="42" y="0"/>
                </a:cubicBezTo>
                <a:cubicBezTo>
                  <a:pt x="4" y="0"/>
                  <a:pt x="4" y="0"/>
                  <a:pt x="4" y="0"/>
                </a:cubicBezTo>
                <a:cubicBezTo>
                  <a:pt x="2" y="0"/>
                  <a:pt x="0" y="2"/>
                  <a:pt x="0" y="4"/>
                </a:cubicBezTo>
                <a:cubicBezTo>
                  <a:pt x="0" y="37"/>
                  <a:pt x="0" y="37"/>
                  <a:pt x="0" y="37"/>
                </a:cubicBezTo>
                <a:cubicBezTo>
                  <a:pt x="4" y="41"/>
                  <a:pt x="4" y="41"/>
                  <a:pt x="4" y="41"/>
                </a:cubicBezTo>
                <a:cubicBezTo>
                  <a:pt x="10" y="41"/>
                  <a:pt x="10" y="41"/>
                  <a:pt x="10" y="41"/>
                </a:cubicBezTo>
                <a:cubicBezTo>
                  <a:pt x="9" y="43"/>
                  <a:pt x="9" y="44"/>
                  <a:pt x="9" y="46"/>
                </a:cubicBezTo>
                <a:cubicBezTo>
                  <a:pt x="9" y="50"/>
                  <a:pt x="12" y="54"/>
                  <a:pt x="17" y="54"/>
                </a:cubicBezTo>
                <a:cubicBezTo>
                  <a:pt x="21" y="54"/>
                  <a:pt x="25" y="50"/>
                  <a:pt x="25" y="46"/>
                </a:cubicBezTo>
                <a:cubicBezTo>
                  <a:pt x="25" y="44"/>
                  <a:pt x="25" y="43"/>
                  <a:pt x="24" y="41"/>
                </a:cubicBezTo>
                <a:cubicBezTo>
                  <a:pt x="47" y="41"/>
                  <a:pt x="47" y="41"/>
                  <a:pt x="47" y="41"/>
                </a:cubicBezTo>
                <a:cubicBezTo>
                  <a:pt x="46" y="43"/>
                  <a:pt x="46" y="44"/>
                  <a:pt x="46" y="46"/>
                </a:cubicBezTo>
                <a:cubicBezTo>
                  <a:pt x="46" y="50"/>
                  <a:pt x="49" y="54"/>
                  <a:pt x="54" y="54"/>
                </a:cubicBezTo>
                <a:cubicBezTo>
                  <a:pt x="59" y="54"/>
                  <a:pt x="62" y="50"/>
                  <a:pt x="62" y="46"/>
                </a:cubicBezTo>
                <a:cubicBezTo>
                  <a:pt x="62" y="44"/>
                  <a:pt x="62" y="43"/>
                  <a:pt x="61" y="41"/>
                </a:cubicBezTo>
                <a:cubicBezTo>
                  <a:pt x="66" y="41"/>
                  <a:pt x="66" y="41"/>
                  <a:pt x="66" y="41"/>
                </a:cubicBezTo>
                <a:lnTo>
                  <a:pt x="66" y="29"/>
                </a:lnTo>
                <a:close/>
                <a:moveTo>
                  <a:pt x="46" y="29"/>
                </a:moveTo>
                <a:cubicBezTo>
                  <a:pt x="46" y="19"/>
                  <a:pt x="46" y="19"/>
                  <a:pt x="46" y="19"/>
                </a:cubicBezTo>
                <a:cubicBezTo>
                  <a:pt x="54" y="19"/>
                  <a:pt x="54" y="19"/>
                  <a:pt x="54" y="19"/>
                </a:cubicBezTo>
                <a:cubicBezTo>
                  <a:pt x="59" y="29"/>
                  <a:pt x="59" y="29"/>
                  <a:pt x="59" y="29"/>
                </a:cubicBezTo>
                <a:lnTo>
                  <a:pt x="46" y="29"/>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197"/>
          <p:cNvSpPr>
            <a:spLocks noEditPoints="1"/>
          </p:cNvSpPr>
          <p:nvPr/>
        </p:nvSpPr>
        <p:spPr bwMode="auto">
          <a:xfrm>
            <a:off x="6750509" y="2976157"/>
            <a:ext cx="158322" cy="137800"/>
          </a:xfrm>
          <a:custGeom>
            <a:avLst/>
            <a:gdLst>
              <a:gd name="T0" fmla="*/ 66 w 66"/>
              <a:gd name="T1" fmla="*/ 19 h 58"/>
              <a:gd name="T2" fmla="*/ 47 w 66"/>
              <a:gd name="T3" fmla="*/ 0 h 58"/>
              <a:gd name="T4" fmla="*/ 33 w 66"/>
              <a:gd name="T5" fmla="*/ 6 h 58"/>
              <a:gd name="T6" fmla="*/ 19 w 66"/>
              <a:gd name="T7" fmla="*/ 0 h 58"/>
              <a:gd name="T8" fmla="*/ 0 w 66"/>
              <a:gd name="T9" fmla="*/ 19 h 58"/>
              <a:gd name="T10" fmla="*/ 6 w 66"/>
              <a:gd name="T11" fmla="*/ 33 h 58"/>
              <a:gd name="T12" fmla="*/ 6 w 66"/>
              <a:gd name="T13" fmla="*/ 33 h 58"/>
              <a:gd name="T14" fmla="*/ 26 w 66"/>
              <a:gd name="T15" fmla="*/ 54 h 58"/>
              <a:gd name="T16" fmla="*/ 33 w 66"/>
              <a:gd name="T17" fmla="*/ 58 h 58"/>
              <a:gd name="T18" fmla="*/ 39 w 66"/>
              <a:gd name="T19" fmla="*/ 54 h 58"/>
              <a:gd name="T20" fmla="*/ 59 w 66"/>
              <a:gd name="T21" fmla="*/ 33 h 58"/>
              <a:gd name="T22" fmla="*/ 59 w 66"/>
              <a:gd name="T23" fmla="*/ 33 h 58"/>
              <a:gd name="T24" fmla="*/ 66 w 66"/>
              <a:gd name="T25" fmla="*/ 19 h 58"/>
              <a:gd name="T26" fmla="*/ 54 w 66"/>
              <a:gd name="T27" fmla="*/ 27 h 58"/>
              <a:gd name="T28" fmla="*/ 33 w 66"/>
              <a:gd name="T29" fmla="*/ 48 h 58"/>
              <a:gd name="T30" fmla="*/ 33 w 66"/>
              <a:gd name="T31" fmla="*/ 48 h 58"/>
              <a:gd name="T32" fmla="*/ 32 w 66"/>
              <a:gd name="T33" fmla="*/ 48 h 58"/>
              <a:gd name="T34" fmla="*/ 11 w 66"/>
              <a:gd name="T35" fmla="*/ 27 h 58"/>
              <a:gd name="T36" fmla="*/ 8 w 66"/>
              <a:gd name="T37" fmla="*/ 19 h 58"/>
              <a:gd name="T38" fmla="*/ 19 w 66"/>
              <a:gd name="T39" fmla="*/ 8 h 58"/>
              <a:gd name="T40" fmla="*/ 27 w 66"/>
              <a:gd name="T41" fmla="*/ 12 h 58"/>
              <a:gd name="T42" fmla="*/ 33 w 66"/>
              <a:gd name="T43" fmla="*/ 19 h 58"/>
              <a:gd name="T44" fmla="*/ 39 w 66"/>
              <a:gd name="T45" fmla="*/ 12 h 58"/>
              <a:gd name="T46" fmla="*/ 47 w 66"/>
              <a:gd name="T47" fmla="*/ 8 h 58"/>
              <a:gd name="T48" fmla="*/ 57 w 66"/>
              <a:gd name="T49" fmla="*/ 19 h 58"/>
              <a:gd name="T50" fmla="*/ 54 w 66"/>
              <a:gd name="T51" fmla="*/ 27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6" h="58">
                <a:moveTo>
                  <a:pt x="66" y="19"/>
                </a:moveTo>
                <a:cubicBezTo>
                  <a:pt x="66" y="9"/>
                  <a:pt x="57" y="0"/>
                  <a:pt x="47" y="0"/>
                </a:cubicBezTo>
                <a:cubicBezTo>
                  <a:pt x="41" y="0"/>
                  <a:pt x="36" y="3"/>
                  <a:pt x="33" y="6"/>
                </a:cubicBezTo>
                <a:cubicBezTo>
                  <a:pt x="29" y="3"/>
                  <a:pt x="24" y="0"/>
                  <a:pt x="19" y="0"/>
                </a:cubicBezTo>
                <a:cubicBezTo>
                  <a:pt x="8" y="0"/>
                  <a:pt x="0" y="9"/>
                  <a:pt x="0" y="19"/>
                </a:cubicBezTo>
                <a:cubicBezTo>
                  <a:pt x="0" y="25"/>
                  <a:pt x="2" y="30"/>
                  <a:pt x="6" y="33"/>
                </a:cubicBezTo>
                <a:cubicBezTo>
                  <a:pt x="6" y="33"/>
                  <a:pt x="6" y="33"/>
                  <a:pt x="6" y="33"/>
                </a:cubicBezTo>
                <a:cubicBezTo>
                  <a:pt x="26" y="54"/>
                  <a:pt x="26" y="54"/>
                  <a:pt x="26" y="54"/>
                </a:cubicBezTo>
                <a:cubicBezTo>
                  <a:pt x="28" y="56"/>
                  <a:pt x="31" y="58"/>
                  <a:pt x="33" y="58"/>
                </a:cubicBezTo>
                <a:cubicBezTo>
                  <a:pt x="35" y="58"/>
                  <a:pt x="37" y="56"/>
                  <a:pt x="39" y="54"/>
                </a:cubicBezTo>
                <a:cubicBezTo>
                  <a:pt x="59" y="33"/>
                  <a:pt x="59" y="33"/>
                  <a:pt x="59" y="33"/>
                </a:cubicBezTo>
                <a:cubicBezTo>
                  <a:pt x="59" y="33"/>
                  <a:pt x="59" y="33"/>
                  <a:pt x="59" y="33"/>
                </a:cubicBezTo>
                <a:cubicBezTo>
                  <a:pt x="63" y="30"/>
                  <a:pt x="66" y="25"/>
                  <a:pt x="66" y="19"/>
                </a:cubicBezTo>
                <a:close/>
                <a:moveTo>
                  <a:pt x="54" y="27"/>
                </a:moveTo>
                <a:cubicBezTo>
                  <a:pt x="33" y="48"/>
                  <a:pt x="33" y="48"/>
                  <a:pt x="33" y="48"/>
                </a:cubicBezTo>
                <a:cubicBezTo>
                  <a:pt x="33" y="48"/>
                  <a:pt x="33" y="48"/>
                  <a:pt x="33" y="48"/>
                </a:cubicBezTo>
                <a:cubicBezTo>
                  <a:pt x="32" y="48"/>
                  <a:pt x="32" y="48"/>
                  <a:pt x="32" y="48"/>
                </a:cubicBezTo>
                <a:cubicBezTo>
                  <a:pt x="11" y="27"/>
                  <a:pt x="11" y="27"/>
                  <a:pt x="11" y="27"/>
                </a:cubicBezTo>
                <a:cubicBezTo>
                  <a:pt x="9" y="25"/>
                  <a:pt x="8" y="22"/>
                  <a:pt x="8" y="19"/>
                </a:cubicBezTo>
                <a:cubicBezTo>
                  <a:pt x="8" y="13"/>
                  <a:pt x="13" y="8"/>
                  <a:pt x="19" y="8"/>
                </a:cubicBezTo>
                <a:cubicBezTo>
                  <a:pt x="22" y="8"/>
                  <a:pt x="24" y="10"/>
                  <a:pt x="27" y="12"/>
                </a:cubicBezTo>
                <a:cubicBezTo>
                  <a:pt x="33" y="19"/>
                  <a:pt x="33" y="19"/>
                  <a:pt x="33" y="19"/>
                </a:cubicBezTo>
                <a:cubicBezTo>
                  <a:pt x="39" y="12"/>
                  <a:pt x="39" y="12"/>
                  <a:pt x="39" y="12"/>
                </a:cubicBezTo>
                <a:cubicBezTo>
                  <a:pt x="41" y="10"/>
                  <a:pt x="44" y="8"/>
                  <a:pt x="47" y="8"/>
                </a:cubicBezTo>
                <a:cubicBezTo>
                  <a:pt x="53" y="8"/>
                  <a:pt x="57" y="13"/>
                  <a:pt x="57" y="19"/>
                </a:cubicBezTo>
                <a:cubicBezTo>
                  <a:pt x="57" y="22"/>
                  <a:pt x="56" y="25"/>
                  <a:pt x="54" y="27"/>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201"/>
          <p:cNvSpPr/>
          <p:nvPr/>
        </p:nvSpPr>
        <p:spPr bwMode="auto">
          <a:xfrm>
            <a:off x="6423827" y="2890386"/>
            <a:ext cx="148062" cy="143663"/>
          </a:xfrm>
          <a:custGeom>
            <a:avLst/>
            <a:gdLst>
              <a:gd name="T0" fmla="*/ 39 w 62"/>
              <a:gd name="T1" fmla="*/ 42 h 60"/>
              <a:gd name="T2" fmla="*/ 37 w 62"/>
              <a:gd name="T3" fmla="*/ 38 h 60"/>
              <a:gd name="T4" fmla="*/ 43 w 62"/>
              <a:gd name="T5" fmla="*/ 27 h 60"/>
              <a:gd name="T6" fmla="*/ 44 w 62"/>
              <a:gd name="T7" fmla="*/ 19 h 60"/>
              <a:gd name="T8" fmla="*/ 31 w 62"/>
              <a:gd name="T9" fmla="*/ 0 h 60"/>
              <a:gd name="T10" fmla="*/ 18 w 62"/>
              <a:gd name="T11" fmla="*/ 19 h 60"/>
              <a:gd name="T12" fmla="*/ 20 w 62"/>
              <a:gd name="T13" fmla="*/ 27 h 60"/>
              <a:gd name="T14" fmla="*/ 25 w 62"/>
              <a:gd name="T15" fmla="*/ 38 h 60"/>
              <a:gd name="T16" fmla="*/ 23 w 62"/>
              <a:gd name="T17" fmla="*/ 42 h 60"/>
              <a:gd name="T18" fmla="*/ 0 w 62"/>
              <a:gd name="T19" fmla="*/ 60 h 60"/>
              <a:gd name="T20" fmla="*/ 31 w 62"/>
              <a:gd name="T21" fmla="*/ 60 h 60"/>
              <a:gd name="T22" fmla="*/ 62 w 62"/>
              <a:gd name="T23" fmla="*/ 60 h 60"/>
              <a:gd name="T24" fmla="*/ 39 w 62"/>
              <a:gd name="T25" fmla="*/ 4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60">
                <a:moveTo>
                  <a:pt x="39" y="42"/>
                </a:moveTo>
                <a:cubicBezTo>
                  <a:pt x="37" y="42"/>
                  <a:pt x="37" y="38"/>
                  <a:pt x="37" y="38"/>
                </a:cubicBezTo>
                <a:cubicBezTo>
                  <a:pt x="37" y="38"/>
                  <a:pt x="42" y="33"/>
                  <a:pt x="43" y="27"/>
                </a:cubicBezTo>
                <a:cubicBezTo>
                  <a:pt x="45" y="27"/>
                  <a:pt x="47" y="21"/>
                  <a:pt x="44" y="19"/>
                </a:cubicBezTo>
                <a:cubicBezTo>
                  <a:pt x="44" y="16"/>
                  <a:pt x="48" y="0"/>
                  <a:pt x="31" y="0"/>
                </a:cubicBezTo>
                <a:cubicBezTo>
                  <a:pt x="15" y="0"/>
                  <a:pt x="18" y="16"/>
                  <a:pt x="18" y="19"/>
                </a:cubicBezTo>
                <a:cubicBezTo>
                  <a:pt x="15" y="21"/>
                  <a:pt x="17" y="27"/>
                  <a:pt x="20" y="27"/>
                </a:cubicBezTo>
                <a:cubicBezTo>
                  <a:pt x="21" y="33"/>
                  <a:pt x="25" y="38"/>
                  <a:pt x="25" y="38"/>
                </a:cubicBezTo>
                <a:cubicBezTo>
                  <a:pt x="25" y="38"/>
                  <a:pt x="25" y="42"/>
                  <a:pt x="23" y="42"/>
                </a:cubicBezTo>
                <a:cubicBezTo>
                  <a:pt x="19" y="43"/>
                  <a:pt x="0" y="51"/>
                  <a:pt x="0" y="60"/>
                </a:cubicBezTo>
                <a:cubicBezTo>
                  <a:pt x="31" y="60"/>
                  <a:pt x="31" y="60"/>
                  <a:pt x="31" y="60"/>
                </a:cubicBezTo>
                <a:cubicBezTo>
                  <a:pt x="62" y="60"/>
                  <a:pt x="62" y="60"/>
                  <a:pt x="62" y="60"/>
                </a:cubicBezTo>
                <a:cubicBezTo>
                  <a:pt x="62" y="51"/>
                  <a:pt x="44" y="43"/>
                  <a:pt x="39" y="42"/>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224"/>
          <p:cNvSpPr>
            <a:spLocks noEditPoints="1"/>
          </p:cNvSpPr>
          <p:nvPr/>
        </p:nvSpPr>
        <p:spPr bwMode="auto">
          <a:xfrm>
            <a:off x="7146570" y="3062648"/>
            <a:ext cx="112878" cy="112878"/>
          </a:xfrm>
          <a:custGeom>
            <a:avLst/>
            <a:gdLst>
              <a:gd name="T0" fmla="*/ 3 w 47"/>
              <a:gd name="T1" fmla="*/ 0 h 47"/>
              <a:gd name="T2" fmla="*/ 21 w 47"/>
              <a:gd name="T3" fmla="*/ 0 h 47"/>
              <a:gd name="T4" fmla="*/ 21 w 47"/>
              <a:gd name="T5" fmla="*/ 3 h 47"/>
              <a:gd name="T6" fmla="*/ 3 w 47"/>
              <a:gd name="T7" fmla="*/ 3 h 47"/>
              <a:gd name="T8" fmla="*/ 3 w 47"/>
              <a:gd name="T9" fmla="*/ 0 h 47"/>
              <a:gd name="T10" fmla="*/ 26 w 47"/>
              <a:gd name="T11" fmla="*/ 0 h 47"/>
              <a:gd name="T12" fmla="*/ 44 w 47"/>
              <a:gd name="T13" fmla="*/ 0 h 47"/>
              <a:gd name="T14" fmla="*/ 44 w 47"/>
              <a:gd name="T15" fmla="*/ 3 h 47"/>
              <a:gd name="T16" fmla="*/ 26 w 47"/>
              <a:gd name="T17" fmla="*/ 3 h 47"/>
              <a:gd name="T18" fmla="*/ 26 w 47"/>
              <a:gd name="T19" fmla="*/ 0 h 47"/>
              <a:gd name="T20" fmla="*/ 43 w 47"/>
              <a:gd name="T21" fmla="*/ 15 h 47"/>
              <a:gd name="T22" fmla="*/ 41 w 47"/>
              <a:gd name="T23" fmla="*/ 15 h 47"/>
              <a:gd name="T24" fmla="*/ 41 w 47"/>
              <a:gd name="T25" fmla="*/ 3 h 47"/>
              <a:gd name="T26" fmla="*/ 29 w 47"/>
              <a:gd name="T27" fmla="*/ 3 h 47"/>
              <a:gd name="T28" fmla="*/ 29 w 47"/>
              <a:gd name="T29" fmla="*/ 15 h 47"/>
              <a:gd name="T30" fmla="*/ 18 w 47"/>
              <a:gd name="T31" fmla="*/ 15 h 47"/>
              <a:gd name="T32" fmla="*/ 18 w 47"/>
              <a:gd name="T33" fmla="*/ 3 h 47"/>
              <a:gd name="T34" fmla="*/ 6 w 47"/>
              <a:gd name="T35" fmla="*/ 3 h 47"/>
              <a:gd name="T36" fmla="*/ 6 w 47"/>
              <a:gd name="T37" fmla="*/ 15 h 47"/>
              <a:gd name="T38" fmla="*/ 4 w 47"/>
              <a:gd name="T39" fmla="*/ 15 h 47"/>
              <a:gd name="T40" fmla="*/ 0 w 47"/>
              <a:gd name="T41" fmla="*/ 18 h 47"/>
              <a:gd name="T42" fmla="*/ 0 w 47"/>
              <a:gd name="T43" fmla="*/ 44 h 47"/>
              <a:gd name="T44" fmla="*/ 4 w 47"/>
              <a:gd name="T45" fmla="*/ 47 h 47"/>
              <a:gd name="T46" fmla="*/ 17 w 47"/>
              <a:gd name="T47" fmla="*/ 47 h 47"/>
              <a:gd name="T48" fmla="*/ 21 w 47"/>
              <a:gd name="T49" fmla="*/ 44 h 47"/>
              <a:gd name="T50" fmla="*/ 21 w 47"/>
              <a:gd name="T51" fmla="*/ 27 h 47"/>
              <a:gd name="T52" fmla="*/ 26 w 47"/>
              <a:gd name="T53" fmla="*/ 27 h 47"/>
              <a:gd name="T54" fmla="*/ 26 w 47"/>
              <a:gd name="T55" fmla="*/ 44 h 47"/>
              <a:gd name="T56" fmla="*/ 30 w 47"/>
              <a:gd name="T57" fmla="*/ 47 h 47"/>
              <a:gd name="T58" fmla="*/ 43 w 47"/>
              <a:gd name="T59" fmla="*/ 47 h 47"/>
              <a:gd name="T60" fmla="*/ 47 w 47"/>
              <a:gd name="T61" fmla="*/ 44 h 47"/>
              <a:gd name="T62" fmla="*/ 47 w 47"/>
              <a:gd name="T63" fmla="*/ 18 h 47"/>
              <a:gd name="T64" fmla="*/ 43 w 47"/>
              <a:gd name="T65" fmla="*/ 15 h 47"/>
              <a:gd name="T66" fmla="*/ 16 w 47"/>
              <a:gd name="T67" fmla="*/ 44 h 47"/>
              <a:gd name="T68" fmla="*/ 5 w 47"/>
              <a:gd name="T69" fmla="*/ 44 h 47"/>
              <a:gd name="T70" fmla="*/ 3 w 47"/>
              <a:gd name="T71" fmla="*/ 42 h 47"/>
              <a:gd name="T72" fmla="*/ 5 w 47"/>
              <a:gd name="T73" fmla="*/ 41 h 47"/>
              <a:gd name="T74" fmla="*/ 16 w 47"/>
              <a:gd name="T75" fmla="*/ 41 h 47"/>
              <a:gd name="T76" fmla="*/ 18 w 47"/>
              <a:gd name="T77" fmla="*/ 42 h 47"/>
              <a:gd name="T78" fmla="*/ 16 w 47"/>
              <a:gd name="T79" fmla="*/ 44 h 47"/>
              <a:gd name="T80" fmla="*/ 25 w 47"/>
              <a:gd name="T81" fmla="*/ 24 h 47"/>
              <a:gd name="T82" fmla="*/ 22 w 47"/>
              <a:gd name="T83" fmla="*/ 24 h 47"/>
              <a:gd name="T84" fmla="*/ 21 w 47"/>
              <a:gd name="T85" fmla="*/ 22 h 47"/>
              <a:gd name="T86" fmla="*/ 22 w 47"/>
              <a:gd name="T87" fmla="*/ 21 h 47"/>
              <a:gd name="T88" fmla="*/ 25 w 47"/>
              <a:gd name="T89" fmla="*/ 21 h 47"/>
              <a:gd name="T90" fmla="*/ 26 w 47"/>
              <a:gd name="T91" fmla="*/ 22 h 47"/>
              <a:gd name="T92" fmla="*/ 25 w 47"/>
              <a:gd name="T93" fmla="*/ 24 h 47"/>
              <a:gd name="T94" fmla="*/ 42 w 47"/>
              <a:gd name="T95" fmla="*/ 44 h 47"/>
              <a:gd name="T96" fmla="*/ 31 w 47"/>
              <a:gd name="T97" fmla="*/ 44 h 47"/>
              <a:gd name="T98" fmla="*/ 29 w 47"/>
              <a:gd name="T99" fmla="*/ 42 h 47"/>
              <a:gd name="T100" fmla="*/ 31 w 47"/>
              <a:gd name="T101" fmla="*/ 41 h 47"/>
              <a:gd name="T102" fmla="*/ 42 w 47"/>
              <a:gd name="T103" fmla="*/ 41 h 47"/>
              <a:gd name="T104" fmla="*/ 44 w 47"/>
              <a:gd name="T105" fmla="*/ 42 h 47"/>
              <a:gd name="T106" fmla="*/ 42 w 47"/>
              <a:gd name="T107" fmla="*/ 4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7" h="47">
                <a:moveTo>
                  <a:pt x="3" y="0"/>
                </a:moveTo>
                <a:cubicBezTo>
                  <a:pt x="21" y="0"/>
                  <a:pt x="21" y="0"/>
                  <a:pt x="21" y="0"/>
                </a:cubicBezTo>
                <a:cubicBezTo>
                  <a:pt x="21" y="3"/>
                  <a:pt x="21" y="3"/>
                  <a:pt x="21" y="3"/>
                </a:cubicBezTo>
                <a:cubicBezTo>
                  <a:pt x="3" y="3"/>
                  <a:pt x="3" y="3"/>
                  <a:pt x="3" y="3"/>
                </a:cubicBezTo>
                <a:lnTo>
                  <a:pt x="3" y="0"/>
                </a:lnTo>
                <a:close/>
                <a:moveTo>
                  <a:pt x="26" y="0"/>
                </a:moveTo>
                <a:cubicBezTo>
                  <a:pt x="44" y="0"/>
                  <a:pt x="44" y="0"/>
                  <a:pt x="44" y="0"/>
                </a:cubicBezTo>
                <a:cubicBezTo>
                  <a:pt x="44" y="3"/>
                  <a:pt x="44" y="3"/>
                  <a:pt x="44" y="3"/>
                </a:cubicBezTo>
                <a:cubicBezTo>
                  <a:pt x="26" y="3"/>
                  <a:pt x="26" y="3"/>
                  <a:pt x="26" y="3"/>
                </a:cubicBezTo>
                <a:lnTo>
                  <a:pt x="26" y="0"/>
                </a:lnTo>
                <a:close/>
                <a:moveTo>
                  <a:pt x="43" y="15"/>
                </a:moveTo>
                <a:cubicBezTo>
                  <a:pt x="41" y="15"/>
                  <a:pt x="41" y="15"/>
                  <a:pt x="41" y="15"/>
                </a:cubicBezTo>
                <a:cubicBezTo>
                  <a:pt x="41" y="3"/>
                  <a:pt x="41" y="3"/>
                  <a:pt x="41" y="3"/>
                </a:cubicBezTo>
                <a:cubicBezTo>
                  <a:pt x="29" y="3"/>
                  <a:pt x="29" y="3"/>
                  <a:pt x="29" y="3"/>
                </a:cubicBezTo>
                <a:cubicBezTo>
                  <a:pt x="29" y="15"/>
                  <a:pt x="29" y="15"/>
                  <a:pt x="29" y="15"/>
                </a:cubicBezTo>
                <a:cubicBezTo>
                  <a:pt x="18" y="15"/>
                  <a:pt x="18" y="15"/>
                  <a:pt x="18" y="15"/>
                </a:cubicBezTo>
                <a:cubicBezTo>
                  <a:pt x="18" y="3"/>
                  <a:pt x="18" y="3"/>
                  <a:pt x="18" y="3"/>
                </a:cubicBezTo>
                <a:cubicBezTo>
                  <a:pt x="6" y="3"/>
                  <a:pt x="6" y="3"/>
                  <a:pt x="6" y="3"/>
                </a:cubicBezTo>
                <a:cubicBezTo>
                  <a:pt x="6" y="15"/>
                  <a:pt x="6" y="15"/>
                  <a:pt x="6" y="15"/>
                </a:cubicBezTo>
                <a:cubicBezTo>
                  <a:pt x="4" y="15"/>
                  <a:pt x="4" y="15"/>
                  <a:pt x="4" y="15"/>
                </a:cubicBezTo>
                <a:cubicBezTo>
                  <a:pt x="2" y="15"/>
                  <a:pt x="0" y="16"/>
                  <a:pt x="0" y="18"/>
                </a:cubicBezTo>
                <a:cubicBezTo>
                  <a:pt x="0" y="44"/>
                  <a:pt x="0" y="44"/>
                  <a:pt x="0" y="44"/>
                </a:cubicBezTo>
                <a:cubicBezTo>
                  <a:pt x="0" y="45"/>
                  <a:pt x="2" y="47"/>
                  <a:pt x="4" y="47"/>
                </a:cubicBezTo>
                <a:cubicBezTo>
                  <a:pt x="17" y="47"/>
                  <a:pt x="17" y="47"/>
                  <a:pt x="17" y="47"/>
                </a:cubicBezTo>
                <a:cubicBezTo>
                  <a:pt x="19" y="47"/>
                  <a:pt x="21" y="45"/>
                  <a:pt x="21" y="44"/>
                </a:cubicBezTo>
                <a:cubicBezTo>
                  <a:pt x="21" y="27"/>
                  <a:pt x="21" y="27"/>
                  <a:pt x="21" y="27"/>
                </a:cubicBezTo>
                <a:cubicBezTo>
                  <a:pt x="26" y="27"/>
                  <a:pt x="26" y="27"/>
                  <a:pt x="26" y="27"/>
                </a:cubicBezTo>
                <a:cubicBezTo>
                  <a:pt x="26" y="44"/>
                  <a:pt x="26" y="44"/>
                  <a:pt x="26" y="44"/>
                </a:cubicBezTo>
                <a:cubicBezTo>
                  <a:pt x="26" y="45"/>
                  <a:pt x="28" y="47"/>
                  <a:pt x="30" y="47"/>
                </a:cubicBezTo>
                <a:cubicBezTo>
                  <a:pt x="43" y="47"/>
                  <a:pt x="43" y="47"/>
                  <a:pt x="43" y="47"/>
                </a:cubicBezTo>
                <a:cubicBezTo>
                  <a:pt x="45" y="47"/>
                  <a:pt x="47" y="45"/>
                  <a:pt x="47" y="44"/>
                </a:cubicBezTo>
                <a:cubicBezTo>
                  <a:pt x="47" y="18"/>
                  <a:pt x="47" y="18"/>
                  <a:pt x="47" y="18"/>
                </a:cubicBezTo>
                <a:cubicBezTo>
                  <a:pt x="47" y="16"/>
                  <a:pt x="45" y="15"/>
                  <a:pt x="43" y="15"/>
                </a:cubicBezTo>
                <a:close/>
                <a:moveTo>
                  <a:pt x="16" y="44"/>
                </a:moveTo>
                <a:cubicBezTo>
                  <a:pt x="5" y="44"/>
                  <a:pt x="5" y="44"/>
                  <a:pt x="5" y="44"/>
                </a:cubicBezTo>
                <a:cubicBezTo>
                  <a:pt x="4" y="44"/>
                  <a:pt x="3" y="43"/>
                  <a:pt x="3" y="42"/>
                </a:cubicBezTo>
                <a:cubicBezTo>
                  <a:pt x="3" y="42"/>
                  <a:pt x="4" y="41"/>
                  <a:pt x="5" y="41"/>
                </a:cubicBezTo>
                <a:cubicBezTo>
                  <a:pt x="16" y="41"/>
                  <a:pt x="16" y="41"/>
                  <a:pt x="16" y="41"/>
                </a:cubicBezTo>
                <a:cubicBezTo>
                  <a:pt x="17" y="41"/>
                  <a:pt x="18" y="42"/>
                  <a:pt x="18" y="42"/>
                </a:cubicBezTo>
                <a:cubicBezTo>
                  <a:pt x="18" y="43"/>
                  <a:pt x="17" y="44"/>
                  <a:pt x="16" y="44"/>
                </a:cubicBezTo>
                <a:close/>
                <a:moveTo>
                  <a:pt x="25" y="24"/>
                </a:moveTo>
                <a:cubicBezTo>
                  <a:pt x="22" y="24"/>
                  <a:pt x="22" y="24"/>
                  <a:pt x="22" y="24"/>
                </a:cubicBezTo>
                <a:cubicBezTo>
                  <a:pt x="21" y="24"/>
                  <a:pt x="21" y="23"/>
                  <a:pt x="21" y="22"/>
                </a:cubicBezTo>
                <a:cubicBezTo>
                  <a:pt x="21" y="21"/>
                  <a:pt x="21" y="21"/>
                  <a:pt x="22" y="21"/>
                </a:cubicBezTo>
                <a:cubicBezTo>
                  <a:pt x="25" y="21"/>
                  <a:pt x="25" y="21"/>
                  <a:pt x="25" y="21"/>
                </a:cubicBezTo>
                <a:cubicBezTo>
                  <a:pt x="26" y="21"/>
                  <a:pt x="26" y="21"/>
                  <a:pt x="26" y="22"/>
                </a:cubicBezTo>
                <a:cubicBezTo>
                  <a:pt x="26" y="23"/>
                  <a:pt x="26" y="24"/>
                  <a:pt x="25" y="24"/>
                </a:cubicBezTo>
                <a:close/>
                <a:moveTo>
                  <a:pt x="42" y="44"/>
                </a:moveTo>
                <a:cubicBezTo>
                  <a:pt x="31" y="44"/>
                  <a:pt x="31" y="44"/>
                  <a:pt x="31" y="44"/>
                </a:cubicBezTo>
                <a:cubicBezTo>
                  <a:pt x="30" y="44"/>
                  <a:pt x="29" y="43"/>
                  <a:pt x="29" y="42"/>
                </a:cubicBezTo>
                <a:cubicBezTo>
                  <a:pt x="29" y="42"/>
                  <a:pt x="30" y="41"/>
                  <a:pt x="31" y="41"/>
                </a:cubicBezTo>
                <a:cubicBezTo>
                  <a:pt x="42" y="41"/>
                  <a:pt x="42" y="41"/>
                  <a:pt x="42" y="41"/>
                </a:cubicBezTo>
                <a:cubicBezTo>
                  <a:pt x="43" y="41"/>
                  <a:pt x="44" y="42"/>
                  <a:pt x="44" y="42"/>
                </a:cubicBezTo>
                <a:cubicBezTo>
                  <a:pt x="44" y="43"/>
                  <a:pt x="43" y="44"/>
                  <a:pt x="42" y="44"/>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Freeform 165"/>
          <p:cNvSpPr>
            <a:spLocks noEditPoints="1"/>
          </p:cNvSpPr>
          <p:nvPr/>
        </p:nvSpPr>
        <p:spPr bwMode="auto">
          <a:xfrm>
            <a:off x="8210597" y="3717929"/>
            <a:ext cx="177380" cy="199370"/>
          </a:xfrm>
          <a:custGeom>
            <a:avLst/>
            <a:gdLst>
              <a:gd name="T0" fmla="*/ 58 w 74"/>
              <a:gd name="T1" fmla="*/ 25 h 83"/>
              <a:gd name="T2" fmla="*/ 62 w 74"/>
              <a:gd name="T3" fmla="*/ 22 h 83"/>
              <a:gd name="T4" fmla="*/ 68 w 74"/>
              <a:gd name="T5" fmla="*/ 12 h 83"/>
              <a:gd name="T6" fmla="*/ 65 w 74"/>
              <a:gd name="T7" fmla="*/ 3 h 83"/>
              <a:gd name="T8" fmla="*/ 58 w 74"/>
              <a:gd name="T9" fmla="*/ 0 h 83"/>
              <a:gd name="T10" fmla="*/ 46 w 74"/>
              <a:gd name="T11" fmla="*/ 5 h 83"/>
              <a:gd name="T12" fmla="*/ 36 w 74"/>
              <a:gd name="T13" fmla="*/ 24 h 83"/>
              <a:gd name="T14" fmla="*/ 27 w 74"/>
              <a:gd name="T15" fmla="*/ 6 h 83"/>
              <a:gd name="T16" fmla="*/ 18 w 74"/>
              <a:gd name="T17" fmla="*/ 2 h 83"/>
              <a:gd name="T18" fmla="*/ 11 w 74"/>
              <a:gd name="T19" fmla="*/ 5 h 83"/>
              <a:gd name="T20" fmla="*/ 12 w 74"/>
              <a:gd name="T21" fmla="*/ 21 h 83"/>
              <a:gd name="T22" fmla="*/ 18 w 74"/>
              <a:gd name="T23" fmla="*/ 25 h 83"/>
              <a:gd name="T24" fmla="*/ 0 w 74"/>
              <a:gd name="T25" fmla="*/ 25 h 83"/>
              <a:gd name="T26" fmla="*/ 0 w 74"/>
              <a:gd name="T27" fmla="*/ 46 h 83"/>
              <a:gd name="T28" fmla="*/ 5 w 74"/>
              <a:gd name="T29" fmla="*/ 46 h 83"/>
              <a:gd name="T30" fmla="*/ 5 w 74"/>
              <a:gd name="T31" fmla="*/ 83 h 83"/>
              <a:gd name="T32" fmla="*/ 68 w 74"/>
              <a:gd name="T33" fmla="*/ 83 h 83"/>
              <a:gd name="T34" fmla="*/ 68 w 74"/>
              <a:gd name="T35" fmla="*/ 46 h 83"/>
              <a:gd name="T36" fmla="*/ 74 w 74"/>
              <a:gd name="T37" fmla="*/ 46 h 83"/>
              <a:gd name="T38" fmla="*/ 74 w 74"/>
              <a:gd name="T39" fmla="*/ 25 h 83"/>
              <a:gd name="T40" fmla="*/ 58 w 74"/>
              <a:gd name="T41" fmla="*/ 25 h 83"/>
              <a:gd name="T42" fmla="*/ 50 w 74"/>
              <a:gd name="T43" fmla="*/ 9 h 83"/>
              <a:gd name="T44" fmla="*/ 58 w 74"/>
              <a:gd name="T45" fmla="*/ 6 h 83"/>
              <a:gd name="T46" fmla="*/ 61 w 74"/>
              <a:gd name="T47" fmla="*/ 7 h 83"/>
              <a:gd name="T48" fmla="*/ 58 w 74"/>
              <a:gd name="T49" fmla="*/ 17 h 83"/>
              <a:gd name="T50" fmla="*/ 46 w 74"/>
              <a:gd name="T51" fmla="*/ 25 h 83"/>
              <a:gd name="T52" fmla="*/ 41 w 74"/>
              <a:gd name="T53" fmla="*/ 25 h 83"/>
              <a:gd name="T54" fmla="*/ 50 w 74"/>
              <a:gd name="T55" fmla="*/ 9 h 83"/>
              <a:gd name="T56" fmla="*/ 14 w 74"/>
              <a:gd name="T57" fmla="*/ 12 h 83"/>
              <a:gd name="T58" fmla="*/ 15 w 74"/>
              <a:gd name="T59" fmla="*/ 9 h 83"/>
              <a:gd name="T60" fmla="*/ 18 w 74"/>
              <a:gd name="T61" fmla="*/ 8 h 83"/>
              <a:gd name="T62" fmla="*/ 18 w 74"/>
              <a:gd name="T63" fmla="*/ 8 h 83"/>
              <a:gd name="T64" fmla="*/ 23 w 74"/>
              <a:gd name="T65" fmla="*/ 10 h 83"/>
              <a:gd name="T66" fmla="*/ 29 w 74"/>
              <a:gd name="T67" fmla="*/ 23 h 83"/>
              <a:gd name="T68" fmla="*/ 29 w 74"/>
              <a:gd name="T69" fmla="*/ 23 h 83"/>
              <a:gd name="T70" fmla="*/ 29 w 74"/>
              <a:gd name="T71" fmla="*/ 23 h 83"/>
              <a:gd name="T72" fmla="*/ 16 w 74"/>
              <a:gd name="T73" fmla="*/ 17 h 83"/>
              <a:gd name="T74" fmla="*/ 14 w 74"/>
              <a:gd name="T75" fmla="*/ 12 h 83"/>
              <a:gd name="T76" fmla="*/ 32 w 74"/>
              <a:gd name="T77" fmla="*/ 78 h 83"/>
              <a:gd name="T78" fmla="*/ 11 w 74"/>
              <a:gd name="T79" fmla="*/ 78 h 83"/>
              <a:gd name="T80" fmla="*/ 11 w 74"/>
              <a:gd name="T81" fmla="*/ 44 h 83"/>
              <a:gd name="T82" fmla="*/ 32 w 74"/>
              <a:gd name="T83" fmla="*/ 44 h 83"/>
              <a:gd name="T84" fmla="*/ 32 w 74"/>
              <a:gd name="T85" fmla="*/ 78 h 83"/>
              <a:gd name="T86" fmla="*/ 32 w 74"/>
              <a:gd name="T87" fmla="*/ 41 h 83"/>
              <a:gd name="T88" fmla="*/ 5 w 74"/>
              <a:gd name="T89" fmla="*/ 41 h 83"/>
              <a:gd name="T90" fmla="*/ 5 w 74"/>
              <a:gd name="T91" fmla="*/ 30 h 83"/>
              <a:gd name="T92" fmla="*/ 32 w 74"/>
              <a:gd name="T93" fmla="*/ 30 h 83"/>
              <a:gd name="T94" fmla="*/ 32 w 74"/>
              <a:gd name="T95" fmla="*/ 41 h 83"/>
              <a:gd name="T96" fmla="*/ 63 w 74"/>
              <a:gd name="T97" fmla="*/ 78 h 83"/>
              <a:gd name="T98" fmla="*/ 42 w 74"/>
              <a:gd name="T99" fmla="*/ 78 h 83"/>
              <a:gd name="T100" fmla="*/ 42 w 74"/>
              <a:gd name="T101" fmla="*/ 44 h 83"/>
              <a:gd name="T102" fmla="*/ 63 w 74"/>
              <a:gd name="T103" fmla="*/ 44 h 83"/>
              <a:gd name="T104" fmla="*/ 63 w 74"/>
              <a:gd name="T105" fmla="*/ 78 h 83"/>
              <a:gd name="T106" fmla="*/ 68 w 74"/>
              <a:gd name="T107" fmla="*/ 41 h 83"/>
              <a:gd name="T108" fmla="*/ 42 w 74"/>
              <a:gd name="T109" fmla="*/ 41 h 83"/>
              <a:gd name="T110" fmla="*/ 42 w 74"/>
              <a:gd name="T111" fmla="*/ 30 h 83"/>
              <a:gd name="T112" fmla="*/ 68 w 74"/>
              <a:gd name="T113" fmla="*/ 30 h 83"/>
              <a:gd name="T114" fmla="*/ 68 w 74"/>
              <a:gd name="T115"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4" h="83">
                <a:moveTo>
                  <a:pt x="58" y="25"/>
                </a:moveTo>
                <a:cubicBezTo>
                  <a:pt x="60" y="24"/>
                  <a:pt x="61" y="23"/>
                  <a:pt x="62" y="22"/>
                </a:cubicBezTo>
                <a:cubicBezTo>
                  <a:pt x="65" y="19"/>
                  <a:pt x="67" y="15"/>
                  <a:pt x="68" y="12"/>
                </a:cubicBezTo>
                <a:cubicBezTo>
                  <a:pt x="68" y="8"/>
                  <a:pt x="67" y="5"/>
                  <a:pt x="65" y="3"/>
                </a:cubicBezTo>
                <a:cubicBezTo>
                  <a:pt x="63" y="1"/>
                  <a:pt x="61" y="0"/>
                  <a:pt x="58" y="0"/>
                </a:cubicBezTo>
                <a:cubicBezTo>
                  <a:pt x="54" y="0"/>
                  <a:pt x="49" y="2"/>
                  <a:pt x="46" y="5"/>
                </a:cubicBezTo>
                <a:cubicBezTo>
                  <a:pt x="41" y="11"/>
                  <a:pt x="37" y="18"/>
                  <a:pt x="36" y="24"/>
                </a:cubicBezTo>
                <a:cubicBezTo>
                  <a:pt x="34" y="18"/>
                  <a:pt x="32" y="11"/>
                  <a:pt x="27" y="6"/>
                </a:cubicBezTo>
                <a:cubicBezTo>
                  <a:pt x="24" y="3"/>
                  <a:pt x="21" y="2"/>
                  <a:pt x="18" y="2"/>
                </a:cubicBezTo>
                <a:cubicBezTo>
                  <a:pt x="15" y="2"/>
                  <a:pt x="13" y="3"/>
                  <a:pt x="11" y="5"/>
                </a:cubicBezTo>
                <a:cubicBezTo>
                  <a:pt x="7" y="9"/>
                  <a:pt x="7" y="16"/>
                  <a:pt x="12" y="21"/>
                </a:cubicBezTo>
                <a:cubicBezTo>
                  <a:pt x="14" y="22"/>
                  <a:pt x="16" y="24"/>
                  <a:pt x="18" y="25"/>
                </a:cubicBezTo>
                <a:cubicBezTo>
                  <a:pt x="0" y="25"/>
                  <a:pt x="0" y="25"/>
                  <a:pt x="0" y="25"/>
                </a:cubicBezTo>
                <a:cubicBezTo>
                  <a:pt x="0" y="46"/>
                  <a:pt x="0" y="46"/>
                  <a:pt x="0" y="46"/>
                </a:cubicBezTo>
                <a:cubicBezTo>
                  <a:pt x="5" y="46"/>
                  <a:pt x="5" y="46"/>
                  <a:pt x="5" y="46"/>
                </a:cubicBezTo>
                <a:cubicBezTo>
                  <a:pt x="5" y="83"/>
                  <a:pt x="5" y="83"/>
                  <a:pt x="5" y="83"/>
                </a:cubicBezTo>
                <a:cubicBezTo>
                  <a:pt x="68" y="83"/>
                  <a:pt x="68" y="83"/>
                  <a:pt x="68" y="83"/>
                </a:cubicBezTo>
                <a:cubicBezTo>
                  <a:pt x="68" y="46"/>
                  <a:pt x="68" y="46"/>
                  <a:pt x="68" y="46"/>
                </a:cubicBezTo>
                <a:cubicBezTo>
                  <a:pt x="74" y="46"/>
                  <a:pt x="74" y="46"/>
                  <a:pt x="74" y="46"/>
                </a:cubicBezTo>
                <a:cubicBezTo>
                  <a:pt x="74" y="25"/>
                  <a:pt x="74" y="25"/>
                  <a:pt x="74" y="25"/>
                </a:cubicBezTo>
                <a:lnTo>
                  <a:pt x="58" y="25"/>
                </a:lnTo>
                <a:close/>
                <a:moveTo>
                  <a:pt x="50" y="9"/>
                </a:moveTo>
                <a:cubicBezTo>
                  <a:pt x="52" y="7"/>
                  <a:pt x="55" y="6"/>
                  <a:pt x="58" y="6"/>
                </a:cubicBezTo>
                <a:cubicBezTo>
                  <a:pt x="59" y="6"/>
                  <a:pt x="60" y="6"/>
                  <a:pt x="61" y="7"/>
                </a:cubicBezTo>
                <a:cubicBezTo>
                  <a:pt x="63" y="9"/>
                  <a:pt x="62" y="14"/>
                  <a:pt x="58" y="17"/>
                </a:cubicBezTo>
                <a:cubicBezTo>
                  <a:pt x="55" y="21"/>
                  <a:pt x="50" y="23"/>
                  <a:pt x="46" y="25"/>
                </a:cubicBezTo>
                <a:cubicBezTo>
                  <a:pt x="41" y="25"/>
                  <a:pt x="41" y="25"/>
                  <a:pt x="41" y="25"/>
                </a:cubicBezTo>
                <a:cubicBezTo>
                  <a:pt x="43" y="20"/>
                  <a:pt x="46" y="14"/>
                  <a:pt x="50" y="9"/>
                </a:cubicBezTo>
                <a:close/>
                <a:moveTo>
                  <a:pt x="14" y="12"/>
                </a:moveTo>
                <a:cubicBezTo>
                  <a:pt x="14" y="11"/>
                  <a:pt x="14" y="10"/>
                  <a:pt x="15" y="9"/>
                </a:cubicBezTo>
                <a:cubicBezTo>
                  <a:pt x="16" y="8"/>
                  <a:pt x="17" y="8"/>
                  <a:pt x="18" y="8"/>
                </a:cubicBezTo>
                <a:cubicBezTo>
                  <a:pt x="18" y="8"/>
                  <a:pt x="18" y="8"/>
                  <a:pt x="18" y="8"/>
                </a:cubicBezTo>
                <a:cubicBezTo>
                  <a:pt x="19" y="8"/>
                  <a:pt x="21" y="9"/>
                  <a:pt x="23" y="10"/>
                </a:cubicBezTo>
                <a:cubicBezTo>
                  <a:pt x="25" y="13"/>
                  <a:pt x="28" y="17"/>
                  <a:pt x="29" y="23"/>
                </a:cubicBezTo>
                <a:cubicBezTo>
                  <a:pt x="29" y="23"/>
                  <a:pt x="29" y="23"/>
                  <a:pt x="29" y="23"/>
                </a:cubicBezTo>
                <a:cubicBezTo>
                  <a:pt x="29" y="23"/>
                  <a:pt x="29" y="23"/>
                  <a:pt x="29" y="23"/>
                </a:cubicBezTo>
                <a:cubicBezTo>
                  <a:pt x="23" y="22"/>
                  <a:pt x="19" y="19"/>
                  <a:pt x="16" y="17"/>
                </a:cubicBezTo>
                <a:cubicBezTo>
                  <a:pt x="15" y="15"/>
                  <a:pt x="14" y="14"/>
                  <a:pt x="14" y="12"/>
                </a:cubicBezTo>
                <a:close/>
                <a:moveTo>
                  <a:pt x="32" y="78"/>
                </a:moveTo>
                <a:cubicBezTo>
                  <a:pt x="11" y="78"/>
                  <a:pt x="11" y="78"/>
                  <a:pt x="11" y="78"/>
                </a:cubicBezTo>
                <a:cubicBezTo>
                  <a:pt x="11" y="44"/>
                  <a:pt x="11" y="44"/>
                  <a:pt x="11" y="44"/>
                </a:cubicBezTo>
                <a:cubicBezTo>
                  <a:pt x="32" y="44"/>
                  <a:pt x="32" y="44"/>
                  <a:pt x="32" y="44"/>
                </a:cubicBezTo>
                <a:lnTo>
                  <a:pt x="32" y="78"/>
                </a:lnTo>
                <a:close/>
                <a:moveTo>
                  <a:pt x="32" y="41"/>
                </a:moveTo>
                <a:cubicBezTo>
                  <a:pt x="5" y="41"/>
                  <a:pt x="5" y="41"/>
                  <a:pt x="5" y="41"/>
                </a:cubicBezTo>
                <a:cubicBezTo>
                  <a:pt x="5" y="30"/>
                  <a:pt x="5" y="30"/>
                  <a:pt x="5" y="30"/>
                </a:cubicBezTo>
                <a:cubicBezTo>
                  <a:pt x="32" y="30"/>
                  <a:pt x="32" y="30"/>
                  <a:pt x="32" y="30"/>
                </a:cubicBezTo>
                <a:lnTo>
                  <a:pt x="32" y="41"/>
                </a:lnTo>
                <a:close/>
                <a:moveTo>
                  <a:pt x="63" y="78"/>
                </a:moveTo>
                <a:cubicBezTo>
                  <a:pt x="42" y="78"/>
                  <a:pt x="42" y="78"/>
                  <a:pt x="42" y="78"/>
                </a:cubicBezTo>
                <a:cubicBezTo>
                  <a:pt x="42" y="44"/>
                  <a:pt x="42" y="44"/>
                  <a:pt x="42" y="44"/>
                </a:cubicBezTo>
                <a:cubicBezTo>
                  <a:pt x="63" y="44"/>
                  <a:pt x="63" y="44"/>
                  <a:pt x="63" y="44"/>
                </a:cubicBezTo>
                <a:lnTo>
                  <a:pt x="63" y="78"/>
                </a:lnTo>
                <a:close/>
                <a:moveTo>
                  <a:pt x="68" y="41"/>
                </a:moveTo>
                <a:cubicBezTo>
                  <a:pt x="42" y="41"/>
                  <a:pt x="42" y="41"/>
                  <a:pt x="42" y="41"/>
                </a:cubicBezTo>
                <a:cubicBezTo>
                  <a:pt x="42" y="30"/>
                  <a:pt x="42" y="30"/>
                  <a:pt x="42" y="30"/>
                </a:cubicBezTo>
                <a:cubicBezTo>
                  <a:pt x="68" y="30"/>
                  <a:pt x="68" y="30"/>
                  <a:pt x="68" y="30"/>
                </a:cubicBezTo>
                <a:lnTo>
                  <a:pt x="68" y="41"/>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Freeform 170"/>
          <p:cNvSpPr>
            <a:spLocks noEditPoints="1"/>
          </p:cNvSpPr>
          <p:nvPr/>
        </p:nvSpPr>
        <p:spPr bwMode="auto">
          <a:xfrm>
            <a:off x="8129970" y="3282542"/>
            <a:ext cx="227224" cy="197904"/>
          </a:xfrm>
          <a:custGeom>
            <a:avLst/>
            <a:gdLst>
              <a:gd name="T0" fmla="*/ 95 w 95"/>
              <a:gd name="T1" fmla="*/ 34 h 83"/>
              <a:gd name="T2" fmla="*/ 83 w 95"/>
              <a:gd name="T3" fmla="*/ 0 h 83"/>
              <a:gd name="T4" fmla="*/ 83 w 95"/>
              <a:gd name="T5" fmla="*/ 0 h 83"/>
              <a:gd name="T6" fmla="*/ 75 w 95"/>
              <a:gd name="T7" fmla="*/ 0 h 83"/>
              <a:gd name="T8" fmla="*/ 31 w 95"/>
              <a:gd name="T9" fmla="*/ 19 h 83"/>
              <a:gd name="T10" fmla="*/ 30 w 95"/>
              <a:gd name="T11" fmla="*/ 34 h 83"/>
              <a:gd name="T12" fmla="*/ 31 w 95"/>
              <a:gd name="T13" fmla="*/ 49 h 83"/>
              <a:gd name="T14" fmla="*/ 75 w 95"/>
              <a:gd name="T15" fmla="*/ 68 h 83"/>
              <a:gd name="T16" fmla="*/ 83 w 95"/>
              <a:gd name="T17" fmla="*/ 68 h 83"/>
              <a:gd name="T18" fmla="*/ 83 w 95"/>
              <a:gd name="T19" fmla="*/ 68 h 83"/>
              <a:gd name="T20" fmla="*/ 95 w 95"/>
              <a:gd name="T21" fmla="*/ 34 h 83"/>
              <a:gd name="T22" fmla="*/ 80 w 95"/>
              <a:gd name="T23" fmla="*/ 63 h 83"/>
              <a:gd name="T24" fmla="*/ 78 w 95"/>
              <a:gd name="T25" fmla="*/ 61 h 83"/>
              <a:gd name="T26" fmla="*/ 75 w 95"/>
              <a:gd name="T27" fmla="*/ 55 h 83"/>
              <a:gd name="T28" fmla="*/ 71 w 95"/>
              <a:gd name="T29" fmla="*/ 34 h 83"/>
              <a:gd name="T30" fmla="*/ 75 w 95"/>
              <a:gd name="T31" fmla="*/ 13 h 83"/>
              <a:gd name="T32" fmla="*/ 78 w 95"/>
              <a:gd name="T33" fmla="*/ 7 h 83"/>
              <a:gd name="T34" fmla="*/ 80 w 95"/>
              <a:gd name="T35" fmla="*/ 5 h 83"/>
              <a:gd name="T36" fmla="*/ 83 w 95"/>
              <a:gd name="T37" fmla="*/ 7 h 83"/>
              <a:gd name="T38" fmla="*/ 86 w 95"/>
              <a:gd name="T39" fmla="*/ 13 h 83"/>
              <a:gd name="T40" fmla="*/ 89 w 95"/>
              <a:gd name="T41" fmla="*/ 34 h 83"/>
              <a:gd name="T42" fmla="*/ 86 w 95"/>
              <a:gd name="T43" fmla="*/ 55 h 83"/>
              <a:gd name="T44" fmla="*/ 83 w 95"/>
              <a:gd name="T45" fmla="*/ 61 h 83"/>
              <a:gd name="T46" fmla="*/ 80 w 95"/>
              <a:gd name="T47" fmla="*/ 63 h 83"/>
              <a:gd name="T48" fmla="*/ 24 w 95"/>
              <a:gd name="T49" fmla="*/ 34 h 83"/>
              <a:gd name="T50" fmla="*/ 25 w 95"/>
              <a:gd name="T51" fmla="*/ 20 h 83"/>
              <a:gd name="T52" fmla="*/ 12 w 95"/>
              <a:gd name="T53" fmla="*/ 21 h 83"/>
              <a:gd name="T54" fmla="*/ 5 w 95"/>
              <a:gd name="T55" fmla="*/ 21 h 83"/>
              <a:gd name="T56" fmla="*/ 0 w 95"/>
              <a:gd name="T57" fmla="*/ 30 h 83"/>
              <a:gd name="T58" fmla="*/ 0 w 95"/>
              <a:gd name="T59" fmla="*/ 38 h 83"/>
              <a:gd name="T60" fmla="*/ 5 w 95"/>
              <a:gd name="T61" fmla="*/ 47 h 83"/>
              <a:gd name="T62" fmla="*/ 12 w 95"/>
              <a:gd name="T63" fmla="*/ 47 h 83"/>
              <a:gd name="T64" fmla="*/ 25 w 95"/>
              <a:gd name="T65" fmla="*/ 48 h 83"/>
              <a:gd name="T66" fmla="*/ 24 w 95"/>
              <a:gd name="T67" fmla="*/ 34 h 83"/>
              <a:gd name="T68" fmla="*/ 34 w 95"/>
              <a:gd name="T69" fmla="*/ 54 h 83"/>
              <a:gd name="T70" fmla="*/ 23 w 95"/>
              <a:gd name="T71" fmla="*/ 51 h 83"/>
              <a:gd name="T72" fmla="*/ 30 w 95"/>
              <a:gd name="T73" fmla="*/ 81 h 83"/>
              <a:gd name="T74" fmla="*/ 34 w 95"/>
              <a:gd name="T75" fmla="*/ 83 h 83"/>
              <a:gd name="T76" fmla="*/ 44 w 95"/>
              <a:gd name="T77" fmla="*/ 78 h 83"/>
              <a:gd name="T78" fmla="*/ 46 w 95"/>
              <a:gd name="T79" fmla="*/ 75 h 83"/>
              <a:gd name="T80" fmla="*/ 34 w 95"/>
              <a:gd name="T81" fmla="*/ 54 h 83"/>
              <a:gd name="T82" fmla="*/ 80 w 95"/>
              <a:gd name="T83" fmla="*/ 45 h 83"/>
              <a:gd name="T84" fmla="*/ 79 w 95"/>
              <a:gd name="T85" fmla="*/ 45 h 83"/>
              <a:gd name="T86" fmla="*/ 78 w 95"/>
              <a:gd name="T87" fmla="*/ 42 h 83"/>
              <a:gd name="T88" fmla="*/ 77 w 95"/>
              <a:gd name="T89" fmla="*/ 34 h 83"/>
              <a:gd name="T90" fmla="*/ 78 w 95"/>
              <a:gd name="T91" fmla="*/ 26 h 83"/>
              <a:gd name="T92" fmla="*/ 79 w 95"/>
              <a:gd name="T93" fmla="*/ 24 h 83"/>
              <a:gd name="T94" fmla="*/ 80 w 95"/>
              <a:gd name="T95" fmla="*/ 23 h 83"/>
              <a:gd name="T96" fmla="*/ 81 w 95"/>
              <a:gd name="T97" fmla="*/ 24 h 83"/>
              <a:gd name="T98" fmla="*/ 82 w 95"/>
              <a:gd name="T99" fmla="*/ 26 h 83"/>
              <a:gd name="T100" fmla="*/ 84 w 95"/>
              <a:gd name="T101" fmla="*/ 34 h 83"/>
              <a:gd name="T102" fmla="*/ 82 w 95"/>
              <a:gd name="T103" fmla="*/ 42 h 83"/>
              <a:gd name="T104" fmla="*/ 81 w 95"/>
              <a:gd name="T105" fmla="*/ 45 h 83"/>
              <a:gd name="T106" fmla="*/ 80 w 95"/>
              <a:gd name="T107" fmla="*/ 4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5" h="83">
                <a:moveTo>
                  <a:pt x="95" y="34"/>
                </a:moveTo>
                <a:cubicBezTo>
                  <a:pt x="95" y="15"/>
                  <a:pt x="90" y="0"/>
                  <a:pt x="83" y="0"/>
                </a:cubicBezTo>
                <a:cubicBezTo>
                  <a:pt x="83" y="0"/>
                  <a:pt x="83" y="0"/>
                  <a:pt x="83" y="0"/>
                </a:cubicBezTo>
                <a:cubicBezTo>
                  <a:pt x="75" y="0"/>
                  <a:pt x="75" y="0"/>
                  <a:pt x="75" y="0"/>
                </a:cubicBezTo>
                <a:cubicBezTo>
                  <a:pt x="75" y="0"/>
                  <a:pt x="57" y="14"/>
                  <a:pt x="31" y="19"/>
                </a:cubicBezTo>
                <a:cubicBezTo>
                  <a:pt x="31" y="23"/>
                  <a:pt x="30" y="28"/>
                  <a:pt x="30" y="34"/>
                </a:cubicBezTo>
                <a:cubicBezTo>
                  <a:pt x="30" y="40"/>
                  <a:pt x="31" y="45"/>
                  <a:pt x="31" y="49"/>
                </a:cubicBezTo>
                <a:cubicBezTo>
                  <a:pt x="57" y="54"/>
                  <a:pt x="75" y="68"/>
                  <a:pt x="75" y="68"/>
                </a:cubicBezTo>
                <a:cubicBezTo>
                  <a:pt x="83" y="68"/>
                  <a:pt x="83" y="68"/>
                  <a:pt x="83" y="68"/>
                </a:cubicBezTo>
                <a:cubicBezTo>
                  <a:pt x="83" y="68"/>
                  <a:pt x="83" y="68"/>
                  <a:pt x="83" y="68"/>
                </a:cubicBezTo>
                <a:cubicBezTo>
                  <a:pt x="90" y="68"/>
                  <a:pt x="95" y="53"/>
                  <a:pt x="95" y="34"/>
                </a:cubicBezTo>
                <a:close/>
                <a:moveTo>
                  <a:pt x="80" y="63"/>
                </a:moveTo>
                <a:cubicBezTo>
                  <a:pt x="79" y="63"/>
                  <a:pt x="78" y="62"/>
                  <a:pt x="78" y="61"/>
                </a:cubicBezTo>
                <a:cubicBezTo>
                  <a:pt x="77" y="60"/>
                  <a:pt x="76" y="58"/>
                  <a:pt x="75" y="55"/>
                </a:cubicBezTo>
                <a:cubicBezTo>
                  <a:pt x="73" y="50"/>
                  <a:pt x="71" y="42"/>
                  <a:pt x="71" y="34"/>
                </a:cubicBezTo>
                <a:cubicBezTo>
                  <a:pt x="71" y="26"/>
                  <a:pt x="73" y="18"/>
                  <a:pt x="75" y="13"/>
                </a:cubicBezTo>
                <a:cubicBezTo>
                  <a:pt x="76" y="10"/>
                  <a:pt x="77" y="8"/>
                  <a:pt x="78" y="7"/>
                </a:cubicBezTo>
                <a:cubicBezTo>
                  <a:pt x="78" y="6"/>
                  <a:pt x="79" y="5"/>
                  <a:pt x="80" y="5"/>
                </a:cubicBezTo>
                <a:cubicBezTo>
                  <a:pt x="81" y="5"/>
                  <a:pt x="82" y="6"/>
                  <a:pt x="83" y="7"/>
                </a:cubicBezTo>
                <a:cubicBezTo>
                  <a:pt x="84" y="8"/>
                  <a:pt x="85" y="10"/>
                  <a:pt x="86" y="13"/>
                </a:cubicBezTo>
                <a:cubicBezTo>
                  <a:pt x="88" y="18"/>
                  <a:pt x="89" y="26"/>
                  <a:pt x="89" y="34"/>
                </a:cubicBezTo>
                <a:cubicBezTo>
                  <a:pt x="89" y="42"/>
                  <a:pt x="88" y="50"/>
                  <a:pt x="86" y="55"/>
                </a:cubicBezTo>
                <a:cubicBezTo>
                  <a:pt x="85" y="58"/>
                  <a:pt x="84" y="60"/>
                  <a:pt x="83" y="61"/>
                </a:cubicBezTo>
                <a:cubicBezTo>
                  <a:pt x="82" y="62"/>
                  <a:pt x="81" y="63"/>
                  <a:pt x="80" y="63"/>
                </a:cubicBezTo>
                <a:close/>
                <a:moveTo>
                  <a:pt x="24" y="34"/>
                </a:moveTo>
                <a:cubicBezTo>
                  <a:pt x="24" y="29"/>
                  <a:pt x="24" y="25"/>
                  <a:pt x="25" y="20"/>
                </a:cubicBezTo>
                <a:cubicBezTo>
                  <a:pt x="20" y="21"/>
                  <a:pt x="16" y="21"/>
                  <a:pt x="12" y="21"/>
                </a:cubicBezTo>
                <a:cubicBezTo>
                  <a:pt x="5" y="21"/>
                  <a:pt x="5" y="21"/>
                  <a:pt x="5" y="21"/>
                </a:cubicBezTo>
                <a:cubicBezTo>
                  <a:pt x="0" y="30"/>
                  <a:pt x="0" y="30"/>
                  <a:pt x="0" y="30"/>
                </a:cubicBezTo>
                <a:cubicBezTo>
                  <a:pt x="0" y="38"/>
                  <a:pt x="0" y="38"/>
                  <a:pt x="0" y="38"/>
                </a:cubicBezTo>
                <a:cubicBezTo>
                  <a:pt x="5" y="47"/>
                  <a:pt x="5" y="47"/>
                  <a:pt x="5" y="47"/>
                </a:cubicBezTo>
                <a:cubicBezTo>
                  <a:pt x="5" y="47"/>
                  <a:pt x="5" y="47"/>
                  <a:pt x="12" y="47"/>
                </a:cubicBezTo>
                <a:cubicBezTo>
                  <a:pt x="16" y="47"/>
                  <a:pt x="20" y="47"/>
                  <a:pt x="25" y="48"/>
                </a:cubicBezTo>
                <a:cubicBezTo>
                  <a:pt x="24" y="43"/>
                  <a:pt x="24" y="39"/>
                  <a:pt x="24" y="34"/>
                </a:cubicBezTo>
                <a:close/>
                <a:moveTo>
                  <a:pt x="34" y="54"/>
                </a:moveTo>
                <a:cubicBezTo>
                  <a:pt x="23" y="51"/>
                  <a:pt x="23" y="51"/>
                  <a:pt x="23" y="51"/>
                </a:cubicBezTo>
                <a:cubicBezTo>
                  <a:pt x="30" y="81"/>
                  <a:pt x="30" y="81"/>
                  <a:pt x="30" y="81"/>
                </a:cubicBezTo>
                <a:cubicBezTo>
                  <a:pt x="31" y="83"/>
                  <a:pt x="32" y="83"/>
                  <a:pt x="34" y="83"/>
                </a:cubicBezTo>
                <a:cubicBezTo>
                  <a:pt x="44" y="78"/>
                  <a:pt x="44" y="78"/>
                  <a:pt x="44" y="78"/>
                </a:cubicBezTo>
                <a:cubicBezTo>
                  <a:pt x="46" y="78"/>
                  <a:pt x="47" y="76"/>
                  <a:pt x="46" y="75"/>
                </a:cubicBezTo>
                <a:lnTo>
                  <a:pt x="34" y="54"/>
                </a:lnTo>
                <a:close/>
                <a:moveTo>
                  <a:pt x="80" y="45"/>
                </a:moveTo>
                <a:cubicBezTo>
                  <a:pt x="80" y="45"/>
                  <a:pt x="80" y="45"/>
                  <a:pt x="79" y="45"/>
                </a:cubicBezTo>
                <a:cubicBezTo>
                  <a:pt x="79" y="44"/>
                  <a:pt x="79" y="43"/>
                  <a:pt x="78" y="42"/>
                </a:cubicBezTo>
                <a:cubicBezTo>
                  <a:pt x="77" y="40"/>
                  <a:pt x="77" y="37"/>
                  <a:pt x="77" y="34"/>
                </a:cubicBezTo>
                <a:cubicBezTo>
                  <a:pt x="77" y="31"/>
                  <a:pt x="77" y="28"/>
                  <a:pt x="78" y="26"/>
                </a:cubicBezTo>
                <a:cubicBezTo>
                  <a:pt x="79" y="25"/>
                  <a:pt x="79" y="24"/>
                  <a:pt x="79" y="24"/>
                </a:cubicBezTo>
                <a:cubicBezTo>
                  <a:pt x="80" y="23"/>
                  <a:pt x="80" y="23"/>
                  <a:pt x="80" y="23"/>
                </a:cubicBezTo>
                <a:cubicBezTo>
                  <a:pt x="81" y="23"/>
                  <a:pt x="81" y="23"/>
                  <a:pt x="81" y="24"/>
                </a:cubicBezTo>
                <a:cubicBezTo>
                  <a:pt x="82" y="24"/>
                  <a:pt x="82" y="25"/>
                  <a:pt x="82" y="26"/>
                </a:cubicBezTo>
                <a:cubicBezTo>
                  <a:pt x="83" y="28"/>
                  <a:pt x="84" y="31"/>
                  <a:pt x="84" y="34"/>
                </a:cubicBezTo>
                <a:cubicBezTo>
                  <a:pt x="84" y="37"/>
                  <a:pt x="83" y="40"/>
                  <a:pt x="82" y="42"/>
                </a:cubicBezTo>
                <a:cubicBezTo>
                  <a:pt x="82" y="43"/>
                  <a:pt x="82" y="44"/>
                  <a:pt x="81" y="45"/>
                </a:cubicBezTo>
                <a:cubicBezTo>
                  <a:pt x="81" y="45"/>
                  <a:pt x="81" y="45"/>
                  <a:pt x="80" y="45"/>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Freeform 173"/>
          <p:cNvSpPr/>
          <p:nvPr/>
        </p:nvSpPr>
        <p:spPr bwMode="auto">
          <a:xfrm>
            <a:off x="7880758" y="3585993"/>
            <a:ext cx="177380" cy="177380"/>
          </a:xfrm>
          <a:custGeom>
            <a:avLst/>
            <a:gdLst>
              <a:gd name="T0" fmla="*/ 60 w 121"/>
              <a:gd name="T1" fmla="*/ 121 h 121"/>
              <a:gd name="T2" fmla="*/ 121 w 121"/>
              <a:gd name="T3" fmla="*/ 61 h 121"/>
              <a:gd name="T4" fmla="*/ 83 w 121"/>
              <a:gd name="T5" fmla="*/ 61 h 121"/>
              <a:gd name="T6" fmla="*/ 83 w 121"/>
              <a:gd name="T7" fmla="*/ 0 h 121"/>
              <a:gd name="T8" fmla="*/ 37 w 121"/>
              <a:gd name="T9" fmla="*/ 0 h 121"/>
              <a:gd name="T10" fmla="*/ 37 w 121"/>
              <a:gd name="T11" fmla="*/ 61 h 121"/>
              <a:gd name="T12" fmla="*/ 0 w 121"/>
              <a:gd name="T13" fmla="*/ 61 h 121"/>
              <a:gd name="T14" fmla="*/ 60 w 121"/>
              <a:gd name="T15" fmla="*/ 121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21">
                <a:moveTo>
                  <a:pt x="60" y="121"/>
                </a:moveTo>
                <a:lnTo>
                  <a:pt x="121" y="61"/>
                </a:lnTo>
                <a:lnTo>
                  <a:pt x="83" y="61"/>
                </a:lnTo>
                <a:lnTo>
                  <a:pt x="83" y="0"/>
                </a:lnTo>
                <a:lnTo>
                  <a:pt x="37" y="0"/>
                </a:lnTo>
                <a:lnTo>
                  <a:pt x="37" y="61"/>
                </a:lnTo>
                <a:lnTo>
                  <a:pt x="0" y="61"/>
                </a:lnTo>
                <a:lnTo>
                  <a:pt x="60" y="121"/>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Freeform 176"/>
          <p:cNvSpPr>
            <a:spLocks noEditPoints="1"/>
          </p:cNvSpPr>
          <p:nvPr/>
        </p:nvSpPr>
        <p:spPr bwMode="auto">
          <a:xfrm>
            <a:off x="7484951" y="4733835"/>
            <a:ext cx="153926" cy="114344"/>
          </a:xfrm>
          <a:custGeom>
            <a:avLst/>
            <a:gdLst>
              <a:gd name="T0" fmla="*/ 56 w 64"/>
              <a:gd name="T1" fmla="*/ 8 h 48"/>
              <a:gd name="T2" fmla="*/ 56 w 64"/>
              <a:gd name="T3" fmla="*/ 0 h 48"/>
              <a:gd name="T4" fmla="*/ 0 w 64"/>
              <a:gd name="T5" fmla="*/ 0 h 48"/>
              <a:gd name="T6" fmla="*/ 0 w 64"/>
              <a:gd name="T7" fmla="*/ 44 h 48"/>
              <a:gd name="T8" fmla="*/ 4 w 64"/>
              <a:gd name="T9" fmla="*/ 48 h 48"/>
              <a:gd name="T10" fmla="*/ 58 w 64"/>
              <a:gd name="T11" fmla="*/ 48 h 48"/>
              <a:gd name="T12" fmla="*/ 64 w 64"/>
              <a:gd name="T13" fmla="*/ 42 h 48"/>
              <a:gd name="T14" fmla="*/ 64 w 64"/>
              <a:gd name="T15" fmla="*/ 8 h 48"/>
              <a:gd name="T16" fmla="*/ 56 w 64"/>
              <a:gd name="T17" fmla="*/ 8 h 48"/>
              <a:gd name="T18" fmla="*/ 52 w 64"/>
              <a:gd name="T19" fmla="*/ 44 h 48"/>
              <a:gd name="T20" fmla="*/ 4 w 64"/>
              <a:gd name="T21" fmla="*/ 44 h 48"/>
              <a:gd name="T22" fmla="*/ 4 w 64"/>
              <a:gd name="T23" fmla="*/ 4 h 48"/>
              <a:gd name="T24" fmla="*/ 52 w 64"/>
              <a:gd name="T25" fmla="*/ 4 h 48"/>
              <a:gd name="T26" fmla="*/ 52 w 64"/>
              <a:gd name="T27" fmla="*/ 44 h 48"/>
              <a:gd name="T28" fmla="*/ 8 w 64"/>
              <a:gd name="T29" fmla="*/ 12 h 48"/>
              <a:gd name="T30" fmla="*/ 48 w 64"/>
              <a:gd name="T31" fmla="*/ 12 h 48"/>
              <a:gd name="T32" fmla="*/ 48 w 64"/>
              <a:gd name="T33" fmla="*/ 16 h 48"/>
              <a:gd name="T34" fmla="*/ 8 w 64"/>
              <a:gd name="T35" fmla="*/ 16 h 48"/>
              <a:gd name="T36" fmla="*/ 8 w 64"/>
              <a:gd name="T37" fmla="*/ 12 h 48"/>
              <a:gd name="T38" fmla="*/ 32 w 64"/>
              <a:gd name="T39" fmla="*/ 20 h 48"/>
              <a:gd name="T40" fmla="*/ 48 w 64"/>
              <a:gd name="T41" fmla="*/ 20 h 48"/>
              <a:gd name="T42" fmla="*/ 48 w 64"/>
              <a:gd name="T43" fmla="*/ 24 h 48"/>
              <a:gd name="T44" fmla="*/ 32 w 64"/>
              <a:gd name="T45" fmla="*/ 24 h 48"/>
              <a:gd name="T46" fmla="*/ 32 w 64"/>
              <a:gd name="T47" fmla="*/ 20 h 48"/>
              <a:gd name="T48" fmla="*/ 32 w 64"/>
              <a:gd name="T49" fmla="*/ 28 h 48"/>
              <a:gd name="T50" fmla="*/ 48 w 64"/>
              <a:gd name="T51" fmla="*/ 28 h 48"/>
              <a:gd name="T52" fmla="*/ 48 w 64"/>
              <a:gd name="T53" fmla="*/ 32 h 48"/>
              <a:gd name="T54" fmla="*/ 32 w 64"/>
              <a:gd name="T55" fmla="*/ 32 h 48"/>
              <a:gd name="T56" fmla="*/ 32 w 64"/>
              <a:gd name="T57" fmla="*/ 28 h 48"/>
              <a:gd name="T58" fmla="*/ 32 w 64"/>
              <a:gd name="T59" fmla="*/ 36 h 48"/>
              <a:gd name="T60" fmla="*/ 44 w 64"/>
              <a:gd name="T61" fmla="*/ 36 h 48"/>
              <a:gd name="T62" fmla="*/ 44 w 64"/>
              <a:gd name="T63" fmla="*/ 40 h 48"/>
              <a:gd name="T64" fmla="*/ 32 w 64"/>
              <a:gd name="T65" fmla="*/ 40 h 48"/>
              <a:gd name="T66" fmla="*/ 32 w 64"/>
              <a:gd name="T67" fmla="*/ 36 h 48"/>
              <a:gd name="T68" fmla="*/ 8 w 64"/>
              <a:gd name="T69" fmla="*/ 20 h 48"/>
              <a:gd name="T70" fmla="*/ 28 w 64"/>
              <a:gd name="T71" fmla="*/ 20 h 48"/>
              <a:gd name="T72" fmla="*/ 28 w 64"/>
              <a:gd name="T73" fmla="*/ 40 h 48"/>
              <a:gd name="T74" fmla="*/ 8 w 64"/>
              <a:gd name="T75" fmla="*/ 40 h 48"/>
              <a:gd name="T76" fmla="*/ 8 w 64"/>
              <a:gd name="T77" fmla="*/ 2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4" h="48">
                <a:moveTo>
                  <a:pt x="56" y="8"/>
                </a:moveTo>
                <a:cubicBezTo>
                  <a:pt x="56" y="0"/>
                  <a:pt x="56" y="0"/>
                  <a:pt x="56" y="0"/>
                </a:cubicBezTo>
                <a:cubicBezTo>
                  <a:pt x="0" y="0"/>
                  <a:pt x="0" y="0"/>
                  <a:pt x="0" y="0"/>
                </a:cubicBezTo>
                <a:cubicBezTo>
                  <a:pt x="0" y="44"/>
                  <a:pt x="0" y="44"/>
                  <a:pt x="0" y="44"/>
                </a:cubicBezTo>
                <a:cubicBezTo>
                  <a:pt x="0" y="46"/>
                  <a:pt x="2" y="48"/>
                  <a:pt x="4" y="48"/>
                </a:cubicBezTo>
                <a:cubicBezTo>
                  <a:pt x="58" y="48"/>
                  <a:pt x="58" y="48"/>
                  <a:pt x="58" y="48"/>
                </a:cubicBezTo>
                <a:cubicBezTo>
                  <a:pt x="61" y="48"/>
                  <a:pt x="64" y="45"/>
                  <a:pt x="64" y="42"/>
                </a:cubicBezTo>
                <a:cubicBezTo>
                  <a:pt x="64" y="8"/>
                  <a:pt x="64" y="8"/>
                  <a:pt x="64" y="8"/>
                </a:cubicBezTo>
                <a:lnTo>
                  <a:pt x="56" y="8"/>
                </a:lnTo>
                <a:close/>
                <a:moveTo>
                  <a:pt x="52" y="44"/>
                </a:moveTo>
                <a:cubicBezTo>
                  <a:pt x="4" y="44"/>
                  <a:pt x="4" y="44"/>
                  <a:pt x="4" y="44"/>
                </a:cubicBezTo>
                <a:cubicBezTo>
                  <a:pt x="4" y="4"/>
                  <a:pt x="4" y="4"/>
                  <a:pt x="4" y="4"/>
                </a:cubicBezTo>
                <a:cubicBezTo>
                  <a:pt x="52" y="4"/>
                  <a:pt x="52" y="4"/>
                  <a:pt x="52" y="4"/>
                </a:cubicBezTo>
                <a:lnTo>
                  <a:pt x="52" y="44"/>
                </a:lnTo>
                <a:close/>
                <a:moveTo>
                  <a:pt x="8" y="12"/>
                </a:moveTo>
                <a:cubicBezTo>
                  <a:pt x="48" y="12"/>
                  <a:pt x="48" y="12"/>
                  <a:pt x="48" y="12"/>
                </a:cubicBezTo>
                <a:cubicBezTo>
                  <a:pt x="48" y="16"/>
                  <a:pt x="48" y="16"/>
                  <a:pt x="48" y="16"/>
                </a:cubicBezTo>
                <a:cubicBezTo>
                  <a:pt x="8" y="16"/>
                  <a:pt x="8" y="16"/>
                  <a:pt x="8" y="16"/>
                </a:cubicBezTo>
                <a:lnTo>
                  <a:pt x="8" y="12"/>
                </a:lnTo>
                <a:close/>
                <a:moveTo>
                  <a:pt x="32" y="20"/>
                </a:moveTo>
                <a:cubicBezTo>
                  <a:pt x="48" y="20"/>
                  <a:pt x="48" y="20"/>
                  <a:pt x="48" y="20"/>
                </a:cubicBezTo>
                <a:cubicBezTo>
                  <a:pt x="48" y="24"/>
                  <a:pt x="48" y="24"/>
                  <a:pt x="48" y="24"/>
                </a:cubicBezTo>
                <a:cubicBezTo>
                  <a:pt x="32" y="24"/>
                  <a:pt x="32" y="24"/>
                  <a:pt x="32" y="24"/>
                </a:cubicBezTo>
                <a:lnTo>
                  <a:pt x="32" y="20"/>
                </a:lnTo>
                <a:close/>
                <a:moveTo>
                  <a:pt x="32" y="28"/>
                </a:moveTo>
                <a:cubicBezTo>
                  <a:pt x="48" y="28"/>
                  <a:pt x="48" y="28"/>
                  <a:pt x="48" y="28"/>
                </a:cubicBezTo>
                <a:cubicBezTo>
                  <a:pt x="48" y="32"/>
                  <a:pt x="48" y="32"/>
                  <a:pt x="48" y="32"/>
                </a:cubicBezTo>
                <a:cubicBezTo>
                  <a:pt x="32" y="32"/>
                  <a:pt x="32" y="32"/>
                  <a:pt x="32" y="32"/>
                </a:cubicBezTo>
                <a:lnTo>
                  <a:pt x="32" y="28"/>
                </a:lnTo>
                <a:close/>
                <a:moveTo>
                  <a:pt x="32" y="36"/>
                </a:moveTo>
                <a:cubicBezTo>
                  <a:pt x="44" y="36"/>
                  <a:pt x="44" y="36"/>
                  <a:pt x="44" y="36"/>
                </a:cubicBezTo>
                <a:cubicBezTo>
                  <a:pt x="44" y="40"/>
                  <a:pt x="44" y="40"/>
                  <a:pt x="44" y="40"/>
                </a:cubicBezTo>
                <a:cubicBezTo>
                  <a:pt x="32" y="40"/>
                  <a:pt x="32" y="40"/>
                  <a:pt x="32" y="40"/>
                </a:cubicBezTo>
                <a:lnTo>
                  <a:pt x="32" y="36"/>
                </a:lnTo>
                <a:close/>
                <a:moveTo>
                  <a:pt x="8" y="20"/>
                </a:moveTo>
                <a:cubicBezTo>
                  <a:pt x="28" y="20"/>
                  <a:pt x="28" y="20"/>
                  <a:pt x="28" y="20"/>
                </a:cubicBezTo>
                <a:cubicBezTo>
                  <a:pt x="28" y="40"/>
                  <a:pt x="28" y="40"/>
                  <a:pt x="28" y="40"/>
                </a:cubicBezTo>
                <a:cubicBezTo>
                  <a:pt x="8" y="40"/>
                  <a:pt x="8" y="40"/>
                  <a:pt x="8" y="40"/>
                </a:cubicBezTo>
                <a:lnTo>
                  <a:pt x="8" y="20"/>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Freeform 180"/>
          <p:cNvSpPr>
            <a:spLocks noEditPoints="1"/>
          </p:cNvSpPr>
          <p:nvPr/>
        </p:nvSpPr>
        <p:spPr bwMode="auto">
          <a:xfrm>
            <a:off x="8107980" y="2773856"/>
            <a:ext cx="184710" cy="184710"/>
          </a:xfrm>
          <a:custGeom>
            <a:avLst/>
            <a:gdLst>
              <a:gd name="T0" fmla="*/ 64 w 77"/>
              <a:gd name="T1" fmla="*/ 0 h 77"/>
              <a:gd name="T2" fmla="*/ 13 w 77"/>
              <a:gd name="T3" fmla="*/ 0 h 77"/>
              <a:gd name="T4" fmla="*/ 0 w 77"/>
              <a:gd name="T5" fmla="*/ 13 h 77"/>
              <a:gd name="T6" fmla="*/ 0 w 77"/>
              <a:gd name="T7" fmla="*/ 64 h 77"/>
              <a:gd name="T8" fmla="*/ 13 w 77"/>
              <a:gd name="T9" fmla="*/ 77 h 77"/>
              <a:gd name="T10" fmla="*/ 64 w 77"/>
              <a:gd name="T11" fmla="*/ 77 h 77"/>
              <a:gd name="T12" fmla="*/ 77 w 77"/>
              <a:gd name="T13" fmla="*/ 64 h 77"/>
              <a:gd name="T14" fmla="*/ 77 w 77"/>
              <a:gd name="T15" fmla="*/ 13 h 77"/>
              <a:gd name="T16" fmla="*/ 64 w 77"/>
              <a:gd name="T17" fmla="*/ 0 h 77"/>
              <a:gd name="T18" fmla="*/ 25 w 77"/>
              <a:gd name="T19" fmla="*/ 34 h 77"/>
              <a:gd name="T20" fmla="*/ 52 w 77"/>
              <a:gd name="T21" fmla="*/ 34 h 77"/>
              <a:gd name="T22" fmla="*/ 53 w 77"/>
              <a:gd name="T23" fmla="*/ 38 h 77"/>
              <a:gd name="T24" fmla="*/ 39 w 77"/>
              <a:gd name="T25" fmla="*/ 53 h 77"/>
              <a:gd name="T26" fmla="*/ 24 w 77"/>
              <a:gd name="T27" fmla="*/ 38 h 77"/>
              <a:gd name="T28" fmla="*/ 25 w 77"/>
              <a:gd name="T29" fmla="*/ 34 h 77"/>
              <a:gd name="T30" fmla="*/ 67 w 77"/>
              <a:gd name="T31" fmla="*/ 33 h 77"/>
              <a:gd name="T32" fmla="*/ 67 w 77"/>
              <a:gd name="T33" fmla="*/ 53 h 77"/>
              <a:gd name="T34" fmla="*/ 67 w 77"/>
              <a:gd name="T35" fmla="*/ 62 h 77"/>
              <a:gd name="T36" fmla="*/ 63 w 77"/>
              <a:gd name="T37" fmla="*/ 67 h 77"/>
              <a:gd name="T38" fmla="*/ 15 w 77"/>
              <a:gd name="T39" fmla="*/ 67 h 77"/>
              <a:gd name="T40" fmla="*/ 10 w 77"/>
              <a:gd name="T41" fmla="*/ 63 h 77"/>
              <a:gd name="T42" fmla="*/ 10 w 77"/>
              <a:gd name="T43" fmla="*/ 53 h 77"/>
              <a:gd name="T44" fmla="*/ 10 w 77"/>
              <a:gd name="T45" fmla="*/ 34 h 77"/>
              <a:gd name="T46" fmla="*/ 10 w 77"/>
              <a:gd name="T47" fmla="*/ 34 h 77"/>
              <a:gd name="T48" fmla="*/ 17 w 77"/>
              <a:gd name="T49" fmla="*/ 34 h 77"/>
              <a:gd name="T50" fmla="*/ 17 w 77"/>
              <a:gd name="T51" fmla="*/ 39 h 77"/>
              <a:gd name="T52" fmla="*/ 39 w 77"/>
              <a:gd name="T53" fmla="*/ 60 h 77"/>
              <a:gd name="T54" fmla="*/ 60 w 77"/>
              <a:gd name="T55" fmla="*/ 38 h 77"/>
              <a:gd name="T56" fmla="*/ 60 w 77"/>
              <a:gd name="T57" fmla="*/ 33 h 77"/>
              <a:gd name="T58" fmla="*/ 67 w 77"/>
              <a:gd name="T59" fmla="*/ 33 h 77"/>
              <a:gd name="T60" fmla="*/ 67 w 77"/>
              <a:gd name="T61" fmla="*/ 17 h 77"/>
              <a:gd name="T62" fmla="*/ 65 w 77"/>
              <a:gd name="T63" fmla="*/ 19 h 77"/>
              <a:gd name="T64" fmla="*/ 60 w 77"/>
              <a:gd name="T65" fmla="*/ 19 h 77"/>
              <a:gd name="T66" fmla="*/ 58 w 77"/>
              <a:gd name="T67" fmla="*/ 17 h 77"/>
              <a:gd name="T68" fmla="*/ 58 w 77"/>
              <a:gd name="T69" fmla="*/ 12 h 77"/>
              <a:gd name="T70" fmla="*/ 60 w 77"/>
              <a:gd name="T71" fmla="*/ 10 h 77"/>
              <a:gd name="T72" fmla="*/ 65 w 77"/>
              <a:gd name="T73" fmla="*/ 10 h 77"/>
              <a:gd name="T74" fmla="*/ 67 w 77"/>
              <a:gd name="T75" fmla="*/ 12 h 77"/>
              <a:gd name="T76" fmla="*/ 67 w 77"/>
              <a:gd name="T77" fmla="*/ 1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7" h="77">
                <a:moveTo>
                  <a:pt x="64" y="0"/>
                </a:moveTo>
                <a:cubicBezTo>
                  <a:pt x="13" y="0"/>
                  <a:pt x="13" y="0"/>
                  <a:pt x="13" y="0"/>
                </a:cubicBezTo>
                <a:cubicBezTo>
                  <a:pt x="6" y="0"/>
                  <a:pt x="0" y="6"/>
                  <a:pt x="0" y="13"/>
                </a:cubicBezTo>
                <a:cubicBezTo>
                  <a:pt x="0" y="64"/>
                  <a:pt x="0" y="64"/>
                  <a:pt x="0" y="64"/>
                </a:cubicBezTo>
                <a:cubicBezTo>
                  <a:pt x="1" y="71"/>
                  <a:pt x="6" y="77"/>
                  <a:pt x="13" y="77"/>
                </a:cubicBezTo>
                <a:cubicBezTo>
                  <a:pt x="64" y="77"/>
                  <a:pt x="64" y="77"/>
                  <a:pt x="64" y="77"/>
                </a:cubicBezTo>
                <a:cubicBezTo>
                  <a:pt x="71" y="76"/>
                  <a:pt x="77" y="71"/>
                  <a:pt x="77" y="64"/>
                </a:cubicBezTo>
                <a:cubicBezTo>
                  <a:pt x="77" y="13"/>
                  <a:pt x="77" y="13"/>
                  <a:pt x="77" y="13"/>
                </a:cubicBezTo>
                <a:cubicBezTo>
                  <a:pt x="77" y="6"/>
                  <a:pt x="71" y="0"/>
                  <a:pt x="64" y="0"/>
                </a:cubicBezTo>
                <a:close/>
                <a:moveTo>
                  <a:pt x="25" y="34"/>
                </a:moveTo>
                <a:cubicBezTo>
                  <a:pt x="52" y="34"/>
                  <a:pt x="52" y="34"/>
                  <a:pt x="52" y="34"/>
                </a:cubicBezTo>
                <a:cubicBezTo>
                  <a:pt x="53" y="35"/>
                  <a:pt x="53" y="37"/>
                  <a:pt x="53" y="38"/>
                </a:cubicBezTo>
                <a:cubicBezTo>
                  <a:pt x="53" y="46"/>
                  <a:pt x="47" y="53"/>
                  <a:pt x="39" y="53"/>
                </a:cubicBezTo>
                <a:cubicBezTo>
                  <a:pt x="31" y="53"/>
                  <a:pt x="24" y="47"/>
                  <a:pt x="24" y="38"/>
                </a:cubicBezTo>
                <a:cubicBezTo>
                  <a:pt x="24" y="37"/>
                  <a:pt x="24" y="35"/>
                  <a:pt x="25" y="34"/>
                </a:cubicBezTo>
                <a:close/>
                <a:moveTo>
                  <a:pt x="67" y="33"/>
                </a:moveTo>
                <a:cubicBezTo>
                  <a:pt x="67" y="53"/>
                  <a:pt x="67" y="53"/>
                  <a:pt x="67" y="53"/>
                </a:cubicBezTo>
                <a:cubicBezTo>
                  <a:pt x="67" y="62"/>
                  <a:pt x="67" y="62"/>
                  <a:pt x="67" y="62"/>
                </a:cubicBezTo>
                <a:cubicBezTo>
                  <a:pt x="67" y="65"/>
                  <a:pt x="65" y="67"/>
                  <a:pt x="63" y="67"/>
                </a:cubicBezTo>
                <a:cubicBezTo>
                  <a:pt x="15" y="67"/>
                  <a:pt x="15" y="67"/>
                  <a:pt x="15" y="67"/>
                </a:cubicBezTo>
                <a:cubicBezTo>
                  <a:pt x="12" y="67"/>
                  <a:pt x="10" y="65"/>
                  <a:pt x="10" y="63"/>
                </a:cubicBezTo>
                <a:cubicBezTo>
                  <a:pt x="10" y="53"/>
                  <a:pt x="10" y="53"/>
                  <a:pt x="10" y="53"/>
                </a:cubicBezTo>
                <a:cubicBezTo>
                  <a:pt x="10" y="34"/>
                  <a:pt x="10" y="34"/>
                  <a:pt x="10" y="34"/>
                </a:cubicBezTo>
                <a:cubicBezTo>
                  <a:pt x="10" y="34"/>
                  <a:pt x="10" y="34"/>
                  <a:pt x="10" y="34"/>
                </a:cubicBezTo>
                <a:cubicBezTo>
                  <a:pt x="17" y="34"/>
                  <a:pt x="17" y="34"/>
                  <a:pt x="17" y="34"/>
                </a:cubicBezTo>
                <a:cubicBezTo>
                  <a:pt x="17" y="35"/>
                  <a:pt x="17" y="37"/>
                  <a:pt x="17" y="39"/>
                </a:cubicBezTo>
                <a:cubicBezTo>
                  <a:pt x="17" y="51"/>
                  <a:pt x="27" y="60"/>
                  <a:pt x="39" y="60"/>
                </a:cubicBezTo>
                <a:cubicBezTo>
                  <a:pt x="51" y="60"/>
                  <a:pt x="60" y="50"/>
                  <a:pt x="60" y="38"/>
                </a:cubicBezTo>
                <a:cubicBezTo>
                  <a:pt x="60" y="37"/>
                  <a:pt x="60" y="35"/>
                  <a:pt x="60" y="33"/>
                </a:cubicBezTo>
                <a:cubicBezTo>
                  <a:pt x="67" y="33"/>
                  <a:pt x="67" y="33"/>
                  <a:pt x="67" y="33"/>
                </a:cubicBezTo>
                <a:close/>
                <a:moveTo>
                  <a:pt x="67" y="17"/>
                </a:moveTo>
                <a:cubicBezTo>
                  <a:pt x="67" y="18"/>
                  <a:pt x="66" y="19"/>
                  <a:pt x="65" y="19"/>
                </a:cubicBezTo>
                <a:cubicBezTo>
                  <a:pt x="60" y="19"/>
                  <a:pt x="60" y="19"/>
                  <a:pt x="60" y="19"/>
                </a:cubicBezTo>
                <a:cubicBezTo>
                  <a:pt x="59" y="19"/>
                  <a:pt x="58" y="18"/>
                  <a:pt x="58" y="17"/>
                </a:cubicBezTo>
                <a:cubicBezTo>
                  <a:pt x="58" y="12"/>
                  <a:pt x="58" y="12"/>
                  <a:pt x="58" y="12"/>
                </a:cubicBezTo>
                <a:cubicBezTo>
                  <a:pt x="58" y="11"/>
                  <a:pt x="59" y="10"/>
                  <a:pt x="60" y="10"/>
                </a:cubicBezTo>
                <a:cubicBezTo>
                  <a:pt x="65" y="10"/>
                  <a:pt x="65" y="10"/>
                  <a:pt x="65" y="10"/>
                </a:cubicBezTo>
                <a:cubicBezTo>
                  <a:pt x="66" y="9"/>
                  <a:pt x="67" y="11"/>
                  <a:pt x="67" y="12"/>
                </a:cubicBezTo>
                <a:lnTo>
                  <a:pt x="67" y="1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Freeform 181"/>
          <p:cNvSpPr>
            <a:spLocks noEditPoints="1"/>
          </p:cNvSpPr>
          <p:nvPr/>
        </p:nvSpPr>
        <p:spPr bwMode="auto">
          <a:xfrm>
            <a:off x="7760550" y="3047989"/>
            <a:ext cx="189108" cy="143663"/>
          </a:xfrm>
          <a:custGeom>
            <a:avLst/>
            <a:gdLst>
              <a:gd name="T0" fmla="*/ 76 w 79"/>
              <a:gd name="T1" fmla="*/ 3 h 60"/>
              <a:gd name="T2" fmla="*/ 40 w 79"/>
              <a:gd name="T3" fmla="*/ 0 h 60"/>
              <a:gd name="T4" fmla="*/ 4 w 79"/>
              <a:gd name="T5" fmla="*/ 3 h 60"/>
              <a:gd name="T6" fmla="*/ 0 w 79"/>
              <a:gd name="T7" fmla="*/ 30 h 60"/>
              <a:gd name="T8" fmla="*/ 4 w 79"/>
              <a:gd name="T9" fmla="*/ 57 h 60"/>
              <a:gd name="T10" fmla="*/ 40 w 79"/>
              <a:gd name="T11" fmla="*/ 60 h 60"/>
              <a:gd name="T12" fmla="*/ 76 w 79"/>
              <a:gd name="T13" fmla="*/ 57 h 60"/>
              <a:gd name="T14" fmla="*/ 79 w 79"/>
              <a:gd name="T15" fmla="*/ 30 h 60"/>
              <a:gd name="T16" fmla="*/ 76 w 79"/>
              <a:gd name="T17" fmla="*/ 3 h 60"/>
              <a:gd name="T18" fmla="*/ 30 w 79"/>
              <a:gd name="T19" fmla="*/ 45 h 60"/>
              <a:gd name="T20" fmla="*/ 30 w 79"/>
              <a:gd name="T21" fmla="*/ 15 h 60"/>
              <a:gd name="T22" fmla="*/ 55 w 79"/>
              <a:gd name="T23" fmla="*/ 30 h 60"/>
              <a:gd name="T24" fmla="*/ 30 w 79"/>
              <a:gd name="T25" fmla="*/ 4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60">
                <a:moveTo>
                  <a:pt x="76" y="3"/>
                </a:moveTo>
                <a:cubicBezTo>
                  <a:pt x="65" y="1"/>
                  <a:pt x="53" y="0"/>
                  <a:pt x="40" y="0"/>
                </a:cubicBezTo>
                <a:cubicBezTo>
                  <a:pt x="27" y="0"/>
                  <a:pt x="15" y="1"/>
                  <a:pt x="4" y="3"/>
                </a:cubicBezTo>
                <a:cubicBezTo>
                  <a:pt x="2" y="11"/>
                  <a:pt x="0" y="20"/>
                  <a:pt x="0" y="30"/>
                </a:cubicBezTo>
                <a:cubicBezTo>
                  <a:pt x="0" y="40"/>
                  <a:pt x="2" y="49"/>
                  <a:pt x="4" y="57"/>
                </a:cubicBezTo>
                <a:cubicBezTo>
                  <a:pt x="15" y="59"/>
                  <a:pt x="27" y="60"/>
                  <a:pt x="40" y="60"/>
                </a:cubicBezTo>
                <a:cubicBezTo>
                  <a:pt x="53" y="60"/>
                  <a:pt x="65" y="59"/>
                  <a:pt x="76" y="57"/>
                </a:cubicBezTo>
                <a:cubicBezTo>
                  <a:pt x="78" y="49"/>
                  <a:pt x="79" y="40"/>
                  <a:pt x="79" y="30"/>
                </a:cubicBezTo>
                <a:cubicBezTo>
                  <a:pt x="79" y="20"/>
                  <a:pt x="78" y="11"/>
                  <a:pt x="76" y="3"/>
                </a:cubicBezTo>
                <a:close/>
                <a:moveTo>
                  <a:pt x="30" y="45"/>
                </a:moveTo>
                <a:cubicBezTo>
                  <a:pt x="30" y="15"/>
                  <a:pt x="30" y="15"/>
                  <a:pt x="30" y="15"/>
                </a:cubicBezTo>
                <a:cubicBezTo>
                  <a:pt x="55" y="30"/>
                  <a:pt x="55" y="30"/>
                  <a:pt x="55" y="30"/>
                </a:cubicBezTo>
                <a:lnTo>
                  <a:pt x="30" y="45"/>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Freeform 183"/>
          <p:cNvSpPr>
            <a:spLocks noEditPoints="1"/>
          </p:cNvSpPr>
          <p:nvPr/>
        </p:nvSpPr>
        <p:spPr bwMode="auto">
          <a:xfrm>
            <a:off x="7568510" y="3780966"/>
            <a:ext cx="164187" cy="162720"/>
          </a:xfrm>
          <a:custGeom>
            <a:avLst/>
            <a:gdLst>
              <a:gd name="T0" fmla="*/ 34 w 68"/>
              <a:gd name="T1" fmla="*/ 0 h 68"/>
              <a:gd name="T2" fmla="*/ 0 w 68"/>
              <a:gd name="T3" fmla="*/ 34 h 68"/>
              <a:gd name="T4" fmla="*/ 34 w 68"/>
              <a:gd name="T5" fmla="*/ 68 h 68"/>
              <a:gd name="T6" fmla="*/ 68 w 68"/>
              <a:gd name="T7" fmla="*/ 34 h 68"/>
              <a:gd name="T8" fmla="*/ 34 w 68"/>
              <a:gd name="T9" fmla="*/ 0 h 68"/>
              <a:gd name="T10" fmla="*/ 34 w 68"/>
              <a:gd name="T11" fmla="*/ 61 h 68"/>
              <a:gd name="T12" fmla="*/ 7 w 68"/>
              <a:gd name="T13" fmla="*/ 34 h 68"/>
              <a:gd name="T14" fmla="*/ 34 w 68"/>
              <a:gd name="T15" fmla="*/ 6 h 68"/>
              <a:gd name="T16" fmla="*/ 62 w 68"/>
              <a:gd name="T17" fmla="*/ 34 h 68"/>
              <a:gd name="T18" fmla="*/ 34 w 68"/>
              <a:gd name="T19" fmla="*/ 61 h 68"/>
              <a:gd name="T20" fmla="*/ 21 w 68"/>
              <a:gd name="T21" fmla="*/ 21 h 68"/>
              <a:gd name="T22" fmla="*/ 47 w 68"/>
              <a:gd name="T23" fmla="*/ 21 h 68"/>
              <a:gd name="T24" fmla="*/ 47 w 68"/>
              <a:gd name="T25" fmla="*/ 46 h 68"/>
              <a:gd name="T26" fmla="*/ 21 w 68"/>
              <a:gd name="T27" fmla="*/ 46 h 68"/>
              <a:gd name="T28" fmla="*/ 21 w 68"/>
              <a:gd name="T29" fmla="*/ 2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 h="68">
                <a:moveTo>
                  <a:pt x="34" y="0"/>
                </a:moveTo>
                <a:cubicBezTo>
                  <a:pt x="15" y="0"/>
                  <a:pt x="0" y="15"/>
                  <a:pt x="0" y="34"/>
                </a:cubicBezTo>
                <a:cubicBezTo>
                  <a:pt x="0" y="52"/>
                  <a:pt x="15" y="68"/>
                  <a:pt x="34" y="68"/>
                </a:cubicBezTo>
                <a:cubicBezTo>
                  <a:pt x="53" y="68"/>
                  <a:pt x="68" y="52"/>
                  <a:pt x="68" y="34"/>
                </a:cubicBezTo>
                <a:cubicBezTo>
                  <a:pt x="68" y="15"/>
                  <a:pt x="53" y="0"/>
                  <a:pt x="34" y="0"/>
                </a:cubicBezTo>
                <a:close/>
                <a:moveTo>
                  <a:pt x="34" y="61"/>
                </a:moveTo>
                <a:cubicBezTo>
                  <a:pt x="19" y="61"/>
                  <a:pt x="7" y="49"/>
                  <a:pt x="7" y="34"/>
                </a:cubicBezTo>
                <a:cubicBezTo>
                  <a:pt x="7" y="18"/>
                  <a:pt x="19" y="6"/>
                  <a:pt x="34" y="6"/>
                </a:cubicBezTo>
                <a:cubicBezTo>
                  <a:pt x="49" y="6"/>
                  <a:pt x="62" y="18"/>
                  <a:pt x="62" y="34"/>
                </a:cubicBezTo>
                <a:cubicBezTo>
                  <a:pt x="62" y="49"/>
                  <a:pt x="49" y="61"/>
                  <a:pt x="34" y="61"/>
                </a:cubicBezTo>
                <a:close/>
                <a:moveTo>
                  <a:pt x="21" y="21"/>
                </a:moveTo>
                <a:cubicBezTo>
                  <a:pt x="47" y="21"/>
                  <a:pt x="47" y="21"/>
                  <a:pt x="47" y="21"/>
                </a:cubicBezTo>
                <a:cubicBezTo>
                  <a:pt x="47" y="46"/>
                  <a:pt x="47" y="46"/>
                  <a:pt x="47" y="46"/>
                </a:cubicBezTo>
                <a:cubicBezTo>
                  <a:pt x="21" y="46"/>
                  <a:pt x="21" y="46"/>
                  <a:pt x="21" y="46"/>
                </a:cubicBezTo>
                <a:lnTo>
                  <a:pt x="21" y="21"/>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Freeform 188"/>
          <p:cNvSpPr>
            <a:spLocks noEditPoints="1"/>
          </p:cNvSpPr>
          <p:nvPr/>
        </p:nvSpPr>
        <p:spPr bwMode="auto">
          <a:xfrm>
            <a:off x="6999720" y="4447974"/>
            <a:ext cx="171516" cy="172982"/>
          </a:xfrm>
          <a:custGeom>
            <a:avLst/>
            <a:gdLst>
              <a:gd name="T0" fmla="*/ 36 w 72"/>
              <a:gd name="T1" fmla="*/ 0 h 72"/>
              <a:gd name="T2" fmla="*/ 0 w 72"/>
              <a:gd name="T3" fmla="*/ 36 h 72"/>
              <a:gd name="T4" fmla="*/ 36 w 72"/>
              <a:gd name="T5" fmla="*/ 72 h 72"/>
              <a:gd name="T6" fmla="*/ 72 w 72"/>
              <a:gd name="T7" fmla="*/ 36 h 72"/>
              <a:gd name="T8" fmla="*/ 36 w 72"/>
              <a:gd name="T9" fmla="*/ 0 h 72"/>
              <a:gd name="T10" fmla="*/ 57 w 72"/>
              <a:gd name="T11" fmla="*/ 31 h 72"/>
              <a:gd name="T12" fmla="*/ 38 w 72"/>
              <a:gd name="T13" fmla="*/ 59 h 72"/>
              <a:gd name="T14" fmla="*/ 29 w 72"/>
              <a:gd name="T15" fmla="*/ 55 h 72"/>
              <a:gd name="T16" fmla="*/ 21 w 72"/>
              <a:gd name="T17" fmla="*/ 33 h 72"/>
              <a:gd name="T18" fmla="*/ 16 w 72"/>
              <a:gd name="T19" fmla="*/ 35 h 72"/>
              <a:gd name="T20" fmla="*/ 15 w 72"/>
              <a:gd name="T21" fmla="*/ 32 h 72"/>
              <a:gd name="T22" fmla="*/ 28 w 72"/>
              <a:gd name="T23" fmla="*/ 23 h 72"/>
              <a:gd name="T24" fmla="*/ 35 w 72"/>
              <a:gd name="T25" fmla="*/ 37 h 72"/>
              <a:gd name="T26" fmla="*/ 38 w 72"/>
              <a:gd name="T27" fmla="*/ 46 h 72"/>
              <a:gd name="T28" fmla="*/ 44 w 72"/>
              <a:gd name="T29" fmla="*/ 38 h 72"/>
              <a:gd name="T30" fmla="*/ 39 w 72"/>
              <a:gd name="T31" fmla="*/ 32 h 72"/>
              <a:gd name="T32" fmla="*/ 57 w 72"/>
              <a:gd name="T33" fmla="*/ 31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72">
                <a:moveTo>
                  <a:pt x="36" y="0"/>
                </a:moveTo>
                <a:cubicBezTo>
                  <a:pt x="16" y="0"/>
                  <a:pt x="0" y="17"/>
                  <a:pt x="0" y="36"/>
                </a:cubicBezTo>
                <a:cubicBezTo>
                  <a:pt x="0" y="56"/>
                  <a:pt x="16" y="72"/>
                  <a:pt x="36" y="72"/>
                </a:cubicBezTo>
                <a:cubicBezTo>
                  <a:pt x="56" y="72"/>
                  <a:pt x="72" y="56"/>
                  <a:pt x="72" y="36"/>
                </a:cubicBezTo>
                <a:cubicBezTo>
                  <a:pt x="72" y="17"/>
                  <a:pt x="56" y="0"/>
                  <a:pt x="36" y="0"/>
                </a:cubicBezTo>
                <a:close/>
                <a:moveTo>
                  <a:pt x="57" y="31"/>
                </a:moveTo>
                <a:cubicBezTo>
                  <a:pt x="55" y="45"/>
                  <a:pt x="42" y="56"/>
                  <a:pt x="38" y="59"/>
                </a:cubicBezTo>
                <a:cubicBezTo>
                  <a:pt x="34" y="61"/>
                  <a:pt x="30" y="58"/>
                  <a:pt x="29" y="55"/>
                </a:cubicBezTo>
                <a:cubicBezTo>
                  <a:pt x="27" y="52"/>
                  <a:pt x="22" y="35"/>
                  <a:pt x="21" y="33"/>
                </a:cubicBezTo>
                <a:cubicBezTo>
                  <a:pt x="20" y="32"/>
                  <a:pt x="16" y="35"/>
                  <a:pt x="16" y="35"/>
                </a:cubicBezTo>
                <a:cubicBezTo>
                  <a:pt x="15" y="32"/>
                  <a:pt x="15" y="32"/>
                  <a:pt x="15" y="32"/>
                </a:cubicBezTo>
                <a:cubicBezTo>
                  <a:pt x="15" y="32"/>
                  <a:pt x="22" y="24"/>
                  <a:pt x="28" y="23"/>
                </a:cubicBezTo>
                <a:cubicBezTo>
                  <a:pt x="33" y="22"/>
                  <a:pt x="33" y="32"/>
                  <a:pt x="35" y="37"/>
                </a:cubicBezTo>
                <a:cubicBezTo>
                  <a:pt x="36" y="43"/>
                  <a:pt x="37" y="46"/>
                  <a:pt x="38" y="46"/>
                </a:cubicBezTo>
                <a:cubicBezTo>
                  <a:pt x="39" y="46"/>
                  <a:pt x="42" y="43"/>
                  <a:pt x="44" y="38"/>
                </a:cubicBezTo>
                <a:cubicBezTo>
                  <a:pt x="47" y="34"/>
                  <a:pt x="44" y="29"/>
                  <a:pt x="39" y="32"/>
                </a:cubicBezTo>
                <a:cubicBezTo>
                  <a:pt x="41" y="21"/>
                  <a:pt x="60" y="18"/>
                  <a:pt x="57" y="31"/>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5" name="Freeform 189"/>
          <p:cNvSpPr>
            <a:spLocks noEditPoints="1"/>
          </p:cNvSpPr>
          <p:nvPr/>
        </p:nvSpPr>
        <p:spPr bwMode="auto">
          <a:xfrm>
            <a:off x="6451965" y="3918459"/>
            <a:ext cx="112878" cy="112878"/>
          </a:xfrm>
          <a:custGeom>
            <a:avLst/>
            <a:gdLst>
              <a:gd name="T0" fmla="*/ 23 w 47"/>
              <a:gd name="T1" fmla="*/ 0 h 47"/>
              <a:gd name="T2" fmla="*/ 0 w 47"/>
              <a:gd name="T3" fmla="*/ 24 h 47"/>
              <a:gd name="T4" fmla="*/ 23 w 47"/>
              <a:gd name="T5" fmla="*/ 47 h 47"/>
              <a:gd name="T6" fmla="*/ 47 w 47"/>
              <a:gd name="T7" fmla="*/ 24 h 47"/>
              <a:gd name="T8" fmla="*/ 23 w 47"/>
              <a:gd name="T9" fmla="*/ 0 h 47"/>
              <a:gd name="T10" fmla="*/ 5 w 47"/>
              <a:gd name="T11" fmla="*/ 24 h 47"/>
              <a:gd name="T12" fmla="*/ 23 w 47"/>
              <a:gd name="T13" fmla="*/ 6 h 47"/>
              <a:gd name="T14" fmla="*/ 23 w 47"/>
              <a:gd name="T15" fmla="*/ 42 h 47"/>
              <a:gd name="T16" fmla="*/ 5 w 47"/>
              <a:gd name="T17"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47">
                <a:moveTo>
                  <a:pt x="23" y="0"/>
                </a:moveTo>
                <a:cubicBezTo>
                  <a:pt x="10" y="0"/>
                  <a:pt x="0" y="11"/>
                  <a:pt x="0" y="24"/>
                </a:cubicBezTo>
                <a:cubicBezTo>
                  <a:pt x="0" y="37"/>
                  <a:pt x="10" y="47"/>
                  <a:pt x="23" y="47"/>
                </a:cubicBezTo>
                <a:cubicBezTo>
                  <a:pt x="36" y="47"/>
                  <a:pt x="47" y="37"/>
                  <a:pt x="47" y="24"/>
                </a:cubicBezTo>
                <a:cubicBezTo>
                  <a:pt x="47" y="11"/>
                  <a:pt x="36" y="0"/>
                  <a:pt x="23" y="0"/>
                </a:cubicBezTo>
                <a:close/>
                <a:moveTo>
                  <a:pt x="5" y="24"/>
                </a:moveTo>
                <a:cubicBezTo>
                  <a:pt x="5" y="14"/>
                  <a:pt x="13" y="6"/>
                  <a:pt x="23" y="6"/>
                </a:cubicBezTo>
                <a:cubicBezTo>
                  <a:pt x="23" y="42"/>
                  <a:pt x="23" y="42"/>
                  <a:pt x="23" y="42"/>
                </a:cubicBezTo>
                <a:cubicBezTo>
                  <a:pt x="13" y="42"/>
                  <a:pt x="5" y="34"/>
                  <a:pt x="5" y="24"/>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Freeform 190"/>
          <p:cNvSpPr>
            <a:spLocks noEditPoints="1"/>
          </p:cNvSpPr>
          <p:nvPr/>
        </p:nvSpPr>
        <p:spPr bwMode="auto">
          <a:xfrm>
            <a:off x="6494478" y="3329146"/>
            <a:ext cx="161254" cy="149528"/>
          </a:xfrm>
          <a:custGeom>
            <a:avLst/>
            <a:gdLst>
              <a:gd name="T0" fmla="*/ 34 w 67"/>
              <a:gd name="T1" fmla="*/ 8 h 62"/>
              <a:gd name="T2" fmla="*/ 23 w 67"/>
              <a:gd name="T3" fmla="*/ 10 h 62"/>
              <a:gd name="T4" fmla="*/ 15 w 67"/>
              <a:gd name="T5" fmla="*/ 14 h 62"/>
              <a:gd name="T6" fmla="*/ 8 w 67"/>
              <a:gd name="T7" fmla="*/ 27 h 62"/>
              <a:gd name="T8" fmla="*/ 11 w 67"/>
              <a:gd name="T9" fmla="*/ 35 h 62"/>
              <a:gd name="T10" fmla="*/ 17 w 67"/>
              <a:gd name="T11" fmla="*/ 41 h 62"/>
              <a:gd name="T12" fmla="*/ 21 w 67"/>
              <a:gd name="T13" fmla="*/ 47 h 62"/>
              <a:gd name="T14" fmla="*/ 21 w 67"/>
              <a:gd name="T15" fmla="*/ 49 h 62"/>
              <a:gd name="T16" fmla="*/ 22 w 67"/>
              <a:gd name="T17" fmla="*/ 48 h 62"/>
              <a:gd name="T18" fmla="*/ 28 w 67"/>
              <a:gd name="T19" fmla="*/ 45 h 62"/>
              <a:gd name="T20" fmla="*/ 29 w 67"/>
              <a:gd name="T21" fmla="*/ 46 h 62"/>
              <a:gd name="T22" fmla="*/ 34 w 67"/>
              <a:gd name="T23" fmla="*/ 46 h 62"/>
              <a:gd name="T24" fmla="*/ 44 w 67"/>
              <a:gd name="T25" fmla="*/ 44 h 62"/>
              <a:gd name="T26" fmla="*/ 52 w 67"/>
              <a:gd name="T27" fmla="*/ 40 h 62"/>
              <a:gd name="T28" fmla="*/ 59 w 67"/>
              <a:gd name="T29" fmla="*/ 27 h 62"/>
              <a:gd name="T30" fmla="*/ 52 w 67"/>
              <a:gd name="T31" fmla="*/ 14 h 62"/>
              <a:gd name="T32" fmla="*/ 44 w 67"/>
              <a:gd name="T33" fmla="*/ 10 h 62"/>
              <a:gd name="T34" fmla="*/ 34 w 67"/>
              <a:gd name="T35" fmla="*/ 8 h 62"/>
              <a:gd name="T36" fmla="*/ 34 w 67"/>
              <a:gd name="T37" fmla="*/ 0 h 62"/>
              <a:gd name="T38" fmla="*/ 34 w 67"/>
              <a:gd name="T39" fmla="*/ 0 h 62"/>
              <a:gd name="T40" fmla="*/ 67 w 67"/>
              <a:gd name="T41" fmla="*/ 27 h 62"/>
              <a:gd name="T42" fmla="*/ 34 w 67"/>
              <a:gd name="T43" fmla="*/ 54 h 62"/>
              <a:gd name="T44" fmla="*/ 28 w 67"/>
              <a:gd name="T45" fmla="*/ 54 h 62"/>
              <a:gd name="T46" fmla="*/ 4 w 67"/>
              <a:gd name="T47" fmla="*/ 62 h 62"/>
              <a:gd name="T48" fmla="*/ 4 w 67"/>
              <a:gd name="T49" fmla="*/ 61 h 62"/>
              <a:gd name="T50" fmla="*/ 13 w 67"/>
              <a:gd name="T51" fmla="*/ 50 h 62"/>
              <a:gd name="T52" fmla="*/ 12 w 67"/>
              <a:gd name="T53" fmla="*/ 48 h 62"/>
              <a:gd name="T54" fmla="*/ 0 w 67"/>
              <a:gd name="T55" fmla="*/ 27 h 62"/>
              <a:gd name="T56" fmla="*/ 34 w 67"/>
              <a:gd name="T5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 h="62">
                <a:moveTo>
                  <a:pt x="34" y="8"/>
                </a:moveTo>
                <a:cubicBezTo>
                  <a:pt x="30" y="8"/>
                  <a:pt x="26" y="9"/>
                  <a:pt x="23" y="10"/>
                </a:cubicBezTo>
                <a:cubicBezTo>
                  <a:pt x="20" y="11"/>
                  <a:pt x="17" y="12"/>
                  <a:pt x="15" y="14"/>
                </a:cubicBezTo>
                <a:cubicBezTo>
                  <a:pt x="11" y="18"/>
                  <a:pt x="8" y="22"/>
                  <a:pt x="8" y="27"/>
                </a:cubicBezTo>
                <a:cubicBezTo>
                  <a:pt x="8" y="30"/>
                  <a:pt x="9" y="32"/>
                  <a:pt x="11" y="35"/>
                </a:cubicBezTo>
                <a:cubicBezTo>
                  <a:pt x="12" y="37"/>
                  <a:pt x="14" y="39"/>
                  <a:pt x="17" y="41"/>
                </a:cubicBezTo>
                <a:cubicBezTo>
                  <a:pt x="19" y="42"/>
                  <a:pt x="20" y="45"/>
                  <a:pt x="21" y="47"/>
                </a:cubicBezTo>
                <a:cubicBezTo>
                  <a:pt x="21" y="48"/>
                  <a:pt x="21" y="48"/>
                  <a:pt x="21" y="49"/>
                </a:cubicBezTo>
                <a:cubicBezTo>
                  <a:pt x="21" y="49"/>
                  <a:pt x="22" y="48"/>
                  <a:pt x="22" y="48"/>
                </a:cubicBezTo>
                <a:cubicBezTo>
                  <a:pt x="24" y="46"/>
                  <a:pt x="26" y="45"/>
                  <a:pt x="28" y="45"/>
                </a:cubicBezTo>
                <a:cubicBezTo>
                  <a:pt x="29" y="45"/>
                  <a:pt x="29" y="45"/>
                  <a:pt x="29" y="46"/>
                </a:cubicBezTo>
                <a:cubicBezTo>
                  <a:pt x="31" y="46"/>
                  <a:pt x="32" y="46"/>
                  <a:pt x="34" y="46"/>
                </a:cubicBezTo>
                <a:cubicBezTo>
                  <a:pt x="37" y="46"/>
                  <a:pt x="41" y="45"/>
                  <a:pt x="44" y="44"/>
                </a:cubicBezTo>
                <a:cubicBezTo>
                  <a:pt x="47" y="43"/>
                  <a:pt x="50" y="42"/>
                  <a:pt x="52" y="40"/>
                </a:cubicBezTo>
                <a:cubicBezTo>
                  <a:pt x="56" y="36"/>
                  <a:pt x="59" y="32"/>
                  <a:pt x="59" y="27"/>
                </a:cubicBezTo>
                <a:cubicBezTo>
                  <a:pt x="59" y="22"/>
                  <a:pt x="56" y="18"/>
                  <a:pt x="52" y="14"/>
                </a:cubicBezTo>
                <a:cubicBezTo>
                  <a:pt x="50" y="12"/>
                  <a:pt x="47" y="11"/>
                  <a:pt x="44" y="10"/>
                </a:cubicBezTo>
                <a:cubicBezTo>
                  <a:pt x="41" y="9"/>
                  <a:pt x="37" y="8"/>
                  <a:pt x="34" y="8"/>
                </a:cubicBezTo>
                <a:close/>
                <a:moveTo>
                  <a:pt x="34" y="0"/>
                </a:moveTo>
                <a:cubicBezTo>
                  <a:pt x="34" y="0"/>
                  <a:pt x="34" y="0"/>
                  <a:pt x="34" y="0"/>
                </a:cubicBezTo>
                <a:cubicBezTo>
                  <a:pt x="52" y="0"/>
                  <a:pt x="67" y="12"/>
                  <a:pt x="67" y="27"/>
                </a:cubicBezTo>
                <a:cubicBezTo>
                  <a:pt x="67" y="42"/>
                  <a:pt x="52" y="54"/>
                  <a:pt x="34" y="54"/>
                </a:cubicBezTo>
                <a:cubicBezTo>
                  <a:pt x="32" y="54"/>
                  <a:pt x="30" y="54"/>
                  <a:pt x="28" y="54"/>
                </a:cubicBezTo>
                <a:cubicBezTo>
                  <a:pt x="21" y="61"/>
                  <a:pt x="13" y="62"/>
                  <a:pt x="4" y="62"/>
                </a:cubicBezTo>
                <a:cubicBezTo>
                  <a:pt x="4" y="61"/>
                  <a:pt x="4" y="61"/>
                  <a:pt x="4" y="61"/>
                </a:cubicBezTo>
                <a:cubicBezTo>
                  <a:pt x="9" y="59"/>
                  <a:pt x="13" y="55"/>
                  <a:pt x="13" y="50"/>
                </a:cubicBezTo>
                <a:cubicBezTo>
                  <a:pt x="13" y="49"/>
                  <a:pt x="13" y="49"/>
                  <a:pt x="12" y="48"/>
                </a:cubicBezTo>
                <a:cubicBezTo>
                  <a:pt x="5" y="43"/>
                  <a:pt x="0" y="36"/>
                  <a:pt x="0" y="27"/>
                </a:cubicBezTo>
                <a:cubicBezTo>
                  <a:pt x="0" y="12"/>
                  <a:pt x="15" y="0"/>
                  <a:pt x="34" y="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7" name="Freeform 191"/>
          <p:cNvSpPr>
            <a:spLocks noEditPoints="1"/>
          </p:cNvSpPr>
          <p:nvPr/>
        </p:nvSpPr>
        <p:spPr bwMode="auto">
          <a:xfrm>
            <a:off x="6803283" y="3917299"/>
            <a:ext cx="155392" cy="152459"/>
          </a:xfrm>
          <a:custGeom>
            <a:avLst/>
            <a:gdLst>
              <a:gd name="T0" fmla="*/ 62 w 65"/>
              <a:gd name="T1" fmla="*/ 36 h 64"/>
              <a:gd name="T2" fmla="*/ 62 w 65"/>
              <a:gd name="T3" fmla="*/ 32 h 64"/>
              <a:gd name="T4" fmla="*/ 33 w 65"/>
              <a:gd name="T5" fmla="*/ 3 h 64"/>
              <a:gd name="T6" fmla="*/ 28 w 65"/>
              <a:gd name="T7" fmla="*/ 3 h 64"/>
              <a:gd name="T8" fmla="*/ 18 w 65"/>
              <a:gd name="T9" fmla="*/ 0 h 64"/>
              <a:gd name="T10" fmla="*/ 0 w 65"/>
              <a:gd name="T11" fmla="*/ 18 h 64"/>
              <a:gd name="T12" fmla="*/ 3 w 65"/>
              <a:gd name="T13" fmla="*/ 28 h 64"/>
              <a:gd name="T14" fmla="*/ 3 w 65"/>
              <a:gd name="T15" fmla="*/ 32 h 64"/>
              <a:gd name="T16" fmla="*/ 33 w 65"/>
              <a:gd name="T17" fmla="*/ 62 h 64"/>
              <a:gd name="T18" fmla="*/ 38 w 65"/>
              <a:gd name="T19" fmla="*/ 62 h 64"/>
              <a:gd name="T20" fmla="*/ 47 w 65"/>
              <a:gd name="T21" fmla="*/ 64 h 64"/>
              <a:gd name="T22" fmla="*/ 65 w 65"/>
              <a:gd name="T23" fmla="*/ 46 h 64"/>
              <a:gd name="T24" fmla="*/ 62 w 65"/>
              <a:gd name="T25" fmla="*/ 36 h 64"/>
              <a:gd name="T26" fmla="*/ 35 w 65"/>
              <a:gd name="T27" fmla="*/ 54 h 64"/>
              <a:gd name="T28" fmla="*/ 17 w 65"/>
              <a:gd name="T29" fmla="*/ 49 h 64"/>
              <a:gd name="T30" fmla="*/ 18 w 65"/>
              <a:gd name="T31" fmla="*/ 39 h 64"/>
              <a:gd name="T32" fmla="*/ 26 w 65"/>
              <a:gd name="T33" fmla="*/ 45 h 64"/>
              <a:gd name="T34" fmla="*/ 40 w 65"/>
              <a:gd name="T35" fmla="*/ 44 h 64"/>
              <a:gd name="T36" fmla="*/ 32 w 65"/>
              <a:gd name="T37" fmla="*/ 36 h 64"/>
              <a:gd name="T38" fmla="*/ 15 w 65"/>
              <a:gd name="T39" fmla="*/ 23 h 64"/>
              <a:gd name="T40" fmla="*/ 28 w 65"/>
              <a:gd name="T41" fmla="*/ 10 h 64"/>
              <a:gd name="T42" fmla="*/ 46 w 65"/>
              <a:gd name="T43" fmla="*/ 15 h 64"/>
              <a:gd name="T44" fmla="*/ 45 w 65"/>
              <a:gd name="T45" fmla="*/ 24 h 64"/>
              <a:gd name="T46" fmla="*/ 32 w 65"/>
              <a:gd name="T47" fmla="*/ 17 h 64"/>
              <a:gd name="T48" fmla="*/ 29 w 65"/>
              <a:gd name="T49" fmla="*/ 27 h 64"/>
              <a:gd name="T50" fmla="*/ 50 w 65"/>
              <a:gd name="T51" fmla="*/ 37 h 64"/>
              <a:gd name="T52" fmla="*/ 35 w 65"/>
              <a:gd name="T53" fmla="*/ 5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64">
                <a:moveTo>
                  <a:pt x="62" y="36"/>
                </a:moveTo>
                <a:cubicBezTo>
                  <a:pt x="62" y="35"/>
                  <a:pt x="62" y="34"/>
                  <a:pt x="62" y="32"/>
                </a:cubicBezTo>
                <a:cubicBezTo>
                  <a:pt x="62" y="16"/>
                  <a:pt x="49" y="3"/>
                  <a:pt x="33" y="3"/>
                </a:cubicBezTo>
                <a:cubicBezTo>
                  <a:pt x="31" y="3"/>
                  <a:pt x="29" y="3"/>
                  <a:pt x="28" y="3"/>
                </a:cubicBezTo>
                <a:cubicBezTo>
                  <a:pt x="25" y="1"/>
                  <a:pt x="22" y="0"/>
                  <a:pt x="18" y="0"/>
                </a:cubicBezTo>
                <a:cubicBezTo>
                  <a:pt x="8" y="0"/>
                  <a:pt x="0" y="8"/>
                  <a:pt x="0" y="18"/>
                </a:cubicBezTo>
                <a:cubicBezTo>
                  <a:pt x="0" y="21"/>
                  <a:pt x="1" y="25"/>
                  <a:pt x="3" y="28"/>
                </a:cubicBezTo>
                <a:cubicBezTo>
                  <a:pt x="3" y="29"/>
                  <a:pt x="3" y="31"/>
                  <a:pt x="3" y="32"/>
                </a:cubicBezTo>
                <a:cubicBezTo>
                  <a:pt x="3" y="49"/>
                  <a:pt x="16" y="62"/>
                  <a:pt x="33" y="62"/>
                </a:cubicBezTo>
                <a:cubicBezTo>
                  <a:pt x="34" y="62"/>
                  <a:pt x="36" y="62"/>
                  <a:pt x="38" y="62"/>
                </a:cubicBezTo>
                <a:cubicBezTo>
                  <a:pt x="41" y="63"/>
                  <a:pt x="44" y="64"/>
                  <a:pt x="47" y="64"/>
                </a:cubicBezTo>
                <a:cubicBezTo>
                  <a:pt x="57" y="64"/>
                  <a:pt x="65" y="56"/>
                  <a:pt x="65" y="46"/>
                </a:cubicBezTo>
                <a:cubicBezTo>
                  <a:pt x="65" y="43"/>
                  <a:pt x="64" y="39"/>
                  <a:pt x="62" y="36"/>
                </a:cubicBezTo>
                <a:close/>
                <a:moveTo>
                  <a:pt x="35" y="54"/>
                </a:moveTo>
                <a:cubicBezTo>
                  <a:pt x="26" y="55"/>
                  <a:pt x="21" y="53"/>
                  <a:pt x="17" y="49"/>
                </a:cubicBezTo>
                <a:cubicBezTo>
                  <a:pt x="13" y="45"/>
                  <a:pt x="15" y="40"/>
                  <a:pt x="18" y="39"/>
                </a:cubicBezTo>
                <a:cubicBezTo>
                  <a:pt x="22" y="39"/>
                  <a:pt x="24" y="44"/>
                  <a:pt x="26" y="45"/>
                </a:cubicBezTo>
                <a:cubicBezTo>
                  <a:pt x="28" y="46"/>
                  <a:pt x="36" y="49"/>
                  <a:pt x="40" y="44"/>
                </a:cubicBezTo>
                <a:cubicBezTo>
                  <a:pt x="44" y="39"/>
                  <a:pt x="37" y="37"/>
                  <a:pt x="32" y="36"/>
                </a:cubicBezTo>
                <a:cubicBezTo>
                  <a:pt x="24" y="35"/>
                  <a:pt x="14" y="31"/>
                  <a:pt x="15" y="23"/>
                </a:cubicBezTo>
                <a:cubicBezTo>
                  <a:pt x="16" y="15"/>
                  <a:pt x="22" y="11"/>
                  <a:pt x="28" y="10"/>
                </a:cubicBezTo>
                <a:cubicBezTo>
                  <a:pt x="37" y="9"/>
                  <a:pt x="42" y="11"/>
                  <a:pt x="46" y="15"/>
                </a:cubicBezTo>
                <a:cubicBezTo>
                  <a:pt x="51" y="19"/>
                  <a:pt x="48" y="24"/>
                  <a:pt x="45" y="24"/>
                </a:cubicBezTo>
                <a:cubicBezTo>
                  <a:pt x="42" y="24"/>
                  <a:pt x="39" y="17"/>
                  <a:pt x="32" y="17"/>
                </a:cubicBezTo>
                <a:cubicBezTo>
                  <a:pt x="25" y="17"/>
                  <a:pt x="20" y="24"/>
                  <a:pt x="29" y="27"/>
                </a:cubicBezTo>
                <a:cubicBezTo>
                  <a:pt x="37" y="29"/>
                  <a:pt x="47" y="30"/>
                  <a:pt x="50" y="37"/>
                </a:cubicBezTo>
                <a:cubicBezTo>
                  <a:pt x="53" y="45"/>
                  <a:pt x="45" y="54"/>
                  <a:pt x="35" y="54"/>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8" name="Freeform 195"/>
          <p:cNvSpPr>
            <a:spLocks noEditPoints="1"/>
          </p:cNvSpPr>
          <p:nvPr/>
        </p:nvSpPr>
        <p:spPr bwMode="auto">
          <a:xfrm>
            <a:off x="5937416" y="3358465"/>
            <a:ext cx="196438" cy="211097"/>
          </a:xfrm>
          <a:custGeom>
            <a:avLst/>
            <a:gdLst>
              <a:gd name="T0" fmla="*/ 78 w 82"/>
              <a:gd name="T1" fmla="*/ 22 h 88"/>
              <a:gd name="T2" fmla="*/ 50 w 82"/>
              <a:gd name="T3" fmla="*/ 2 h 88"/>
              <a:gd name="T4" fmla="*/ 40 w 82"/>
              <a:gd name="T5" fmla="*/ 4 h 88"/>
              <a:gd name="T6" fmla="*/ 3 w 82"/>
              <a:gd name="T7" fmla="*/ 55 h 88"/>
              <a:gd name="T8" fmla="*/ 4 w 82"/>
              <a:gd name="T9" fmla="*/ 65 h 88"/>
              <a:gd name="T10" fmla="*/ 32 w 82"/>
              <a:gd name="T11" fmla="*/ 85 h 88"/>
              <a:gd name="T12" fmla="*/ 42 w 82"/>
              <a:gd name="T13" fmla="*/ 84 h 88"/>
              <a:gd name="T14" fmla="*/ 80 w 82"/>
              <a:gd name="T15" fmla="*/ 33 h 88"/>
              <a:gd name="T16" fmla="*/ 78 w 82"/>
              <a:gd name="T17" fmla="*/ 22 h 88"/>
              <a:gd name="T18" fmla="*/ 54 w 82"/>
              <a:gd name="T19" fmla="*/ 9 h 88"/>
              <a:gd name="T20" fmla="*/ 70 w 82"/>
              <a:gd name="T21" fmla="*/ 21 h 88"/>
              <a:gd name="T22" fmla="*/ 68 w 82"/>
              <a:gd name="T23" fmla="*/ 23 h 88"/>
              <a:gd name="T24" fmla="*/ 53 w 82"/>
              <a:gd name="T25" fmla="*/ 11 h 88"/>
              <a:gd name="T26" fmla="*/ 54 w 82"/>
              <a:gd name="T27" fmla="*/ 9 h 88"/>
              <a:gd name="T28" fmla="*/ 21 w 82"/>
              <a:gd name="T29" fmla="*/ 71 h 88"/>
              <a:gd name="T30" fmla="*/ 20 w 82"/>
              <a:gd name="T31" fmla="*/ 64 h 88"/>
              <a:gd name="T32" fmla="*/ 27 w 82"/>
              <a:gd name="T33" fmla="*/ 63 h 88"/>
              <a:gd name="T34" fmla="*/ 28 w 82"/>
              <a:gd name="T35" fmla="*/ 70 h 88"/>
              <a:gd name="T36" fmla="*/ 21 w 82"/>
              <a:gd name="T37" fmla="*/ 71 h 88"/>
              <a:gd name="T38" fmla="*/ 45 w 82"/>
              <a:gd name="T39" fmla="*/ 71 h 88"/>
              <a:gd name="T40" fmla="*/ 14 w 82"/>
              <a:gd name="T41" fmla="*/ 48 h 88"/>
              <a:gd name="T42" fmla="*/ 43 w 82"/>
              <a:gd name="T43" fmla="*/ 9 h 88"/>
              <a:gd name="T44" fmla="*/ 74 w 82"/>
              <a:gd name="T45" fmla="*/ 32 h 88"/>
              <a:gd name="T46" fmla="*/ 45 w 82"/>
              <a:gd name="T47" fmla="*/ 7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2" h="88">
                <a:moveTo>
                  <a:pt x="78" y="22"/>
                </a:moveTo>
                <a:cubicBezTo>
                  <a:pt x="50" y="2"/>
                  <a:pt x="50" y="2"/>
                  <a:pt x="50" y="2"/>
                </a:cubicBezTo>
                <a:cubicBezTo>
                  <a:pt x="47" y="0"/>
                  <a:pt x="43" y="1"/>
                  <a:pt x="40" y="4"/>
                </a:cubicBezTo>
                <a:cubicBezTo>
                  <a:pt x="3" y="55"/>
                  <a:pt x="3" y="55"/>
                  <a:pt x="3" y="55"/>
                </a:cubicBezTo>
                <a:cubicBezTo>
                  <a:pt x="0" y="58"/>
                  <a:pt x="1" y="63"/>
                  <a:pt x="4" y="65"/>
                </a:cubicBezTo>
                <a:cubicBezTo>
                  <a:pt x="32" y="85"/>
                  <a:pt x="32" y="85"/>
                  <a:pt x="32" y="85"/>
                </a:cubicBezTo>
                <a:cubicBezTo>
                  <a:pt x="35" y="88"/>
                  <a:pt x="40" y="87"/>
                  <a:pt x="42" y="84"/>
                </a:cubicBezTo>
                <a:cubicBezTo>
                  <a:pt x="80" y="33"/>
                  <a:pt x="80" y="33"/>
                  <a:pt x="80" y="33"/>
                </a:cubicBezTo>
                <a:cubicBezTo>
                  <a:pt x="82" y="29"/>
                  <a:pt x="81" y="25"/>
                  <a:pt x="78" y="22"/>
                </a:cubicBezTo>
                <a:close/>
                <a:moveTo>
                  <a:pt x="54" y="9"/>
                </a:moveTo>
                <a:cubicBezTo>
                  <a:pt x="70" y="21"/>
                  <a:pt x="70" y="21"/>
                  <a:pt x="70" y="21"/>
                </a:cubicBezTo>
                <a:cubicBezTo>
                  <a:pt x="68" y="23"/>
                  <a:pt x="68" y="23"/>
                  <a:pt x="68" y="23"/>
                </a:cubicBezTo>
                <a:cubicBezTo>
                  <a:pt x="53" y="11"/>
                  <a:pt x="53" y="11"/>
                  <a:pt x="53" y="11"/>
                </a:cubicBezTo>
                <a:lnTo>
                  <a:pt x="54" y="9"/>
                </a:lnTo>
                <a:close/>
                <a:moveTo>
                  <a:pt x="21" y="71"/>
                </a:moveTo>
                <a:cubicBezTo>
                  <a:pt x="19" y="70"/>
                  <a:pt x="18" y="67"/>
                  <a:pt x="20" y="64"/>
                </a:cubicBezTo>
                <a:cubicBezTo>
                  <a:pt x="22" y="62"/>
                  <a:pt x="25" y="62"/>
                  <a:pt x="27" y="63"/>
                </a:cubicBezTo>
                <a:cubicBezTo>
                  <a:pt x="29" y="65"/>
                  <a:pt x="29" y="68"/>
                  <a:pt x="28" y="70"/>
                </a:cubicBezTo>
                <a:cubicBezTo>
                  <a:pt x="26" y="72"/>
                  <a:pt x="23" y="73"/>
                  <a:pt x="21" y="71"/>
                </a:cubicBezTo>
                <a:close/>
                <a:moveTo>
                  <a:pt x="45" y="71"/>
                </a:moveTo>
                <a:cubicBezTo>
                  <a:pt x="14" y="48"/>
                  <a:pt x="14" y="48"/>
                  <a:pt x="14" y="48"/>
                </a:cubicBezTo>
                <a:cubicBezTo>
                  <a:pt x="43" y="9"/>
                  <a:pt x="43" y="9"/>
                  <a:pt x="43" y="9"/>
                </a:cubicBezTo>
                <a:cubicBezTo>
                  <a:pt x="74" y="32"/>
                  <a:pt x="74" y="32"/>
                  <a:pt x="74" y="32"/>
                </a:cubicBezTo>
                <a:lnTo>
                  <a:pt x="45" y="71"/>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9" name="Freeform 205"/>
          <p:cNvSpPr>
            <a:spLocks noEditPoints="1"/>
          </p:cNvSpPr>
          <p:nvPr/>
        </p:nvSpPr>
        <p:spPr bwMode="auto">
          <a:xfrm>
            <a:off x="5680874" y="3969767"/>
            <a:ext cx="102617" cy="114344"/>
          </a:xfrm>
          <a:custGeom>
            <a:avLst/>
            <a:gdLst>
              <a:gd name="T0" fmla="*/ 34 w 43"/>
              <a:gd name="T1" fmla="*/ 15 h 48"/>
              <a:gd name="T2" fmla="*/ 36 w 43"/>
              <a:gd name="T3" fmla="*/ 12 h 48"/>
              <a:gd name="T4" fmla="*/ 39 w 43"/>
              <a:gd name="T5" fmla="*/ 7 h 48"/>
              <a:gd name="T6" fmla="*/ 38 w 43"/>
              <a:gd name="T7" fmla="*/ 1 h 48"/>
              <a:gd name="T8" fmla="*/ 34 w 43"/>
              <a:gd name="T9" fmla="*/ 0 h 48"/>
              <a:gd name="T10" fmla="*/ 27 w 43"/>
              <a:gd name="T11" fmla="*/ 3 h 48"/>
              <a:gd name="T12" fmla="*/ 21 w 43"/>
              <a:gd name="T13" fmla="*/ 14 h 48"/>
              <a:gd name="T14" fmla="*/ 16 w 43"/>
              <a:gd name="T15" fmla="*/ 3 h 48"/>
              <a:gd name="T16" fmla="*/ 10 w 43"/>
              <a:gd name="T17" fmla="*/ 1 h 48"/>
              <a:gd name="T18" fmla="*/ 6 w 43"/>
              <a:gd name="T19" fmla="*/ 3 h 48"/>
              <a:gd name="T20" fmla="*/ 7 w 43"/>
              <a:gd name="T21" fmla="*/ 12 h 48"/>
              <a:gd name="T22" fmla="*/ 10 w 43"/>
              <a:gd name="T23" fmla="*/ 15 h 48"/>
              <a:gd name="T24" fmla="*/ 0 w 43"/>
              <a:gd name="T25" fmla="*/ 15 h 48"/>
              <a:gd name="T26" fmla="*/ 0 w 43"/>
              <a:gd name="T27" fmla="*/ 27 h 48"/>
              <a:gd name="T28" fmla="*/ 3 w 43"/>
              <a:gd name="T29" fmla="*/ 27 h 48"/>
              <a:gd name="T30" fmla="*/ 3 w 43"/>
              <a:gd name="T31" fmla="*/ 48 h 48"/>
              <a:gd name="T32" fmla="*/ 40 w 43"/>
              <a:gd name="T33" fmla="*/ 48 h 48"/>
              <a:gd name="T34" fmla="*/ 40 w 43"/>
              <a:gd name="T35" fmla="*/ 27 h 48"/>
              <a:gd name="T36" fmla="*/ 43 w 43"/>
              <a:gd name="T37" fmla="*/ 27 h 48"/>
              <a:gd name="T38" fmla="*/ 43 w 43"/>
              <a:gd name="T39" fmla="*/ 15 h 48"/>
              <a:gd name="T40" fmla="*/ 34 w 43"/>
              <a:gd name="T41" fmla="*/ 15 h 48"/>
              <a:gd name="T42" fmla="*/ 29 w 43"/>
              <a:gd name="T43" fmla="*/ 5 h 48"/>
              <a:gd name="T44" fmla="*/ 34 w 43"/>
              <a:gd name="T45" fmla="*/ 3 h 48"/>
              <a:gd name="T46" fmla="*/ 35 w 43"/>
              <a:gd name="T47" fmla="*/ 4 h 48"/>
              <a:gd name="T48" fmla="*/ 34 w 43"/>
              <a:gd name="T49" fmla="*/ 10 h 48"/>
              <a:gd name="T50" fmla="*/ 27 w 43"/>
              <a:gd name="T51" fmla="*/ 15 h 48"/>
              <a:gd name="T52" fmla="*/ 24 w 43"/>
              <a:gd name="T53" fmla="*/ 15 h 48"/>
              <a:gd name="T54" fmla="*/ 29 w 43"/>
              <a:gd name="T55" fmla="*/ 5 h 48"/>
              <a:gd name="T56" fmla="*/ 8 w 43"/>
              <a:gd name="T57" fmla="*/ 7 h 48"/>
              <a:gd name="T58" fmla="*/ 9 w 43"/>
              <a:gd name="T59" fmla="*/ 5 h 48"/>
              <a:gd name="T60" fmla="*/ 10 w 43"/>
              <a:gd name="T61" fmla="*/ 4 h 48"/>
              <a:gd name="T62" fmla="*/ 10 w 43"/>
              <a:gd name="T63" fmla="*/ 4 h 48"/>
              <a:gd name="T64" fmla="*/ 13 w 43"/>
              <a:gd name="T65" fmla="*/ 6 h 48"/>
              <a:gd name="T66" fmla="*/ 17 w 43"/>
              <a:gd name="T67" fmla="*/ 13 h 48"/>
              <a:gd name="T68" fmla="*/ 17 w 43"/>
              <a:gd name="T69" fmla="*/ 13 h 48"/>
              <a:gd name="T70" fmla="*/ 17 w 43"/>
              <a:gd name="T71" fmla="*/ 13 h 48"/>
              <a:gd name="T72" fmla="*/ 9 w 43"/>
              <a:gd name="T73" fmla="*/ 10 h 48"/>
              <a:gd name="T74" fmla="*/ 8 w 43"/>
              <a:gd name="T75" fmla="*/ 7 h 48"/>
              <a:gd name="T76" fmla="*/ 18 w 43"/>
              <a:gd name="T77" fmla="*/ 45 h 48"/>
              <a:gd name="T78" fmla="*/ 6 w 43"/>
              <a:gd name="T79" fmla="*/ 45 h 48"/>
              <a:gd name="T80" fmla="*/ 6 w 43"/>
              <a:gd name="T81" fmla="*/ 25 h 48"/>
              <a:gd name="T82" fmla="*/ 18 w 43"/>
              <a:gd name="T83" fmla="*/ 25 h 48"/>
              <a:gd name="T84" fmla="*/ 18 w 43"/>
              <a:gd name="T85" fmla="*/ 45 h 48"/>
              <a:gd name="T86" fmla="*/ 18 w 43"/>
              <a:gd name="T87" fmla="*/ 24 h 48"/>
              <a:gd name="T88" fmla="*/ 3 w 43"/>
              <a:gd name="T89" fmla="*/ 24 h 48"/>
              <a:gd name="T90" fmla="*/ 3 w 43"/>
              <a:gd name="T91" fmla="*/ 18 h 48"/>
              <a:gd name="T92" fmla="*/ 18 w 43"/>
              <a:gd name="T93" fmla="*/ 18 h 48"/>
              <a:gd name="T94" fmla="*/ 18 w 43"/>
              <a:gd name="T95" fmla="*/ 24 h 48"/>
              <a:gd name="T96" fmla="*/ 37 w 43"/>
              <a:gd name="T97" fmla="*/ 45 h 48"/>
              <a:gd name="T98" fmla="*/ 25 w 43"/>
              <a:gd name="T99" fmla="*/ 45 h 48"/>
              <a:gd name="T100" fmla="*/ 25 w 43"/>
              <a:gd name="T101" fmla="*/ 25 h 48"/>
              <a:gd name="T102" fmla="*/ 37 w 43"/>
              <a:gd name="T103" fmla="*/ 25 h 48"/>
              <a:gd name="T104" fmla="*/ 37 w 43"/>
              <a:gd name="T105" fmla="*/ 45 h 48"/>
              <a:gd name="T106" fmla="*/ 40 w 43"/>
              <a:gd name="T107" fmla="*/ 24 h 48"/>
              <a:gd name="T108" fmla="*/ 25 w 43"/>
              <a:gd name="T109" fmla="*/ 24 h 48"/>
              <a:gd name="T110" fmla="*/ 25 w 43"/>
              <a:gd name="T111" fmla="*/ 18 h 48"/>
              <a:gd name="T112" fmla="*/ 40 w 43"/>
              <a:gd name="T113" fmla="*/ 18 h 48"/>
              <a:gd name="T114" fmla="*/ 40 w 43"/>
              <a:gd name="T115"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3" h="48">
                <a:moveTo>
                  <a:pt x="34" y="15"/>
                </a:moveTo>
                <a:cubicBezTo>
                  <a:pt x="35" y="14"/>
                  <a:pt x="36" y="13"/>
                  <a:pt x="36" y="12"/>
                </a:cubicBezTo>
                <a:cubicBezTo>
                  <a:pt x="38" y="11"/>
                  <a:pt x="39" y="9"/>
                  <a:pt x="39" y="7"/>
                </a:cubicBezTo>
                <a:cubicBezTo>
                  <a:pt x="40" y="5"/>
                  <a:pt x="39" y="3"/>
                  <a:pt x="38" y="1"/>
                </a:cubicBezTo>
                <a:cubicBezTo>
                  <a:pt x="37" y="0"/>
                  <a:pt x="35" y="0"/>
                  <a:pt x="34" y="0"/>
                </a:cubicBezTo>
                <a:cubicBezTo>
                  <a:pt x="31" y="0"/>
                  <a:pt x="29" y="1"/>
                  <a:pt x="27" y="3"/>
                </a:cubicBezTo>
                <a:cubicBezTo>
                  <a:pt x="24" y="6"/>
                  <a:pt x="22" y="10"/>
                  <a:pt x="21" y="14"/>
                </a:cubicBezTo>
                <a:cubicBezTo>
                  <a:pt x="20" y="10"/>
                  <a:pt x="19" y="6"/>
                  <a:pt x="16" y="3"/>
                </a:cubicBezTo>
                <a:cubicBezTo>
                  <a:pt x="14" y="2"/>
                  <a:pt x="12" y="1"/>
                  <a:pt x="10" y="1"/>
                </a:cubicBezTo>
                <a:cubicBezTo>
                  <a:pt x="9" y="1"/>
                  <a:pt x="7" y="1"/>
                  <a:pt x="6" y="3"/>
                </a:cubicBezTo>
                <a:cubicBezTo>
                  <a:pt x="4" y="5"/>
                  <a:pt x="4" y="9"/>
                  <a:pt x="7" y="12"/>
                </a:cubicBezTo>
                <a:cubicBezTo>
                  <a:pt x="8" y="13"/>
                  <a:pt x="9" y="14"/>
                  <a:pt x="10" y="15"/>
                </a:cubicBezTo>
                <a:cubicBezTo>
                  <a:pt x="0" y="15"/>
                  <a:pt x="0" y="15"/>
                  <a:pt x="0" y="15"/>
                </a:cubicBezTo>
                <a:cubicBezTo>
                  <a:pt x="0" y="27"/>
                  <a:pt x="0" y="27"/>
                  <a:pt x="0" y="27"/>
                </a:cubicBezTo>
                <a:cubicBezTo>
                  <a:pt x="3" y="27"/>
                  <a:pt x="3" y="27"/>
                  <a:pt x="3" y="27"/>
                </a:cubicBezTo>
                <a:cubicBezTo>
                  <a:pt x="3" y="48"/>
                  <a:pt x="3" y="48"/>
                  <a:pt x="3" y="48"/>
                </a:cubicBezTo>
                <a:cubicBezTo>
                  <a:pt x="40" y="48"/>
                  <a:pt x="40" y="48"/>
                  <a:pt x="40" y="48"/>
                </a:cubicBezTo>
                <a:cubicBezTo>
                  <a:pt x="40" y="27"/>
                  <a:pt x="40" y="27"/>
                  <a:pt x="40" y="27"/>
                </a:cubicBezTo>
                <a:cubicBezTo>
                  <a:pt x="43" y="27"/>
                  <a:pt x="43" y="27"/>
                  <a:pt x="43" y="27"/>
                </a:cubicBezTo>
                <a:cubicBezTo>
                  <a:pt x="43" y="15"/>
                  <a:pt x="43" y="15"/>
                  <a:pt x="43" y="15"/>
                </a:cubicBezTo>
                <a:lnTo>
                  <a:pt x="34" y="15"/>
                </a:lnTo>
                <a:close/>
                <a:moveTo>
                  <a:pt x="29" y="5"/>
                </a:moveTo>
                <a:cubicBezTo>
                  <a:pt x="31" y="4"/>
                  <a:pt x="32" y="3"/>
                  <a:pt x="34" y="3"/>
                </a:cubicBezTo>
                <a:cubicBezTo>
                  <a:pt x="34" y="3"/>
                  <a:pt x="35" y="3"/>
                  <a:pt x="35" y="4"/>
                </a:cubicBezTo>
                <a:cubicBezTo>
                  <a:pt x="37" y="5"/>
                  <a:pt x="36" y="8"/>
                  <a:pt x="34" y="10"/>
                </a:cubicBezTo>
                <a:cubicBezTo>
                  <a:pt x="32" y="12"/>
                  <a:pt x="29" y="14"/>
                  <a:pt x="27" y="15"/>
                </a:cubicBezTo>
                <a:cubicBezTo>
                  <a:pt x="24" y="15"/>
                  <a:pt x="24" y="15"/>
                  <a:pt x="24" y="15"/>
                </a:cubicBezTo>
                <a:cubicBezTo>
                  <a:pt x="25" y="12"/>
                  <a:pt x="27" y="8"/>
                  <a:pt x="29" y="5"/>
                </a:cubicBezTo>
                <a:close/>
                <a:moveTo>
                  <a:pt x="8" y="7"/>
                </a:moveTo>
                <a:cubicBezTo>
                  <a:pt x="8" y="6"/>
                  <a:pt x="8" y="6"/>
                  <a:pt x="9" y="5"/>
                </a:cubicBezTo>
                <a:cubicBezTo>
                  <a:pt x="9" y="5"/>
                  <a:pt x="10" y="4"/>
                  <a:pt x="10" y="4"/>
                </a:cubicBezTo>
                <a:cubicBezTo>
                  <a:pt x="10" y="4"/>
                  <a:pt x="10" y="4"/>
                  <a:pt x="10" y="4"/>
                </a:cubicBezTo>
                <a:cubicBezTo>
                  <a:pt x="11" y="4"/>
                  <a:pt x="12" y="5"/>
                  <a:pt x="13" y="6"/>
                </a:cubicBezTo>
                <a:cubicBezTo>
                  <a:pt x="15" y="7"/>
                  <a:pt x="16" y="10"/>
                  <a:pt x="17" y="13"/>
                </a:cubicBezTo>
                <a:cubicBezTo>
                  <a:pt x="17" y="13"/>
                  <a:pt x="17" y="13"/>
                  <a:pt x="17" y="13"/>
                </a:cubicBezTo>
                <a:cubicBezTo>
                  <a:pt x="17" y="13"/>
                  <a:pt x="17" y="13"/>
                  <a:pt x="17" y="13"/>
                </a:cubicBezTo>
                <a:cubicBezTo>
                  <a:pt x="14" y="13"/>
                  <a:pt x="11" y="11"/>
                  <a:pt x="9" y="10"/>
                </a:cubicBezTo>
                <a:cubicBezTo>
                  <a:pt x="9" y="9"/>
                  <a:pt x="8" y="8"/>
                  <a:pt x="8" y="7"/>
                </a:cubicBezTo>
                <a:close/>
                <a:moveTo>
                  <a:pt x="18" y="45"/>
                </a:moveTo>
                <a:cubicBezTo>
                  <a:pt x="6" y="45"/>
                  <a:pt x="6" y="45"/>
                  <a:pt x="6" y="45"/>
                </a:cubicBezTo>
                <a:cubicBezTo>
                  <a:pt x="6" y="25"/>
                  <a:pt x="6" y="25"/>
                  <a:pt x="6" y="25"/>
                </a:cubicBezTo>
                <a:cubicBezTo>
                  <a:pt x="18" y="25"/>
                  <a:pt x="18" y="25"/>
                  <a:pt x="18" y="25"/>
                </a:cubicBezTo>
                <a:lnTo>
                  <a:pt x="18" y="45"/>
                </a:lnTo>
                <a:close/>
                <a:moveTo>
                  <a:pt x="18" y="24"/>
                </a:moveTo>
                <a:cubicBezTo>
                  <a:pt x="3" y="24"/>
                  <a:pt x="3" y="24"/>
                  <a:pt x="3" y="24"/>
                </a:cubicBezTo>
                <a:cubicBezTo>
                  <a:pt x="3" y="18"/>
                  <a:pt x="3" y="18"/>
                  <a:pt x="3" y="18"/>
                </a:cubicBezTo>
                <a:cubicBezTo>
                  <a:pt x="18" y="18"/>
                  <a:pt x="18" y="18"/>
                  <a:pt x="18" y="18"/>
                </a:cubicBezTo>
                <a:lnTo>
                  <a:pt x="18" y="24"/>
                </a:lnTo>
                <a:close/>
                <a:moveTo>
                  <a:pt x="37" y="45"/>
                </a:moveTo>
                <a:cubicBezTo>
                  <a:pt x="25" y="45"/>
                  <a:pt x="25" y="45"/>
                  <a:pt x="25" y="45"/>
                </a:cubicBezTo>
                <a:cubicBezTo>
                  <a:pt x="25" y="25"/>
                  <a:pt x="25" y="25"/>
                  <a:pt x="25" y="25"/>
                </a:cubicBezTo>
                <a:cubicBezTo>
                  <a:pt x="37" y="25"/>
                  <a:pt x="37" y="25"/>
                  <a:pt x="37" y="25"/>
                </a:cubicBezTo>
                <a:lnTo>
                  <a:pt x="37" y="45"/>
                </a:lnTo>
                <a:close/>
                <a:moveTo>
                  <a:pt x="40" y="24"/>
                </a:moveTo>
                <a:cubicBezTo>
                  <a:pt x="25" y="24"/>
                  <a:pt x="25" y="24"/>
                  <a:pt x="25" y="24"/>
                </a:cubicBezTo>
                <a:cubicBezTo>
                  <a:pt x="25" y="18"/>
                  <a:pt x="25" y="18"/>
                  <a:pt x="25" y="18"/>
                </a:cubicBezTo>
                <a:cubicBezTo>
                  <a:pt x="40" y="18"/>
                  <a:pt x="40" y="18"/>
                  <a:pt x="40" y="18"/>
                </a:cubicBezTo>
                <a:lnTo>
                  <a:pt x="40" y="24"/>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0" name="Freeform 223"/>
          <p:cNvSpPr>
            <a:spLocks noEditPoints="1"/>
          </p:cNvSpPr>
          <p:nvPr/>
        </p:nvSpPr>
        <p:spPr bwMode="auto">
          <a:xfrm>
            <a:off x="6303995" y="4232693"/>
            <a:ext cx="170051" cy="149528"/>
          </a:xfrm>
          <a:custGeom>
            <a:avLst/>
            <a:gdLst>
              <a:gd name="T0" fmla="*/ 76 w 116"/>
              <a:gd name="T1" fmla="*/ 15 h 102"/>
              <a:gd name="T2" fmla="*/ 40 w 116"/>
              <a:gd name="T3" fmla="*/ 0 h 102"/>
              <a:gd name="T4" fmla="*/ 0 w 116"/>
              <a:gd name="T5" fmla="*/ 15 h 102"/>
              <a:gd name="T6" fmla="*/ 0 w 116"/>
              <a:gd name="T7" fmla="*/ 102 h 102"/>
              <a:gd name="T8" fmla="*/ 40 w 116"/>
              <a:gd name="T9" fmla="*/ 87 h 102"/>
              <a:gd name="T10" fmla="*/ 76 w 116"/>
              <a:gd name="T11" fmla="*/ 102 h 102"/>
              <a:gd name="T12" fmla="*/ 116 w 116"/>
              <a:gd name="T13" fmla="*/ 87 h 102"/>
              <a:gd name="T14" fmla="*/ 116 w 116"/>
              <a:gd name="T15" fmla="*/ 0 h 102"/>
              <a:gd name="T16" fmla="*/ 76 w 116"/>
              <a:gd name="T17" fmla="*/ 15 h 102"/>
              <a:gd name="T18" fmla="*/ 44 w 116"/>
              <a:gd name="T19" fmla="*/ 9 h 102"/>
              <a:gd name="T20" fmla="*/ 73 w 116"/>
              <a:gd name="T21" fmla="*/ 22 h 102"/>
              <a:gd name="T22" fmla="*/ 73 w 116"/>
              <a:gd name="T23" fmla="*/ 92 h 102"/>
              <a:gd name="T24" fmla="*/ 44 w 116"/>
              <a:gd name="T25" fmla="*/ 80 h 102"/>
              <a:gd name="T26" fmla="*/ 44 w 116"/>
              <a:gd name="T27" fmla="*/ 9 h 102"/>
              <a:gd name="T28" fmla="*/ 8 w 116"/>
              <a:gd name="T29" fmla="*/ 20 h 102"/>
              <a:gd name="T30" fmla="*/ 37 w 116"/>
              <a:gd name="T31" fmla="*/ 9 h 102"/>
              <a:gd name="T32" fmla="*/ 37 w 116"/>
              <a:gd name="T33" fmla="*/ 80 h 102"/>
              <a:gd name="T34" fmla="*/ 8 w 116"/>
              <a:gd name="T35" fmla="*/ 92 h 102"/>
              <a:gd name="T36" fmla="*/ 8 w 116"/>
              <a:gd name="T37" fmla="*/ 20 h 102"/>
              <a:gd name="T38" fmla="*/ 109 w 116"/>
              <a:gd name="T39" fmla="*/ 82 h 102"/>
              <a:gd name="T40" fmla="*/ 80 w 116"/>
              <a:gd name="T41" fmla="*/ 92 h 102"/>
              <a:gd name="T42" fmla="*/ 80 w 116"/>
              <a:gd name="T43" fmla="*/ 22 h 102"/>
              <a:gd name="T44" fmla="*/ 109 w 116"/>
              <a:gd name="T45" fmla="*/ 10 h 102"/>
              <a:gd name="T46" fmla="*/ 109 w 116"/>
              <a:gd name="T47" fmla="*/ 8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6" h="102">
                <a:moveTo>
                  <a:pt x="76" y="15"/>
                </a:moveTo>
                <a:lnTo>
                  <a:pt x="40" y="0"/>
                </a:lnTo>
                <a:lnTo>
                  <a:pt x="0" y="15"/>
                </a:lnTo>
                <a:lnTo>
                  <a:pt x="0" y="102"/>
                </a:lnTo>
                <a:lnTo>
                  <a:pt x="40" y="87"/>
                </a:lnTo>
                <a:lnTo>
                  <a:pt x="76" y="102"/>
                </a:lnTo>
                <a:lnTo>
                  <a:pt x="116" y="87"/>
                </a:lnTo>
                <a:lnTo>
                  <a:pt x="116" y="0"/>
                </a:lnTo>
                <a:lnTo>
                  <a:pt x="76" y="15"/>
                </a:lnTo>
                <a:close/>
                <a:moveTo>
                  <a:pt x="44" y="9"/>
                </a:moveTo>
                <a:lnTo>
                  <a:pt x="73" y="22"/>
                </a:lnTo>
                <a:lnTo>
                  <a:pt x="73" y="92"/>
                </a:lnTo>
                <a:lnTo>
                  <a:pt x="44" y="80"/>
                </a:lnTo>
                <a:lnTo>
                  <a:pt x="44" y="9"/>
                </a:lnTo>
                <a:close/>
                <a:moveTo>
                  <a:pt x="8" y="20"/>
                </a:moveTo>
                <a:lnTo>
                  <a:pt x="37" y="9"/>
                </a:lnTo>
                <a:lnTo>
                  <a:pt x="37" y="80"/>
                </a:lnTo>
                <a:lnTo>
                  <a:pt x="8" y="92"/>
                </a:lnTo>
                <a:lnTo>
                  <a:pt x="8" y="20"/>
                </a:lnTo>
                <a:close/>
                <a:moveTo>
                  <a:pt x="109" y="82"/>
                </a:moveTo>
                <a:lnTo>
                  <a:pt x="80" y="92"/>
                </a:lnTo>
                <a:lnTo>
                  <a:pt x="80" y="22"/>
                </a:lnTo>
                <a:lnTo>
                  <a:pt x="109" y="10"/>
                </a:lnTo>
                <a:lnTo>
                  <a:pt x="109" y="82"/>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1" name="Freeform 55"/>
          <p:cNvSpPr>
            <a:spLocks noEditPoints="1"/>
          </p:cNvSpPr>
          <p:nvPr/>
        </p:nvSpPr>
        <p:spPr bwMode="auto">
          <a:xfrm>
            <a:off x="10866903" y="4808599"/>
            <a:ext cx="256542" cy="238950"/>
          </a:xfrm>
          <a:custGeom>
            <a:avLst/>
            <a:gdLst>
              <a:gd name="T0" fmla="*/ 53 w 107"/>
              <a:gd name="T1" fmla="*/ 13 h 100"/>
              <a:gd name="T2" fmla="*/ 37 w 107"/>
              <a:gd name="T3" fmla="*/ 16 h 100"/>
              <a:gd name="T4" fmla="*/ 24 w 107"/>
              <a:gd name="T5" fmla="*/ 23 h 100"/>
              <a:gd name="T6" fmla="*/ 13 w 107"/>
              <a:gd name="T7" fmla="*/ 43 h 100"/>
              <a:gd name="T8" fmla="*/ 17 w 107"/>
              <a:gd name="T9" fmla="*/ 55 h 100"/>
              <a:gd name="T10" fmla="*/ 27 w 107"/>
              <a:gd name="T11" fmla="*/ 66 h 100"/>
              <a:gd name="T12" fmla="*/ 33 w 107"/>
              <a:gd name="T13" fmla="*/ 75 h 100"/>
              <a:gd name="T14" fmla="*/ 33 w 107"/>
              <a:gd name="T15" fmla="*/ 79 h 100"/>
              <a:gd name="T16" fmla="*/ 36 w 107"/>
              <a:gd name="T17" fmla="*/ 77 h 100"/>
              <a:gd name="T18" fmla="*/ 45 w 107"/>
              <a:gd name="T19" fmla="*/ 73 h 100"/>
              <a:gd name="T20" fmla="*/ 47 w 107"/>
              <a:gd name="T21" fmla="*/ 73 h 100"/>
              <a:gd name="T22" fmla="*/ 53 w 107"/>
              <a:gd name="T23" fmla="*/ 73 h 100"/>
              <a:gd name="T24" fmla="*/ 70 w 107"/>
              <a:gd name="T25" fmla="*/ 71 h 100"/>
              <a:gd name="T26" fmla="*/ 83 w 107"/>
              <a:gd name="T27" fmla="*/ 64 h 100"/>
              <a:gd name="T28" fmla="*/ 93 w 107"/>
              <a:gd name="T29" fmla="*/ 43 h 100"/>
              <a:gd name="T30" fmla="*/ 83 w 107"/>
              <a:gd name="T31" fmla="*/ 23 h 100"/>
              <a:gd name="T32" fmla="*/ 70 w 107"/>
              <a:gd name="T33" fmla="*/ 16 h 100"/>
              <a:gd name="T34" fmla="*/ 53 w 107"/>
              <a:gd name="T35" fmla="*/ 13 h 100"/>
              <a:gd name="T36" fmla="*/ 53 w 107"/>
              <a:gd name="T37" fmla="*/ 0 h 100"/>
              <a:gd name="T38" fmla="*/ 53 w 107"/>
              <a:gd name="T39" fmla="*/ 0 h 100"/>
              <a:gd name="T40" fmla="*/ 107 w 107"/>
              <a:gd name="T41" fmla="*/ 43 h 100"/>
              <a:gd name="T42" fmla="*/ 53 w 107"/>
              <a:gd name="T43" fmla="*/ 87 h 100"/>
              <a:gd name="T44" fmla="*/ 45 w 107"/>
              <a:gd name="T45" fmla="*/ 86 h 100"/>
              <a:gd name="T46" fmla="*/ 7 w 107"/>
              <a:gd name="T47" fmla="*/ 100 h 100"/>
              <a:gd name="T48" fmla="*/ 7 w 107"/>
              <a:gd name="T49" fmla="*/ 97 h 100"/>
              <a:gd name="T50" fmla="*/ 20 w 107"/>
              <a:gd name="T51" fmla="*/ 80 h 100"/>
              <a:gd name="T52" fmla="*/ 20 w 107"/>
              <a:gd name="T53" fmla="*/ 77 h 100"/>
              <a:gd name="T54" fmla="*/ 0 w 107"/>
              <a:gd name="T55" fmla="*/ 43 h 100"/>
              <a:gd name="T56" fmla="*/ 53 w 107"/>
              <a:gd name="T5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7" h="100">
                <a:moveTo>
                  <a:pt x="53" y="13"/>
                </a:moveTo>
                <a:cubicBezTo>
                  <a:pt x="48" y="13"/>
                  <a:pt x="42" y="14"/>
                  <a:pt x="37" y="16"/>
                </a:cubicBezTo>
                <a:cubicBezTo>
                  <a:pt x="32" y="18"/>
                  <a:pt x="28" y="20"/>
                  <a:pt x="24" y="23"/>
                </a:cubicBezTo>
                <a:cubicBezTo>
                  <a:pt x="17" y="29"/>
                  <a:pt x="13" y="36"/>
                  <a:pt x="13" y="43"/>
                </a:cubicBezTo>
                <a:cubicBezTo>
                  <a:pt x="13" y="48"/>
                  <a:pt x="14" y="52"/>
                  <a:pt x="17" y="55"/>
                </a:cubicBezTo>
                <a:cubicBezTo>
                  <a:pt x="19" y="59"/>
                  <a:pt x="23" y="63"/>
                  <a:pt x="27" y="66"/>
                </a:cubicBezTo>
                <a:cubicBezTo>
                  <a:pt x="30" y="68"/>
                  <a:pt x="32" y="71"/>
                  <a:pt x="33" y="75"/>
                </a:cubicBezTo>
                <a:cubicBezTo>
                  <a:pt x="33" y="76"/>
                  <a:pt x="33" y="78"/>
                  <a:pt x="33" y="79"/>
                </a:cubicBezTo>
                <a:cubicBezTo>
                  <a:pt x="34" y="78"/>
                  <a:pt x="35" y="78"/>
                  <a:pt x="36" y="77"/>
                </a:cubicBezTo>
                <a:cubicBezTo>
                  <a:pt x="38" y="74"/>
                  <a:pt x="42" y="73"/>
                  <a:pt x="45" y="73"/>
                </a:cubicBezTo>
                <a:cubicBezTo>
                  <a:pt x="46" y="73"/>
                  <a:pt x="46" y="73"/>
                  <a:pt x="47" y="73"/>
                </a:cubicBezTo>
                <a:cubicBezTo>
                  <a:pt x="49" y="73"/>
                  <a:pt x="51" y="73"/>
                  <a:pt x="53" y="73"/>
                </a:cubicBezTo>
                <a:cubicBezTo>
                  <a:pt x="59" y="73"/>
                  <a:pt x="65" y="73"/>
                  <a:pt x="70" y="71"/>
                </a:cubicBezTo>
                <a:cubicBezTo>
                  <a:pt x="75" y="69"/>
                  <a:pt x="79" y="67"/>
                  <a:pt x="83" y="64"/>
                </a:cubicBezTo>
                <a:cubicBezTo>
                  <a:pt x="90" y="58"/>
                  <a:pt x="93" y="51"/>
                  <a:pt x="93" y="43"/>
                </a:cubicBezTo>
                <a:cubicBezTo>
                  <a:pt x="93" y="36"/>
                  <a:pt x="90" y="29"/>
                  <a:pt x="83" y="23"/>
                </a:cubicBezTo>
                <a:cubicBezTo>
                  <a:pt x="79" y="20"/>
                  <a:pt x="75" y="18"/>
                  <a:pt x="70" y="16"/>
                </a:cubicBezTo>
                <a:cubicBezTo>
                  <a:pt x="65" y="14"/>
                  <a:pt x="59" y="13"/>
                  <a:pt x="53" y="13"/>
                </a:cubicBezTo>
                <a:close/>
                <a:moveTo>
                  <a:pt x="53" y="0"/>
                </a:moveTo>
                <a:cubicBezTo>
                  <a:pt x="53" y="0"/>
                  <a:pt x="53" y="0"/>
                  <a:pt x="53" y="0"/>
                </a:cubicBezTo>
                <a:cubicBezTo>
                  <a:pt x="83" y="0"/>
                  <a:pt x="107" y="19"/>
                  <a:pt x="107" y="43"/>
                </a:cubicBezTo>
                <a:cubicBezTo>
                  <a:pt x="107" y="67"/>
                  <a:pt x="83" y="87"/>
                  <a:pt x="53" y="87"/>
                </a:cubicBezTo>
                <a:cubicBezTo>
                  <a:pt x="51" y="87"/>
                  <a:pt x="48" y="87"/>
                  <a:pt x="45" y="86"/>
                </a:cubicBezTo>
                <a:cubicBezTo>
                  <a:pt x="34" y="98"/>
                  <a:pt x="20" y="100"/>
                  <a:pt x="7" y="100"/>
                </a:cubicBezTo>
                <a:cubicBezTo>
                  <a:pt x="7" y="97"/>
                  <a:pt x="7" y="97"/>
                  <a:pt x="7" y="97"/>
                </a:cubicBezTo>
                <a:cubicBezTo>
                  <a:pt x="14" y="94"/>
                  <a:pt x="20" y="87"/>
                  <a:pt x="20" y="80"/>
                </a:cubicBezTo>
                <a:cubicBezTo>
                  <a:pt x="20" y="79"/>
                  <a:pt x="20" y="78"/>
                  <a:pt x="20" y="77"/>
                </a:cubicBezTo>
                <a:cubicBezTo>
                  <a:pt x="8" y="69"/>
                  <a:pt x="0" y="57"/>
                  <a:pt x="0" y="43"/>
                </a:cubicBezTo>
                <a:cubicBezTo>
                  <a:pt x="0" y="19"/>
                  <a:pt x="24" y="0"/>
                  <a:pt x="53" y="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2" name="Freeform 56"/>
          <p:cNvSpPr>
            <a:spLocks noEditPoints="1"/>
          </p:cNvSpPr>
          <p:nvPr/>
        </p:nvSpPr>
        <p:spPr bwMode="auto">
          <a:xfrm>
            <a:off x="10689523" y="4939068"/>
            <a:ext cx="161254" cy="161255"/>
          </a:xfrm>
          <a:custGeom>
            <a:avLst/>
            <a:gdLst>
              <a:gd name="T0" fmla="*/ 62 w 67"/>
              <a:gd name="T1" fmla="*/ 17 h 67"/>
              <a:gd name="T2" fmla="*/ 67 w 67"/>
              <a:gd name="T3" fmla="*/ 13 h 67"/>
              <a:gd name="T4" fmla="*/ 67 w 67"/>
              <a:gd name="T5" fmla="*/ 5 h 67"/>
              <a:gd name="T6" fmla="*/ 58 w 67"/>
              <a:gd name="T7" fmla="*/ 5 h 67"/>
              <a:gd name="T8" fmla="*/ 58 w 67"/>
              <a:gd name="T9" fmla="*/ 0 h 67"/>
              <a:gd name="T10" fmla="*/ 4 w 67"/>
              <a:gd name="T11" fmla="*/ 0 h 67"/>
              <a:gd name="T12" fmla="*/ 0 w 67"/>
              <a:gd name="T13" fmla="*/ 5 h 67"/>
              <a:gd name="T14" fmla="*/ 0 w 67"/>
              <a:gd name="T15" fmla="*/ 63 h 67"/>
              <a:gd name="T16" fmla="*/ 4 w 67"/>
              <a:gd name="T17" fmla="*/ 67 h 67"/>
              <a:gd name="T18" fmla="*/ 58 w 67"/>
              <a:gd name="T19" fmla="*/ 67 h 67"/>
              <a:gd name="T20" fmla="*/ 58 w 67"/>
              <a:gd name="T21" fmla="*/ 50 h 67"/>
              <a:gd name="T22" fmla="*/ 62 w 67"/>
              <a:gd name="T23" fmla="*/ 50 h 67"/>
              <a:gd name="T24" fmla="*/ 67 w 67"/>
              <a:gd name="T25" fmla="*/ 46 h 67"/>
              <a:gd name="T26" fmla="*/ 67 w 67"/>
              <a:gd name="T27" fmla="*/ 38 h 67"/>
              <a:gd name="T28" fmla="*/ 58 w 67"/>
              <a:gd name="T29" fmla="*/ 38 h 67"/>
              <a:gd name="T30" fmla="*/ 58 w 67"/>
              <a:gd name="T31" fmla="*/ 34 h 67"/>
              <a:gd name="T32" fmla="*/ 62 w 67"/>
              <a:gd name="T33" fmla="*/ 34 h 67"/>
              <a:gd name="T34" fmla="*/ 67 w 67"/>
              <a:gd name="T35" fmla="*/ 30 h 67"/>
              <a:gd name="T36" fmla="*/ 67 w 67"/>
              <a:gd name="T37" fmla="*/ 21 h 67"/>
              <a:gd name="T38" fmla="*/ 58 w 67"/>
              <a:gd name="T39" fmla="*/ 21 h 67"/>
              <a:gd name="T40" fmla="*/ 58 w 67"/>
              <a:gd name="T41" fmla="*/ 17 h 67"/>
              <a:gd name="T42" fmla="*/ 62 w 67"/>
              <a:gd name="T43" fmla="*/ 17 h 67"/>
              <a:gd name="T44" fmla="*/ 37 w 67"/>
              <a:gd name="T45" fmla="*/ 17 h 67"/>
              <a:gd name="T46" fmla="*/ 46 w 67"/>
              <a:gd name="T47" fmla="*/ 25 h 67"/>
              <a:gd name="T48" fmla="*/ 37 w 67"/>
              <a:gd name="T49" fmla="*/ 34 h 67"/>
              <a:gd name="T50" fmla="*/ 29 w 67"/>
              <a:gd name="T51" fmla="*/ 25 h 67"/>
              <a:gd name="T52" fmla="*/ 37 w 67"/>
              <a:gd name="T53" fmla="*/ 17 h 67"/>
              <a:gd name="T54" fmla="*/ 16 w 67"/>
              <a:gd name="T55" fmla="*/ 63 h 67"/>
              <a:gd name="T56" fmla="*/ 12 w 67"/>
              <a:gd name="T57" fmla="*/ 63 h 67"/>
              <a:gd name="T58" fmla="*/ 12 w 67"/>
              <a:gd name="T59" fmla="*/ 5 h 67"/>
              <a:gd name="T60" fmla="*/ 16 w 67"/>
              <a:gd name="T61" fmla="*/ 5 h 67"/>
              <a:gd name="T62" fmla="*/ 16 w 67"/>
              <a:gd name="T63" fmla="*/ 63 h 67"/>
              <a:gd name="T64" fmla="*/ 50 w 67"/>
              <a:gd name="T65" fmla="*/ 50 h 67"/>
              <a:gd name="T66" fmla="*/ 25 w 67"/>
              <a:gd name="T67" fmla="*/ 50 h 67"/>
              <a:gd name="T68" fmla="*/ 25 w 67"/>
              <a:gd name="T69" fmla="*/ 46 h 67"/>
              <a:gd name="T70" fmla="*/ 33 w 67"/>
              <a:gd name="T71" fmla="*/ 38 h 67"/>
              <a:gd name="T72" fmla="*/ 33 w 67"/>
              <a:gd name="T73" fmla="*/ 38 h 67"/>
              <a:gd name="T74" fmla="*/ 41 w 67"/>
              <a:gd name="T75" fmla="*/ 38 h 67"/>
              <a:gd name="T76" fmla="*/ 50 w 67"/>
              <a:gd name="T77" fmla="*/ 46 h 67"/>
              <a:gd name="T78" fmla="*/ 50 w 67"/>
              <a:gd name="T79" fmla="*/ 5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 h="67">
                <a:moveTo>
                  <a:pt x="62" y="17"/>
                </a:moveTo>
                <a:cubicBezTo>
                  <a:pt x="65" y="17"/>
                  <a:pt x="67" y="15"/>
                  <a:pt x="67" y="13"/>
                </a:cubicBezTo>
                <a:cubicBezTo>
                  <a:pt x="67" y="5"/>
                  <a:pt x="67" y="5"/>
                  <a:pt x="67" y="5"/>
                </a:cubicBezTo>
                <a:cubicBezTo>
                  <a:pt x="58" y="5"/>
                  <a:pt x="58" y="5"/>
                  <a:pt x="58" y="5"/>
                </a:cubicBezTo>
                <a:cubicBezTo>
                  <a:pt x="58" y="0"/>
                  <a:pt x="58" y="0"/>
                  <a:pt x="58" y="0"/>
                </a:cubicBezTo>
                <a:cubicBezTo>
                  <a:pt x="4" y="0"/>
                  <a:pt x="4" y="0"/>
                  <a:pt x="4" y="0"/>
                </a:cubicBezTo>
                <a:cubicBezTo>
                  <a:pt x="2" y="0"/>
                  <a:pt x="0" y="2"/>
                  <a:pt x="0" y="5"/>
                </a:cubicBezTo>
                <a:cubicBezTo>
                  <a:pt x="0" y="63"/>
                  <a:pt x="0" y="63"/>
                  <a:pt x="0" y="63"/>
                </a:cubicBezTo>
                <a:cubicBezTo>
                  <a:pt x="0" y="65"/>
                  <a:pt x="2" y="67"/>
                  <a:pt x="4" y="67"/>
                </a:cubicBezTo>
                <a:cubicBezTo>
                  <a:pt x="58" y="67"/>
                  <a:pt x="58" y="67"/>
                  <a:pt x="58" y="67"/>
                </a:cubicBezTo>
                <a:cubicBezTo>
                  <a:pt x="58" y="50"/>
                  <a:pt x="58" y="50"/>
                  <a:pt x="58" y="50"/>
                </a:cubicBezTo>
                <a:cubicBezTo>
                  <a:pt x="62" y="50"/>
                  <a:pt x="62" y="50"/>
                  <a:pt x="62" y="50"/>
                </a:cubicBezTo>
                <a:cubicBezTo>
                  <a:pt x="65" y="50"/>
                  <a:pt x="67" y="49"/>
                  <a:pt x="67" y="46"/>
                </a:cubicBezTo>
                <a:cubicBezTo>
                  <a:pt x="67" y="38"/>
                  <a:pt x="67" y="38"/>
                  <a:pt x="67" y="38"/>
                </a:cubicBezTo>
                <a:cubicBezTo>
                  <a:pt x="58" y="38"/>
                  <a:pt x="58" y="38"/>
                  <a:pt x="58" y="38"/>
                </a:cubicBezTo>
                <a:cubicBezTo>
                  <a:pt x="58" y="34"/>
                  <a:pt x="58" y="34"/>
                  <a:pt x="58" y="34"/>
                </a:cubicBezTo>
                <a:cubicBezTo>
                  <a:pt x="62" y="34"/>
                  <a:pt x="62" y="34"/>
                  <a:pt x="62" y="34"/>
                </a:cubicBezTo>
                <a:cubicBezTo>
                  <a:pt x="65" y="34"/>
                  <a:pt x="67" y="32"/>
                  <a:pt x="67" y="30"/>
                </a:cubicBezTo>
                <a:cubicBezTo>
                  <a:pt x="67" y="21"/>
                  <a:pt x="67" y="21"/>
                  <a:pt x="67" y="21"/>
                </a:cubicBezTo>
                <a:cubicBezTo>
                  <a:pt x="58" y="21"/>
                  <a:pt x="58" y="21"/>
                  <a:pt x="58" y="21"/>
                </a:cubicBezTo>
                <a:cubicBezTo>
                  <a:pt x="58" y="17"/>
                  <a:pt x="58" y="17"/>
                  <a:pt x="58" y="17"/>
                </a:cubicBezTo>
                <a:lnTo>
                  <a:pt x="62" y="17"/>
                </a:lnTo>
                <a:close/>
                <a:moveTo>
                  <a:pt x="37" y="17"/>
                </a:moveTo>
                <a:cubicBezTo>
                  <a:pt x="42" y="17"/>
                  <a:pt x="46" y="21"/>
                  <a:pt x="46" y="25"/>
                </a:cubicBezTo>
                <a:cubicBezTo>
                  <a:pt x="46" y="30"/>
                  <a:pt x="42" y="34"/>
                  <a:pt x="37" y="34"/>
                </a:cubicBezTo>
                <a:cubicBezTo>
                  <a:pt x="33" y="34"/>
                  <a:pt x="29" y="30"/>
                  <a:pt x="29" y="25"/>
                </a:cubicBezTo>
                <a:cubicBezTo>
                  <a:pt x="29" y="21"/>
                  <a:pt x="33" y="17"/>
                  <a:pt x="37" y="17"/>
                </a:cubicBezTo>
                <a:close/>
                <a:moveTo>
                  <a:pt x="16" y="63"/>
                </a:moveTo>
                <a:cubicBezTo>
                  <a:pt x="12" y="63"/>
                  <a:pt x="12" y="63"/>
                  <a:pt x="12" y="63"/>
                </a:cubicBezTo>
                <a:cubicBezTo>
                  <a:pt x="12" y="5"/>
                  <a:pt x="12" y="5"/>
                  <a:pt x="12" y="5"/>
                </a:cubicBezTo>
                <a:cubicBezTo>
                  <a:pt x="16" y="5"/>
                  <a:pt x="16" y="5"/>
                  <a:pt x="16" y="5"/>
                </a:cubicBezTo>
                <a:lnTo>
                  <a:pt x="16" y="63"/>
                </a:lnTo>
                <a:close/>
                <a:moveTo>
                  <a:pt x="50" y="50"/>
                </a:moveTo>
                <a:cubicBezTo>
                  <a:pt x="25" y="50"/>
                  <a:pt x="25" y="50"/>
                  <a:pt x="25" y="50"/>
                </a:cubicBezTo>
                <a:cubicBezTo>
                  <a:pt x="25" y="46"/>
                  <a:pt x="25" y="46"/>
                  <a:pt x="25" y="46"/>
                </a:cubicBezTo>
                <a:cubicBezTo>
                  <a:pt x="25" y="42"/>
                  <a:pt x="28" y="38"/>
                  <a:pt x="33" y="38"/>
                </a:cubicBezTo>
                <a:cubicBezTo>
                  <a:pt x="33" y="38"/>
                  <a:pt x="33" y="38"/>
                  <a:pt x="33" y="38"/>
                </a:cubicBezTo>
                <a:cubicBezTo>
                  <a:pt x="41" y="38"/>
                  <a:pt x="41" y="38"/>
                  <a:pt x="41" y="38"/>
                </a:cubicBezTo>
                <a:cubicBezTo>
                  <a:pt x="46" y="38"/>
                  <a:pt x="50" y="42"/>
                  <a:pt x="50" y="46"/>
                </a:cubicBezTo>
                <a:lnTo>
                  <a:pt x="50" y="50"/>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3" name="Freeform 57"/>
          <p:cNvSpPr>
            <a:spLocks noEditPoints="1"/>
          </p:cNvSpPr>
          <p:nvPr/>
        </p:nvSpPr>
        <p:spPr bwMode="auto">
          <a:xfrm>
            <a:off x="10965121" y="4499283"/>
            <a:ext cx="139266" cy="136333"/>
          </a:xfrm>
          <a:custGeom>
            <a:avLst/>
            <a:gdLst>
              <a:gd name="T0" fmla="*/ 58 w 58"/>
              <a:gd name="T1" fmla="*/ 29 h 57"/>
              <a:gd name="T2" fmla="*/ 29 w 58"/>
              <a:gd name="T3" fmla="*/ 57 h 57"/>
              <a:gd name="T4" fmla="*/ 0 w 58"/>
              <a:gd name="T5" fmla="*/ 29 h 57"/>
              <a:gd name="T6" fmla="*/ 29 w 58"/>
              <a:gd name="T7" fmla="*/ 0 h 57"/>
              <a:gd name="T8" fmla="*/ 58 w 58"/>
              <a:gd name="T9" fmla="*/ 29 h 57"/>
              <a:gd name="T10" fmla="*/ 6 w 58"/>
              <a:gd name="T11" fmla="*/ 29 h 57"/>
              <a:gd name="T12" fmla="*/ 29 w 58"/>
              <a:gd name="T13" fmla="*/ 52 h 57"/>
              <a:gd name="T14" fmla="*/ 52 w 58"/>
              <a:gd name="T15" fmla="*/ 29 h 57"/>
              <a:gd name="T16" fmla="*/ 29 w 58"/>
              <a:gd name="T17" fmla="*/ 6 h 57"/>
              <a:gd name="T18" fmla="*/ 6 w 58"/>
              <a:gd name="T19" fmla="*/ 29 h 57"/>
              <a:gd name="T20" fmla="*/ 32 w 58"/>
              <a:gd name="T21" fmla="*/ 12 h 57"/>
              <a:gd name="T22" fmla="*/ 46 w 58"/>
              <a:gd name="T23" fmla="*/ 26 h 57"/>
              <a:gd name="T24" fmla="*/ 46 w 58"/>
              <a:gd name="T25" fmla="*/ 31 h 57"/>
              <a:gd name="T26" fmla="*/ 41 w 58"/>
              <a:gd name="T27" fmla="*/ 31 h 57"/>
              <a:gd name="T28" fmla="*/ 33 w 58"/>
              <a:gd name="T29" fmla="*/ 23 h 57"/>
              <a:gd name="T30" fmla="*/ 33 w 58"/>
              <a:gd name="T31" fmla="*/ 43 h 57"/>
              <a:gd name="T32" fmla="*/ 29 w 58"/>
              <a:gd name="T33" fmla="*/ 47 h 57"/>
              <a:gd name="T34" fmla="*/ 25 w 58"/>
              <a:gd name="T35" fmla="*/ 43 h 57"/>
              <a:gd name="T36" fmla="*/ 25 w 58"/>
              <a:gd name="T37" fmla="*/ 23 h 57"/>
              <a:gd name="T38" fmla="*/ 17 w 58"/>
              <a:gd name="T39" fmla="*/ 31 h 57"/>
              <a:gd name="T40" fmla="*/ 12 w 58"/>
              <a:gd name="T41" fmla="*/ 31 h 57"/>
              <a:gd name="T42" fmla="*/ 11 w 58"/>
              <a:gd name="T43" fmla="*/ 29 h 57"/>
              <a:gd name="T44" fmla="*/ 12 w 58"/>
              <a:gd name="T45" fmla="*/ 26 h 57"/>
              <a:gd name="T46" fmla="*/ 27 w 58"/>
              <a:gd name="T47" fmla="*/ 12 h 57"/>
              <a:gd name="T48" fmla="*/ 32 w 58"/>
              <a:gd name="T49"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8" h="57">
                <a:moveTo>
                  <a:pt x="58" y="29"/>
                </a:moveTo>
                <a:cubicBezTo>
                  <a:pt x="58" y="45"/>
                  <a:pt x="45" y="57"/>
                  <a:pt x="29" y="57"/>
                </a:cubicBezTo>
                <a:cubicBezTo>
                  <a:pt x="13" y="57"/>
                  <a:pt x="0" y="45"/>
                  <a:pt x="0" y="29"/>
                </a:cubicBezTo>
                <a:cubicBezTo>
                  <a:pt x="0" y="13"/>
                  <a:pt x="13" y="0"/>
                  <a:pt x="29" y="0"/>
                </a:cubicBezTo>
                <a:cubicBezTo>
                  <a:pt x="45" y="0"/>
                  <a:pt x="58" y="13"/>
                  <a:pt x="58" y="29"/>
                </a:cubicBezTo>
                <a:close/>
                <a:moveTo>
                  <a:pt x="6" y="29"/>
                </a:moveTo>
                <a:cubicBezTo>
                  <a:pt x="6" y="42"/>
                  <a:pt x="16" y="52"/>
                  <a:pt x="29" y="52"/>
                </a:cubicBezTo>
                <a:cubicBezTo>
                  <a:pt x="42" y="52"/>
                  <a:pt x="52" y="42"/>
                  <a:pt x="52" y="29"/>
                </a:cubicBezTo>
                <a:cubicBezTo>
                  <a:pt x="52" y="16"/>
                  <a:pt x="42" y="6"/>
                  <a:pt x="29" y="6"/>
                </a:cubicBezTo>
                <a:cubicBezTo>
                  <a:pt x="16" y="6"/>
                  <a:pt x="6" y="16"/>
                  <a:pt x="6" y="29"/>
                </a:cubicBezTo>
                <a:close/>
                <a:moveTo>
                  <a:pt x="32" y="12"/>
                </a:moveTo>
                <a:cubicBezTo>
                  <a:pt x="46" y="26"/>
                  <a:pt x="46" y="26"/>
                  <a:pt x="46" y="26"/>
                </a:cubicBezTo>
                <a:cubicBezTo>
                  <a:pt x="47" y="28"/>
                  <a:pt x="47" y="30"/>
                  <a:pt x="46" y="31"/>
                </a:cubicBezTo>
                <a:cubicBezTo>
                  <a:pt x="45" y="33"/>
                  <a:pt x="42" y="33"/>
                  <a:pt x="41" y="31"/>
                </a:cubicBezTo>
                <a:cubicBezTo>
                  <a:pt x="33" y="23"/>
                  <a:pt x="33" y="23"/>
                  <a:pt x="33" y="23"/>
                </a:cubicBezTo>
                <a:cubicBezTo>
                  <a:pt x="33" y="43"/>
                  <a:pt x="33" y="43"/>
                  <a:pt x="33" y="43"/>
                </a:cubicBezTo>
                <a:cubicBezTo>
                  <a:pt x="33" y="45"/>
                  <a:pt x="31" y="47"/>
                  <a:pt x="29" y="47"/>
                </a:cubicBezTo>
                <a:cubicBezTo>
                  <a:pt x="27" y="47"/>
                  <a:pt x="25" y="45"/>
                  <a:pt x="25" y="43"/>
                </a:cubicBezTo>
                <a:cubicBezTo>
                  <a:pt x="25" y="23"/>
                  <a:pt x="25" y="23"/>
                  <a:pt x="25" y="23"/>
                </a:cubicBezTo>
                <a:cubicBezTo>
                  <a:pt x="17" y="31"/>
                  <a:pt x="17" y="31"/>
                  <a:pt x="17" y="31"/>
                </a:cubicBezTo>
                <a:cubicBezTo>
                  <a:pt x="16" y="33"/>
                  <a:pt x="14" y="33"/>
                  <a:pt x="12" y="31"/>
                </a:cubicBezTo>
                <a:cubicBezTo>
                  <a:pt x="12" y="31"/>
                  <a:pt x="11" y="30"/>
                  <a:pt x="11" y="29"/>
                </a:cubicBezTo>
                <a:cubicBezTo>
                  <a:pt x="11" y="28"/>
                  <a:pt x="12" y="27"/>
                  <a:pt x="12" y="26"/>
                </a:cubicBezTo>
                <a:cubicBezTo>
                  <a:pt x="27" y="12"/>
                  <a:pt x="27" y="12"/>
                  <a:pt x="27" y="12"/>
                </a:cubicBezTo>
                <a:cubicBezTo>
                  <a:pt x="28" y="11"/>
                  <a:pt x="30" y="11"/>
                  <a:pt x="32" y="12"/>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4" name="Freeform 58"/>
          <p:cNvSpPr>
            <a:spLocks noEditPoints="1"/>
          </p:cNvSpPr>
          <p:nvPr/>
        </p:nvSpPr>
        <p:spPr bwMode="auto">
          <a:xfrm>
            <a:off x="10941667" y="4669333"/>
            <a:ext cx="109947" cy="109946"/>
          </a:xfrm>
          <a:custGeom>
            <a:avLst/>
            <a:gdLst>
              <a:gd name="T0" fmla="*/ 3 w 46"/>
              <a:gd name="T1" fmla="*/ 0 h 46"/>
              <a:gd name="T2" fmla="*/ 20 w 46"/>
              <a:gd name="T3" fmla="*/ 0 h 46"/>
              <a:gd name="T4" fmla="*/ 20 w 46"/>
              <a:gd name="T5" fmla="*/ 3 h 46"/>
              <a:gd name="T6" fmla="*/ 3 w 46"/>
              <a:gd name="T7" fmla="*/ 3 h 46"/>
              <a:gd name="T8" fmla="*/ 3 w 46"/>
              <a:gd name="T9" fmla="*/ 0 h 46"/>
              <a:gd name="T10" fmla="*/ 26 w 46"/>
              <a:gd name="T11" fmla="*/ 0 h 46"/>
              <a:gd name="T12" fmla="*/ 43 w 46"/>
              <a:gd name="T13" fmla="*/ 0 h 46"/>
              <a:gd name="T14" fmla="*/ 43 w 46"/>
              <a:gd name="T15" fmla="*/ 3 h 46"/>
              <a:gd name="T16" fmla="*/ 26 w 46"/>
              <a:gd name="T17" fmla="*/ 3 h 46"/>
              <a:gd name="T18" fmla="*/ 26 w 46"/>
              <a:gd name="T19" fmla="*/ 0 h 46"/>
              <a:gd name="T20" fmla="*/ 43 w 46"/>
              <a:gd name="T21" fmla="*/ 14 h 46"/>
              <a:gd name="T22" fmla="*/ 41 w 46"/>
              <a:gd name="T23" fmla="*/ 14 h 46"/>
              <a:gd name="T24" fmla="*/ 41 w 46"/>
              <a:gd name="T25" fmla="*/ 3 h 46"/>
              <a:gd name="T26" fmla="*/ 29 w 46"/>
              <a:gd name="T27" fmla="*/ 3 h 46"/>
              <a:gd name="T28" fmla="*/ 29 w 46"/>
              <a:gd name="T29" fmla="*/ 14 h 46"/>
              <a:gd name="T30" fmla="*/ 17 w 46"/>
              <a:gd name="T31" fmla="*/ 14 h 46"/>
              <a:gd name="T32" fmla="*/ 17 w 46"/>
              <a:gd name="T33" fmla="*/ 3 h 46"/>
              <a:gd name="T34" fmla="*/ 6 w 46"/>
              <a:gd name="T35" fmla="*/ 3 h 46"/>
              <a:gd name="T36" fmla="*/ 6 w 46"/>
              <a:gd name="T37" fmla="*/ 14 h 46"/>
              <a:gd name="T38" fmla="*/ 3 w 46"/>
              <a:gd name="T39" fmla="*/ 14 h 46"/>
              <a:gd name="T40" fmla="*/ 0 w 46"/>
              <a:gd name="T41" fmla="*/ 18 h 46"/>
              <a:gd name="T42" fmla="*/ 0 w 46"/>
              <a:gd name="T43" fmla="*/ 43 h 46"/>
              <a:gd name="T44" fmla="*/ 3 w 46"/>
              <a:gd name="T45" fmla="*/ 46 h 46"/>
              <a:gd name="T46" fmla="*/ 17 w 46"/>
              <a:gd name="T47" fmla="*/ 46 h 46"/>
              <a:gd name="T48" fmla="*/ 20 w 46"/>
              <a:gd name="T49" fmla="*/ 43 h 46"/>
              <a:gd name="T50" fmla="*/ 20 w 46"/>
              <a:gd name="T51" fmla="*/ 26 h 46"/>
              <a:gd name="T52" fmla="*/ 26 w 46"/>
              <a:gd name="T53" fmla="*/ 26 h 46"/>
              <a:gd name="T54" fmla="*/ 26 w 46"/>
              <a:gd name="T55" fmla="*/ 43 h 46"/>
              <a:gd name="T56" fmla="*/ 29 w 46"/>
              <a:gd name="T57" fmla="*/ 46 h 46"/>
              <a:gd name="T58" fmla="*/ 43 w 46"/>
              <a:gd name="T59" fmla="*/ 46 h 46"/>
              <a:gd name="T60" fmla="*/ 46 w 46"/>
              <a:gd name="T61" fmla="*/ 43 h 46"/>
              <a:gd name="T62" fmla="*/ 46 w 46"/>
              <a:gd name="T63" fmla="*/ 18 h 46"/>
              <a:gd name="T64" fmla="*/ 43 w 46"/>
              <a:gd name="T65" fmla="*/ 14 h 46"/>
              <a:gd name="T66" fmla="*/ 16 w 46"/>
              <a:gd name="T67" fmla="*/ 43 h 46"/>
              <a:gd name="T68" fmla="*/ 5 w 46"/>
              <a:gd name="T69" fmla="*/ 43 h 46"/>
              <a:gd name="T70" fmla="*/ 3 w 46"/>
              <a:gd name="T71" fmla="*/ 42 h 46"/>
              <a:gd name="T72" fmla="*/ 5 w 46"/>
              <a:gd name="T73" fmla="*/ 40 h 46"/>
              <a:gd name="T74" fmla="*/ 16 w 46"/>
              <a:gd name="T75" fmla="*/ 40 h 46"/>
              <a:gd name="T76" fmla="*/ 17 w 46"/>
              <a:gd name="T77" fmla="*/ 42 h 46"/>
              <a:gd name="T78" fmla="*/ 16 w 46"/>
              <a:gd name="T79" fmla="*/ 43 h 46"/>
              <a:gd name="T80" fmla="*/ 25 w 46"/>
              <a:gd name="T81" fmla="*/ 23 h 46"/>
              <a:gd name="T82" fmla="*/ 22 w 46"/>
              <a:gd name="T83" fmla="*/ 23 h 46"/>
              <a:gd name="T84" fmla="*/ 20 w 46"/>
              <a:gd name="T85" fmla="*/ 22 h 46"/>
              <a:gd name="T86" fmla="*/ 22 w 46"/>
              <a:gd name="T87" fmla="*/ 20 h 46"/>
              <a:gd name="T88" fmla="*/ 25 w 46"/>
              <a:gd name="T89" fmla="*/ 20 h 46"/>
              <a:gd name="T90" fmla="*/ 26 w 46"/>
              <a:gd name="T91" fmla="*/ 22 h 46"/>
              <a:gd name="T92" fmla="*/ 25 w 46"/>
              <a:gd name="T93" fmla="*/ 23 h 46"/>
              <a:gd name="T94" fmla="*/ 42 w 46"/>
              <a:gd name="T95" fmla="*/ 43 h 46"/>
              <a:gd name="T96" fmla="*/ 31 w 46"/>
              <a:gd name="T97" fmla="*/ 43 h 46"/>
              <a:gd name="T98" fmla="*/ 29 w 46"/>
              <a:gd name="T99" fmla="*/ 42 h 46"/>
              <a:gd name="T100" fmla="*/ 31 w 46"/>
              <a:gd name="T101" fmla="*/ 40 h 46"/>
              <a:gd name="T102" fmla="*/ 42 w 46"/>
              <a:gd name="T103" fmla="*/ 40 h 46"/>
              <a:gd name="T104" fmla="*/ 43 w 46"/>
              <a:gd name="T105" fmla="*/ 42 h 46"/>
              <a:gd name="T106" fmla="*/ 42 w 46"/>
              <a:gd name="T107" fmla="*/ 4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6" h="46">
                <a:moveTo>
                  <a:pt x="3" y="0"/>
                </a:moveTo>
                <a:cubicBezTo>
                  <a:pt x="20" y="0"/>
                  <a:pt x="20" y="0"/>
                  <a:pt x="20" y="0"/>
                </a:cubicBezTo>
                <a:cubicBezTo>
                  <a:pt x="20" y="3"/>
                  <a:pt x="20" y="3"/>
                  <a:pt x="20" y="3"/>
                </a:cubicBezTo>
                <a:cubicBezTo>
                  <a:pt x="3" y="3"/>
                  <a:pt x="3" y="3"/>
                  <a:pt x="3" y="3"/>
                </a:cubicBezTo>
                <a:lnTo>
                  <a:pt x="3" y="0"/>
                </a:lnTo>
                <a:close/>
                <a:moveTo>
                  <a:pt x="26" y="0"/>
                </a:moveTo>
                <a:cubicBezTo>
                  <a:pt x="43" y="0"/>
                  <a:pt x="43" y="0"/>
                  <a:pt x="43" y="0"/>
                </a:cubicBezTo>
                <a:cubicBezTo>
                  <a:pt x="43" y="3"/>
                  <a:pt x="43" y="3"/>
                  <a:pt x="43" y="3"/>
                </a:cubicBezTo>
                <a:cubicBezTo>
                  <a:pt x="26" y="3"/>
                  <a:pt x="26" y="3"/>
                  <a:pt x="26" y="3"/>
                </a:cubicBezTo>
                <a:lnTo>
                  <a:pt x="26" y="0"/>
                </a:lnTo>
                <a:close/>
                <a:moveTo>
                  <a:pt x="43" y="14"/>
                </a:moveTo>
                <a:cubicBezTo>
                  <a:pt x="41" y="14"/>
                  <a:pt x="41" y="14"/>
                  <a:pt x="41" y="14"/>
                </a:cubicBezTo>
                <a:cubicBezTo>
                  <a:pt x="41" y="3"/>
                  <a:pt x="41" y="3"/>
                  <a:pt x="41" y="3"/>
                </a:cubicBezTo>
                <a:cubicBezTo>
                  <a:pt x="29" y="3"/>
                  <a:pt x="29" y="3"/>
                  <a:pt x="29" y="3"/>
                </a:cubicBezTo>
                <a:cubicBezTo>
                  <a:pt x="29" y="14"/>
                  <a:pt x="29" y="14"/>
                  <a:pt x="29" y="14"/>
                </a:cubicBezTo>
                <a:cubicBezTo>
                  <a:pt x="17" y="14"/>
                  <a:pt x="17" y="14"/>
                  <a:pt x="17" y="14"/>
                </a:cubicBezTo>
                <a:cubicBezTo>
                  <a:pt x="17" y="3"/>
                  <a:pt x="17" y="3"/>
                  <a:pt x="17" y="3"/>
                </a:cubicBezTo>
                <a:cubicBezTo>
                  <a:pt x="6" y="3"/>
                  <a:pt x="6" y="3"/>
                  <a:pt x="6" y="3"/>
                </a:cubicBezTo>
                <a:cubicBezTo>
                  <a:pt x="6" y="14"/>
                  <a:pt x="6" y="14"/>
                  <a:pt x="6" y="14"/>
                </a:cubicBezTo>
                <a:cubicBezTo>
                  <a:pt x="3" y="14"/>
                  <a:pt x="3" y="14"/>
                  <a:pt x="3" y="14"/>
                </a:cubicBezTo>
                <a:cubicBezTo>
                  <a:pt x="2" y="14"/>
                  <a:pt x="0" y="16"/>
                  <a:pt x="0" y="18"/>
                </a:cubicBezTo>
                <a:cubicBezTo>
                  <a:pt x="0" y="43"/>
                  <a:pt x="0" y="43"/>
                  <a:pt x="0" y="43"/>
                </a:cubicBezTo>
                <a:cubicBezTo>
                  <a:pt x="0" y="45"/>
                  <a:pt x="2" y="46"/>
                  <a:pt x="3" y="46"/>
                </a:cubicBezTo>
                <a:cubicBezTo>
                  <a:pt x="17" y="46"/>
                  <a:pt x="17" y="46"/>
                  <a:pt x="17" y="46"/>
                </a:cubicBezTo>
                <a:cubicBezTo>
                  <a:pt x="19" y="46"/>
                  <a:pt x="20" y="45"/>
                  <a:pt x="20" y="43"/>
                </a:cubicBezTo>
                <a:cubicBezTo>
                  <a:pt x="20" y="26"/>
                  <a:pt x="20" y="26"/>
                  <a:pt x="20" y="26"/>
                </a:cubicBezTo>
                <a:cubicBezTo>
                  <a:pt x="26" y="26"/>
                  <a:pt x="26" y="26"/>
                  <a:pt x="26" y="26"/>
                </a:cubicBezTo>
                <a:cubicBezTo>
                  <a:pt x="26" y="43"/>
                  <a:pt x="26" y="43"/>
                  <a:pt x="26" y="43"/>
                </a:cubicBezTo>
                <a:cubicBezTo>
                  <a:pt x="26" y="45"/>
                  <a:pt x="28" y="46"/>
                  <a:pt x="29" y="46"/>
                </a:cubicBezTo>
                <a:cubicBezTo>
                  <a:pt x="43" y="46"/>
                  <a:pt x="43" y="46"/>
                  <a:pt x="43" y="46"/>
                </a:cubicBezTo>
                <a:cubicBezTo>
                  <a:pt x="45" y="46"/>
                  <a:pt x="46" y="45"/>
                  <a:pt x="46" y="43"/>
                </a:cubicBezTo>
                <a:cubicBezTo>
                  <a:pt x="46" y="18"/>
                  <a:pt x="46" y="18"/>
                  <a:pt x="46" y="18"/>
                </a:cubicBezTo>
                <a:cubicBezTo>
                  <a:pt x="46" y="16"/>
                  <a:pt x="45" y="14"/>
                  <a:pt x="43" y="14"/>
                </a:cubicBezTo>
                <a:close/>
                <a:moveTo>
                  <a:pt x="16" y="43"/>
                </a:moveTo>
                <a:cubicBezTo>
                  <a:pt x="5" y="43"/>
                  <a:pt x="5" y="43"/>
                  <a:pt x="5" y="43"/>
                </a:cubicBezTo>
                <a:cubicBezTo>
                  <a:pt x="4" y="43"/>
                  <a:pt x="3" y="43"/>
                  <a:pt x="3" y="42"/>
                </a:cubicBezTo>
                <a:cubicBezTo>
                  <a:pt x="3" y="41"/>
                  <a:pt x="4" y="40"/>
                  <a:pt x="5" y="40"/>
                </a:cubicBezTo>
                <a:cubicBezTo>
                  <a:pt x="16" y="40"/>
                  <a:pt x="16" y="40"/>
                  <a:pt x="16" y="40"/>
                </a:cubicBezTo>
                <a:cubicBezTo>
                  <a:pt x="17" y="40"/>
                  <a:pt x="17" y="41"/>
                  <a:pt x="17" y="42"/>
                </a:cubicBezTo>
                <a:cubicBezTo>
                  <a:pt x="17" y="43"/>
                  <a:pt x="17" y="43"/>
                  <a:pt x="16" y="43"/>
                </a:cubicBezTo>
                <a:close/>
                <a:moveTo>
                  <a:pt x="25" y="23"/>
                </a:moveTo>
                <a:cubicBezTo>
                  <a:pt x="22" y="23"/>
                  <a:pt x="22" y="23"/>
                  <a:pt x="22" y="23"/>
                </a:cubicBezTo>
                <a:cubicBezTo>
                  <a:pt x="21" y="23"/>
                  <a:pt x="20" y="22"/>
                  <a:pt x="20" y="22"/>
                </a:cubicBezTo>
                <a:cubicBezTo>
                  <a:pt x="20" y="21"/>
                  <a:pt x="21" y="20"/>
                  <a:pt x="22" y="20"/>
                </a:cubicBezTo>
                <a:cubicBezTo>
                  <a:pt x="25" y="20"/>
                  <a:pt x="25" y="20"/>
                  <a:pt x="25" y="20"/>
                </a:cubicBezTo>
                <a:cubicBezTo>
                  <a:pt x="25" y="20"/>
                  <a:pt x="26" y="21"/>
                  <a:pt x="26" y="22"/>
                </a:cubicBezTo>
                <a:cubicBezTo>
                  <a:pt x="26" y="22"/>
                  <a:pt x="25" y="23"/>
                  <a:pt x="25" y="23"/>
                </a:cubicBezTo>
                <a:close/>
                <a:moveTo>
                  <a:pt x="42" y="43"/>
                </a:moveTo>
                <a:cubicBezTo>
                  <a:pt x="31" y="43"/>
                  <a:pt x="31" y="43"/>
                  <a:pt x="31" y="43"/>
                </a:cubicBezTo>
                <a:cubicBezTo>
                  <a:pt x="30" y="43"/>
                  <a:pt x="29" y="43"/>
                  <a:pt x="29" y="42"/>
                </a:cubicBezTo>
                <a:cubicBezTo>
                  <a:pt x="29" y="41"/>
                  <a:pt x="30" y="40"/>
                  <a:pt x="31" y="40"/>
                </a:cubicBezTo>
                <a:cubicBezTo>
                  <a:pt x="42" y="40"/>
                  <a:pt x="42" y="40"/>
                  <a:pt x="42" y="40"/>
                </a:cubicBezTo>
                <a:cubicBezTo>
                  <a:pt x="43" y="40"/>
                  <a:pt x="43" y="41"/>
                  <a:pt x="43" y="42"/>
                </a:cubicBezTo>
                <a:cubicBezTo>
                  <a:pt x="43" y="43"/>
                  <a:pt x="43" y="43"/>
                  <a:pt x="42" y="43"/>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Freeform 59"/>
          <p:cNvSpPr/>
          <p:nvPr/>
        </p:nvSpPr>
        <p:spPr bwMode="auto">
          <a:xfrm>
            <a:off x="10742297" y="4691322"/>
            <a:ext cx="177380" cy="178846"/>
          </a:xfrm>
          <a:custGeom>
            <a:avLst/>
            <a:gdLst>
              <a:gd name="T0" fmla="*/ 61 w 121"/>
              <a:gd name="T1" fmla="*/ 122 h 122"/>
              <a:gd name="T2" fmla="*/ 121 w 121"/>
              <a:gd name="T3" fmla="*/ 62 h 122"/>
              <a:gd name="T4" fmla="*/ 84 w 121"/>
              <a:gd name="T5" fmla="*/ 62 h 122"/>
              <a:gd name="T6" fmla="*/ 84 w 121"/>
              <a:gd name="T7" fmla="*/ 0 h 122"/>
              <a:gd name="T8" fmla="*/ 38 w 121"/>
              <a:gd name="T9" fmla="*/ 0 h 122"/>
              <a:gd name="T10" fmla="*/ 38 w 121"/>
              <a:gd name="T11" fmla="*/ 62 h 122"/>
              <a:gd name="T12" fmla="*/ 0 w 121"/>
              <a:gd name="T13" fmla="*/ 62 h 122"/>
              <a:gd name="T14" fmla="*/ 61 w 121"/>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22">
                <a:moveTo>
                  <a:pt x="61" y="122"/>
                </a:moveTo>
                <a:lnTo>
                  <a:pt x="121" y="62"/>
                </a:lnTo>
                <a:lnTo>
                  <a:pt x="84" y="62"/>
                </a:lnTo>
                <a:lnTo>
                  <a:pt x="84" y="0"/>
                </a:lnTo>
                <a:lnTo>
                  <a:pt x="38" y="0"/>
                </a:lnTo>
                <a:lnTo>
                  <a:pt x="38" y="62"/>
                </a:lnTo>
                <a:lnTo>
                  <a:pt x="0" y="62"/>
                </a:lnTo>
                <a:lnTo>
                  <a:pt x="61" y="122"/>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Freeform 60"/>
          <p:cNvSpPr>
            <a:spLocks noEditPoints="1"/>
          </p:cNvSpPr>
          <p:nvPr/>
        </p:nvSpPr>
        <p:spPr bwMode="auto">
          <a:xfrm>
            <a:off x="10948995" y="4295515"/>
            <a:ext cx="148062" cy="148061"/>
          </a:xfrm>
          <a:custGeom>
            <a:avLst/>
            <a:gdLst>
              <a:gd name="T0" fmla="*/ 31 w 62"/>
              <a:gd name="T1" fmla="*/ 62 h 62"/>
              <a:gd name="T2" fmla="*/ 0 w 62"/>
              <a:gd name="T3" fmla="*/ 31 h 62"/>
              <a:gd name="T4" fmla="*/ 31 w 62"/>
              <a:gd name="T5" fmla="*/ 0 h 62"/>
              <a:gd name="T6" fmla="*/ 62 w 62"/>
              <a:gd name="T7" fmla="*/ 31 h 62"/>
              <a:gd name="T8" fmla="*/ 31 w 62"/>
              <a:gd name="T9" fmla="*/ 62 h 62"/>
              <a:gd name="T10" fmla="*/ 57 w 62"/>
              <a:gd name="T11" fmla="*/ 35 h 62"/>
              <a:gd name="T12" fmla="*/ 41 w 62"/>
              <a:gd name="T13" fmla="*/ 34 h 62"/>
              <a:gd name="T14" fmla="*/ 46 w 62"/>
              <a:gd name="T15" fmla="*/ 53 h 62"/>
              <a:gd name="T16" fmla="*/ 57 w 62"/>
              <a:gd name="T17" fmla="*/ 35 h 62"/>
              <a:gd name="T18" fmla="*/ 41 w 62"/>
              <a:gd name="T19" fmla="*/ 55 h 62"/>
              <a:gd name="T20" fmla="*/ 36 w 62"/>
              <a:gd name="T21" fmla="*/ 35 h 62"/>
              <a:gd name="T22" fmla="*/ 35 w 62"/>
              <a:gd name="T23" fmla="*/ 35 h 62"/>
              <a:gd name="T24" fmla="*/ 15 w 62"/>
              <a:gd name="T25" fmla="*/ 52 h 62"/>
              <a:gd name="T26" fmla="*/ 31 w 62"/>
              <a:gd name="T27" fmla="*/ 57 h 62"/>
              <a:gd name="T28" fmla="*/ 41 w 62"/>
              <a:gd name="T29" fmla="*/ 55 h 62"/>
              <a:gd name="T30" fmla="*/ 11 w 62"/>
              <a:gd name="T31" fmla="*/ 48 h 62"/>
              <a:gd name="T32" fmla="*/ 33 w 62"/>
              <a:gd name="T33" fmla="*/ 31 h 62"/>
              <a:gd name="T34" fmla="*/ 34 w 62"/>
              <a:gd name="T35" fmla="*/ 31 h 62"/>
              <a:gd name="T36" fmla="*/ 32 w 62"/>
              <a:gd name="T37" fmla="*/ 26 h 62"/>
              <a:gd name="T38" fmla="*/ 4 w 62"/>
              <a:gd name="T39" fmla="*/ 30 h 62"/>
              <a:gd name="T40" fmla="*/ 4 w 62"/>
              <a:gd name="T41" fmla="*/ 31 h 62"/>
              <a:gd name="T42" fmla="*/ 11 w 62"/>
              <a:gd name="T43" fmla="*/ 48 h 62"/>
              <a:gd name="T44" fmla="*/ 5 w 62"/>
              <a:gd name="T45" fmla="*/ 25 h 62"/>
              <a:gd name="T46" fmla="*/ 29 w 62"/>
              <a:gd name="T47" fmla="*/ 22 h 62"/>
              <a:gd name="T48" fmla="*/ 20 w 62"/>
              <a:gd name="T49" fmla="*/ 7 h 62"/>
              <a:gd name="T50" fmla="*/ 5 w 62"/>
              <a:gd name="T51" fmla="*/ 25 h 62"/>
              <a:gd name="T52" fmla="*/ 25 w 62"/>
              <a:gd name="T53" fmla="*/ 5 h 62"/>
              <a:gd name="T54" fmla="*/ 35 w 62"/>
              <a:gd name="T55" fmla="*/ 20 h 62"/>
              <a:gd name="T56" fmla="*/ 49 w 62"/>
              <a:gd name="T57" fmla="*/ 11 h 62"/>
              <a:gd name="T58" fmla="*/ 31 w 62"/>
              <a:gd name="T59" fmla="*/ 4 h 62"/>
              <a:gd name="T60" fmla="*/ 25 w 62"/>
              <a:gd name="T61" fmla="*/ 5 h 62"/>
              <a:gd name="T62" fmla="*/ 51 w 62"/>
              <a:gd name="T63" fmla="*/ 14 h 62"/>
              <a:gd name="T64" fmla="*/ 37 w 62"/>
              <a:gd name="T65" fmla="*/ 24 h 62"/>
              <a:gd name="T66" fmla="*/ 38 w 62"/>
              <a:gd name="T67" fmla="*/ 28 h 62"/>
              <a:gd name="T68" fmla="*/ 39 w 62"/>
              <a:gd name="T69" fmla="*/ 30 h 62"/>
              <a:gd name="T70" fmla="*/ 57 w 62"/>
              <a:gd name="T71" fmla="*/ 30 h 62"/>
              <a:gd name="T72" fmla="*/ 51 w 62"/>
              <a:gd name="T73" fmla="*/ 1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2" h="62">
                <a:moveTo>
                  <a:pt x="31" y="62"/>
                </a:moveTo>
                <a:cubicBezTo>
                  <a:pt x="14" y="62"/>
                  <a:pt x="0" y="48"/>
                  <a:pt x="0" y="31"/>
                </a:cubicBezTo>
                <a:cubicBezTo>
                  <a:pt x="0" y="14"/>
                  <a:pt x="14" y="0"/>
                  <a:pt x="31" y="0"/>
                </a:cubicBezTo>
                <a:cubicBezTo>
                  <a:pt x="48" y="0"/>
                  <a:pt x="62" y="14"/>
                  <a:pt x="62" y="31"/>
                </a:cubicBezTo>
                <a:cubicBezTo>
                  <a:pt x="62" y="48"/>
                  <a:pt x="48" y="62"/>
                  <a:pt x="31" y="62"/>
                </a:cubicBezTo>
                <a:close/>
                <a:moveTo>
                  <a:pt x="57" y="35"/>
                </a:moveTo>
                <a:cubicBezTo>
                  <a:pt x="56" y="35"/>
                  <a:pt x="49" y="32"/>
                  <a:pt x="41" y="34"/>
                </a:cubicBezTo>
                <a:cubicBezTo>
                  <a:pt x="44" y="43"/>
                  <a:pt x="45" y="51"/>
                  <a:pt x="46" y="53"/>
                </a:cubicBezTo>
                <a:cubicBezTo>
                  <a:pt x="52" y="49"/>
                  <a:pt x="56" y="42"/>
                  <a:pt x="57" y="35"/>
                </a:cubicBezTo>
                <a:close/>
                <a:moveTo>
                  <a:pt x="41" y="55"/>
                </a:moveTo>
                <a:cubicBezTo>
                  <a:pt x="41" y="53"/>
                  <a:pt x="39" y="45"/>
                  <a:pt x="36" y="35"/>
                </a:cubicBezTo>
                <a:cubicBezTo>
                  <a:pt x="36" y="35"/>
                  <a:pt x="36" y="35"/>
                  <a:pt x="35" y="35"/>
                </a:cubicBezTo>
                <a:cubicBezTo>
                  <a:pt x="20" y="40"/>
                  <a:pt x="15" y="51"/>
                  <a:pt x="15" y="52"/>
                </a:cubicBezTo>
                <a:cubicBezTo>
                  <a:pt x="19" y="55"/>
                  <a:pt x="25" y="57"/>
                  <a:pt x="31" y="57"/>
                </a:cubicBezTo>
                <a:cubicBezTo>
                  <a:pt x="35" y="57"/>
                  <a:pt x="38" y="57"/>
                  <a:pt x="41" y="55"/>
                </a:cubicBezTo>
                <a:close/>
                <a:moveTo>
                  <a:pt x="11" y="48"/>
                </a:moveTo>
                <a:cubicBezTo>
                  <a:pt x="12" y="47"/>
                  <a:pt x="19" y="35"/>
                  <a:pt x="33" y="31"/>
                </a:cubicBezTo>
                <a:cubicBezTo>
                  <a:pt x="33" y="31"/>
                  <a:pt x="33" y="31"/>
                  <a:pt x="34" y="31"/>
                </a:cubicBezTo>
                <a:cubicBezTo>
                  <a:pt x="33" y="29"/>
                  <a:pt x="32" y="28"/>
                  <a:pt x="32" y="26"/>
                </a:cubicBezTo>
                <a:cubicBezTo>
                  <a:pt x="18" y="30"/>
                  <a:pt x="6" y="30"/>
                  <a:pt x="4" y="30"/>
                </a:cubicBezTo>
                <a:cubicBezTo>
                  <a:pt x="4" y="30"/>
                  <a:pt x="4" y="30"/>
                  <a:pt x="4" y="31"/>
                </a:cubicBezTo>
                <a:cubicBezTo>
                  <a:pt x="4" y="38"/>
                  <a:pt x="7" y="44"/>
                  <a:pt x="11" y="48"/>
                </a:cubicBezTo>
                <a:close/>
                <a:moveTo>
                  <a:pt x="5" y="25"/>
                </a:moveTo>
                <a:cubicBezTo>
                  <a:pt x="6" y="25"/>
                  <a:pt x="17" y="25"/>
                  <a:pt x="29" y="22"/>
                </a:cubicBezTo>
                <a:cubicBezTo>
                  <a:pt x="25" y="14"/>
                  <a:pt x="20" y="8"/>
                  <a:pt x="20" y="7"/>
                </a:cubicBezTo>
                <a:cubicBezTo>
                  <a:pt x="12" y="10"/>
                  <a:pt x="7" y="17"/>
                  <a:pt x="5" y="25"/>
                </a:cubicBezTo>
                <a:close/>
                <a:moveTo>
                  <a:pt x="25" y="5"/>
                </a:moveTo>
                <a:cubicBezTo>
                  <a:pt x="25" y="6"/>
                  <a:pt x="30" y="12"/>
                  <a:pt x="35" y="20"/>
                </a:cubicBezTo>
                <a:cubicBezTo>
                  <a:pt x="44" y="17"/>
                  <a:pt x="48" y="12"/>
                  <a:pt x="49" y="11"/>
                </a:cubicBezTo>
                <a:cubicBezTo>
                  <a:pt x="44" y="7"/>
                  <a:pt x="38" y="4"/>
                  <a:pt x="31" y="4"/>
                </a:cubicBezTo>
                <a:cubicBezTo>
                  <a:pt x="29" y="4"/>
                  <a:pt x="27" y="4"/>
                  <a:pt x="25" y="5"/>
                </a:cubicBezTo>
                <a:close/>
                <a:moveTo>
                  <a:pt x="51" y="14"/>
                </a:moveTo>
                <a:cubicBezTo>
                  <a:pt x="51" y="15"/>
                  <a:pt x="46" y="20"/>
                  <a:pt x="37" y="24"/>
                </a:cubicBezTo>
                <a:cubicBezTo>
                  <a:pt x="37" y="26"/>
                  <a:pt x="38" y="27"/>
                  <a:pt x="38" y="28"/>
                </a:cubicBezTo>
                <a:cubicBezTo>
                  <a:pt x="39" y="29"/>
                  <a:pt x="39" y="29"/>
                  <a:pt x="39" y="30"/>
                </a:cubicBezTo>
                <a:cubicBezTo>
                  <a:pt x="48" y="29"/>
                  <a:pt x="57" y="30"/>
                  <a:pt x="57" y="30"/>
                </a:cubicBezTo>
                <a:cubicBezTo>
                  <a:pt x="57" y="24"/>
                  <a:pt x="55" y="18"/>
                  <a:pt x="51" y="14"/>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7" name="Freeform 61"/>
          <p:cNvSpPr>
            <a:spLocks noEditPoints="1"/>
          </p:cNvSpPr>
          <p:nvPr/>
        </p:nvSpPr>
        <p:spPr bwMode="auto">
          <a:xfrm>
            <a:off x="10800935" y="4518339"/>
            <a:ext cx="140732" cy="124606"/>
          </a:xfrm>
          <a:custGeom>
            <a:avLst/>
            <a:gdLst>
              <a:gd name="T0" fmla="*/ 48 w 59"/>
              <a:gd name="T1" fmla="*/ 0 h 52"/>
              <a:gd name="T2" fmla="*/ 11 w 59"/>
              <a:gd name="T3" fmla="*/ 0 h 52"/>
              <a:gd name="T4" fmla="*/ 0 w 59"/>
              <a:gd name="T5" fmla="*/ 12 h 52"/>
              <a:gd name="T6" fmla="*/ 0 w 59"/>
              <a:gd name="T7" fmla="*/ 50 h 52"/>
              <a:gd name="T8" fmla="*/ 2 w 59"/>
              <a:gd name="T9" fmla="*/ 52 h 52"/>
              <a:gd name="T10" fmla="*/ 57 w 59"/>
              <a:gd name="T11" fmla="*/ 52 h 52"/>
              <a:gd name="T12" fmla="*/ 59 w 59"/>
              <a:gd name="T13" fmla="*/ 50 h 52"/>
              <a:gd name="T14" fmla="*/ 59 w 59"/>
              <a:gd name="T15" fmla="*/ 12 h 52"/>
              <a:gd name="T16" fmla="*/ 48 w 59"/>
              <a:gd name="T17" fmla="*/ 0 h 52"/>
              <a:gd name="T18" fmla="*/ 37 w 59"/>
              <a:gd name="T19" fmla="*/ 34 h 52"/>
              <a:gd name="T20" fmla="*/ 37 w 59"/>
              <a:gd name="T21" fmla="*/ 45 h 52"/>
              <a:gd name="T22" fmla="*/ 22 w 59"/>
              <a:gd name="T23" fmla="*/ 45 h 52"/>
              <a:gd name="T24" fmla="*/ 22 w 59"/>
              <a:gd name="T25" fmla="*/ 34 h 52"/>
              <a:gd name="T26" fmla="*/ 11 w 59"/>
              <a:gd name="T27" fmla="*/ 34 h 52"/>
              <a:gd name="T28" fmla="*/ 29 w 59"/>
              <a:gd name="T29" fmla="*/ 19 h 52"/>
              <a:gd name="T30" fmla="*/ 48 w 59"/>
              <a:gd name="T31" fmla="*/ 34 h 52"/>
              <a:gd name="T32" fmla="*/ 37 w 59"/>
              <a:gd name="T33" fmla="*/ 34 h 52"/>
              <a:gd name="T34" fmla="*/ 9 w 59"/>
              <a:gd name="T35" fmla="*/ 8 h 52"/>
              <a:gd name="T36" fmla="*/ 12 w 59"/>
              <a:gd name="T37" fmla="*/ 4 h 52"/>
              <a:gd name="T38" fmla="*/ 46 w 59"/>
              <a:gd name="T39" fmla="*/ 4 h 52"/>
              <a:gd name="T40" fmla="*/ 50 w 59"/>
              <a:gd name="T41" fmla="*/ 8 h 52"/>
              <a:gd name="T42" fmla="*/ 9 w 59"/>
              <a:gd name="T43"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9" h="52">
                <a:moveTo>
                  <a:pt x="48" y="0"/>
                </a:moveTo>
                <a:cubicBezTo>
                  <a:pt x="11" y="0"/>
                  <a:pt x="11" y="0"/>
                  <a:pt x="11" y="0"/>
                </a:cubicBezTo>
                <a:cubicBezTo>
                  <a:pt x="0" y="12"/>
                  <a:pt x="0" y="12"/>
                  <a:pt x="0" y="12"/>
                </a:cubicBezTo>
                <a:cubicBezTo>
                  <a:pt x="0" y="50"/>
                  <a:pt x="0" y="50"/>
                  <a:pt x="0" y="50"/>
                </a:cubicBezTo>
                <a:cubicBezTo>
                  <a:pt x="0" y="52"/>
                  <a:pt x="1" y="52"/>
                  <a:pt x="2" y="52"/>
                </a:cubicBezTo>
                <a:cubicBezTo>
                  <a:pt x="57" y="52"/>
                  <a:pt x="57" y="52"/>
                  <a:pt x="57" y="52"/>
                </a:cubicBezTo>
                <a:cubicBezTo>
                  <a:pt x="58" y="52"/>
                  <a:pt x="59" y="52"/>
                  <a:pt x="59" y="50"/>
                </a:cubicBezTo>
                <a:cubicBezTo>
                  <a:pt x="59" y="12"/>
                  <a:pt x="59" y="12"/>
                  <a:pt x="59" y="12"/>
                </a:cubicBezTo>
                <a:lnTo>
                  <a:pt x="48" y="0"/>
                </a:lnTo>
                <a:close/>
                <a:moveTo>
                  <a:pt x="37" y="34"/>
                </a:moveTo>
                <a:cubicBezTo>
                  <a:pt x="37" y="45"/>
                  <a:pt x="37" y="45"/>
                  <a:pt x="37" y="45"/>
                </a:cubicBezTo>
                <a:cubicBezTo>
                  <a:pt x="22" y="45"/>
                  <a:pt x="22" y="45"/>
                  <a:pt x="22" y="45"/>
                </a:cubicBezTo>
                <a:cubicBezTo>
                  <a:pt x="22" y="34"/>
                  <a:pt x="22" y="34"/>
                  <a:pt x="22" y="34"/>
                </a:cubicBezTo>
                <a:cubicBezTo>
                  <a:pt x="11" y="34"/>
                  <a:pt x="11" y="34"/>
                  <a:pt x="11" y="34"/>
                </a:cubicBezTo>
                <a:cubicBezTo>
                  <a:pt x="29" y="19"/>
                  <a:pt x="29" y="19"/>
                  <a:pt x="29" y="19"/>
                </a:cubicBezTo>
                <a:cubicBezTo>
                  <a:pt x="48" y="34"/>
                  <a:pt x="48" y="34"/>
                  <a:pt x="48" y="34"/>
                </a:cubicBezTo>
                <a:lnTo>
                  <a:pt x="37" y="34"/>
                </a:lnTo>
                <a:close/>
                <a:moveTo>
                  <a:pt x="9" y="8"/>
                </a:moveTo>
                <a:cubicBezTo>
                  <a:pt x="12" y="4"/>
                  <a:pt x="12" y="4"/>
                  <a:pt x="12" y="4"/>
                </a:cubicBezTo>
                <a:cubicBezTo>
                  <a:pt x="46" y="4"/>
                  <a:pt x="46" y="4"/>
                  <a:pt x="46" y="4"/>
                </a:cubicBezTo>
                <a:cubicBezTo>
                  <a:pt x="50" y="8"/>
                  <a:pt x="50" y="8"/>
                  <a:pt x="50" y="8"/>
                </a:cubicBezTo>
                <a:lnTo>
                  <a:pt x="9" y="8"/>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Freeform 62"/>
          <p:cNvSpPr>
            <a:spLocks noEditPoints="1"/>
          </p:cNvSpPr>
          <p:nvPr/>
        </p:nvSpPr>
        <p:spPr bwMode="auto">
          <a:xfrm>
            <a:off x="10496017" y="4760222"/>
            <a:ext cx="227224" cy="199370"/>
          </a:xfrm>
          <a:custGeom>
            <a:avLst/>
            <a:gdLst>
              <a:gd name="T0" fmla="*/ 95 w 95"/>
              <a:gd name="T1" fmla="*/ 34 h 83"/>
              <a:gd name="T2" fmla="*/ 83 w 95"/>
              <a:gd name="T3" fmla="*/ 0 h 83"/>
              <a:gd name="T4" fmla="*/ 83 w 95"/>
              <a:gd name="T5" fmla="*/ 0 h 83"/>
              <a:gd name="T6" fmla="*/ 75 w 95"/>
              <a:gd name="T7" fmla="*/ 0 h 83"/>
              <a:gd name="T8" fmla="*/ 31 w 95"/>
              <a:gd name="T9" fmla="*/ 19 h 83"/>
              <a:gd name="T10" fmla="*/ 30 w 95"/>
              <a:gd name="T11" fmla="*/ 34 h 83"/>
              <a:gd name="T12" fmla="*/ 31 w 95"/>
              <a:gd name="T13" fmla="*/ 49 h 83"/>
              <a:gd name="T14" fmla="*/ 75 w 95"/>
              <a:gd name="T15" fmla="*/ 67 h 83"/>
              <a:gd name="T16" fmla="*/ 83 w 95"/>
              <a:gd name="T17" fmla="*/ 67 h 83"/>
              <a:gd name="T18" fmla="*/ 83 w 95"/>
              <a:gd name="T19" fmla="*/ 67 h 83"/>
              <a:gd name="T20" fmla="*/ 95 w 95"/>
              <a:gd name="T21" fmla="*/ 34 h 83"/>
              <a:gd name="T22" fmla="*/ 80 w 95"/>
              <a:gd name="T23" fmla="*/ 62 h 83"/>
              <a:gd name="T24" fmla="*/ 78 w 95"/>
              <a:gd name="T25" fmla="*/ 61 h 83"/>
              <a:gd name="T26" fmla="*/ 75 w 95"/>
              <a:gd name="T27" fmla="*/ 55 h 83"/>
              <a:gd name="T28" fmla="*/ 71 w 95"/>
              <a:gd name="T29" fmla="*/ 34 h 83"/>
              <a:gd name="T30" fmla="*/ 75 w 95"/>
              <a:gd name="T31" fmla="*/ 12 h 83"/>
              <a:gd name="T32" fmla="*/ 78 w 95"/>
              <a:gd name="T33" fmla="*/ 7 h 83"/>
              <a:gd name="T34" fmla="*/ 80 w 95"/>
              <a:gd name="T35" fmla="*/ 5 h 83"/>
              <a:gd name="T36" fmla="*/ 82 w 95"/>
              <a:gd name="T37" fmla="*/ 7 h 83"/>
              <a:gd name="T38" fmla="*/ 86 w 95"/>
              <a:gd name="T39" fmla="*/ 12 h 83"/>
              <a:gd name="T40" fmla="*/ 89 w 95"/>
              <a:gd name="T41" fmla="*/ 34 h 83"/>
              <a:gd name="T42" fmla="*/ 86 w 95"/>
              <a:gd name="T43" fmla="*/ 55 h 83"/>
              <a:gd name="T44" fmla="*/ 82 w 95"/>
              <a:gd name="T45" fmla="*/ 61 h 83"/>
              <a:gd name="T46" fmla="*/ 80 w 95"/>
              <a:gd name="T47" fmla="*/ 62 h 83"/>
              <a:gd name="T48" fmla="*/ 23 w 95"/>
              <a:gd name="T49" fmla="*/ 34 h 83"/>
              <a:gd name="T50" fmla="*/ 24 w 95"/>
              <a:gd name="T51" fmla="*/ 20 h 83"/>
              <a:gd name="T52" fmla="*/ 12 w 95"/>
              <a:gd name="T53" fmla="*/ 21 h 83"/>
              <a:gd name="T54" fmla="*/ 5 w 95"/>
              <a:gd name="T55" fmla="*/ 21 h 83"/>
              <a:gd name="T56" fmla="*/ 0 w 95"/>
              <a:gd name="T57" fmla="*/ 30 h 83"/>
              <a:gd name="T58" fmla="*/ 0 w 95"/>
              <a:gd name="T59" fmla="*/ 38 h 83"/>
              <a:gd name="T60" fmla="*/ 5 w 95"/>
              <a:gd name="T61" fmla="*/ 47 h 83"/>
              <a:gd name="T62" fmla="*/ 12 w 95"/>
              <a:gd name="T63" fmla="*/ 47 h 83"/>
              <a:gd name="T64" fmla="*/ 24 w 95"/>
              <a:gd name="T65" fmla="*/ 47 h 83"/>
              <a:gd name="T66" fmla="*/ 23 w 95"/>
              <a:gd name="T67" fmla="*/ 34 h 83"/>
              <a:gd name="T68" fmla="*/ 34 w 95"/>
              <a:gd name="T69" fmla="*/ 53 h 83"/>
              <a:gd name="T70" fmla="*/ 22 w 95"/>
              <a:gd name="T71" fmla="*/ 51 h 83"/>
              <a:gd name="T72" fmla="*/ 30 w 95"/>
              <a:gd name="T73" fmla="*/ 81 h 83"/>
              <a:gd name="T74" fmla="*/ 33 w 95"/>
              <a:gd name="T75" fmla="*/ 83 h 83"/>
              <a:gd name="T76" fmla="*/ 44 w 95"/>
              <a:gd name="T77" fmla="*/ 78 h 83"/>
              <a:gd name="T78" fmla="*/ 46 w 95"/>
              <a:gd name="T79" fmla="*/ 75 h 83"/>
              <a:gd name="T80" fmla="*/ 34 w 95"/>
              <a:gd name="T81" fmla="*/ 53 h 83"/>
              <a:gd name="T82" fmla="*/ 80 w 95"/>
              <a:gd name="T83" fmla="*/ 45 h 83"/>
              <a:gd name="T84" fmla="*/ 79 w 95"/>
              <a:gd name="T85" fmla="*/ 44 h 83"/>
              <a:gd name="T86" fmla="*/ 78 w 95"/>
              <a:gd name="T87" fmla="*/ 42 h 83"/>
              <a:gd name="T88" fmla="*/ 77 w 95"/>
              <a:gd name="T89" fmla="*/ 34 h 83"/>
              <a:gd name="T90" fmla="*/ 78 w 95"/>
              <a:gd name="T91" fmla="*/ 25 h 83"/>
              <a:gd name="T92" fmla="*/ 79 w 95"/>
              <a:gd name="T93" fmla="*/ 23 h 83"/>
              <a:gd name="T94" fmla="*/ 80 w 95"/>
              <a:gd name="T95" fmla="*/ 23 h 83"/>
              <a:gd name="T96" fmla="*/ 81 w 95"/>
              <a:gd name="T97" fmla="*/ 23 h 83"/>
              <a:gd name="T98" fmla="*/ 82 w 95"/>
              <a:gd name="T99" fmla="*/ 25 h 83"/>
              <a:gd name="T100" fmla="*/ 84 w 95"/>
              <a:gd name="T101" fmla="*/ 34 h 83"/>
              <a:gd name="T102" fmla="*/ 82 w 95"/>
              <a:gd name="T103" fmla="*/ 42 h 83"/>
              <a:gd name="T104" fmla="*/ 81 w 95"/>
              <a:gd name="T105" fmla="*/ 44 h 83"/>
              <a:gd name="T106" fmla="*/ 80 w 95"/>
              <a:gd name="T107" fmla="*/ 4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5" h="83">
                <a:moveTo>
                  <a:pt x="95" y="34"/>
                </a:moveTo>
                <a:cubicBezTo>
                  <a:pt x="95" y="15"/>
                  <a:pt x="89" y="0"/>
                  <a:pt x="83" y="0"/>
                </a:cubicBezTo>
                <a:cubicBezTo>
                  <a:pt x="83" y="0"/>
                  <a:pt x="83" y="0"/>
                  <a:pt x="83" y="0"/>
                </a:cubicBezTo>
                <a:cubicBezTo>
                  <a:pt x="75" y="0"/>
                  <a:pt x="75" y="0"/>
                  <a:pt x="75" y="0"/>
                </a:cubicBezTo>
                <a:cubicBezTo>
                  <a:pt x="75" y="0"/>
                  <a:pt x="57" y="13"/>
                  <a:pt x="31" y="19"/>
                </a:cubicBezTo>
                <a:cubicBezTo>
                  <a:pt x="30" y="23"/>
                  <a:pt x="30" y="28"/>
                  <a:pt x="30" y="34"/>
                </a:cubicBezTo>
                <a:cubicBezTo>
                  <a:pt x="30" y="39"/>
                  <a:pt x="30" y="44"/>
                  <a:pt x="31" y="49"/>
                </a:cubicBezTo>
                <a:cubicBezTo>
                  <a:pt x="57" y="54"/>
                  <a:pt x="75" y="67"/>
                  <a:pt x="75" y="67"/>
                </a:cubicBezTo>
                <a:cubicBezTo>
                  <a:pt x="83" y="67"/>
                  <a:pt x="83" y="67"/>
                  <a:pt x="83" y="67"/>
                </a:cubicBezTo>
                <a:cubicBezTo>
                  <a:pt x="83" y="67"/>
                  <a:pt x="83" y="67"/>
                  <a:pt x="83" y="67"/>
                </a:cubicBezTo>
                <a:cubicBezTo>
                  <a:pt x="89" y="67"/>
                  <a:pt x="95" y="52"/>
                  <a:pt x="95" y="34"/>
                </a:cubicBezTo>
                <a:close/>
                <a:moveTo>
                  <a:pt x="80" y="62"/>
                </a:moveTo>
                <a:cubicBezTo>
                  <a:pt x="79" y="62"/>
                  <a:pt x="78" y="61"/>
                  <a:pt x="78" y="61"/>
                </a:cubicBezTo>
                <a:cubicBezTo>
                  <a:pt x="77" y="60"/>
                  <a:pt x="76" y="58"/>
                  <a:pt x="75" y="55"/>
                </a:cubicBezTo>
                <a:cubicBezTo>
                  <a:pt x="72" y="49"/>
                  <a:pt x="71" y="42"/>
                  <a:pt x="71" y="34"/>
                </a:cubicBezTo>
                <a:cubicBezTo>
                  <a:pt x="71" y="26"/>
                  <a:pt x="72" y="18"/>
                  <a:pt x="75" y="12"/>
                </a:cubicBezTo>
                <a:cubicBezTo>
                  <a:pt x="76" y="10"/>
                  <a:pt x="77" y="8"/>
                  <a:pt x="78" y="7"/>
                </a:cubicBezTo>
                <a:cubicBezTo>
                  <a:pt x="78" y="6"/>
                  <a:pt x="79" y="5"/>
                  <a:pt x="80" y="5"/>
                </a:cubicBezTo>
                <a:cubicBezTo>
                  <a:pt x="81" y="5"/>
                  <a:pt x="82" y="6"/>
                  <a:pt x="82" y="7"/>
                </a:cubicBezTo>
                <a:cubicBezTo>
                  <a:pt x="84" y="8"/>
                  <a:pt x="85" y="10"/>
                  <a:pt x="86" y="12"/>
                </a:cubicBezTo>
                <a:cubicBezTo>
                  <a:pt x="88" y="18"/>
                  <a:pt x="89" y="26"/>
                  <a:pt x="89" y="34"/>
                </a:cubicBezTo>
                <a:cubicBezTo>
                  <a:pt x="89" y="42"/>
                  <a:pt x="88" y="49"/>
                  <a:pt x="86" y="55"/>
                </a:cubicBezTo>
                <a:cubicBezTo>
                  <a:pt x="85" y="58"/>
                  <a:pt x="84" y="60"/>
                  <a:pt x="82" y="61"/>
                </a:cubicBezTo>
                <a:cubicBezTo>
                  <a:pt x="82" y="61"/>
                  <a:pt x="81" y="62"/>
                  <a:pt x="80" y="62"/>
                </a:cubicBezTo>
                <a:close/>
                <a:moveTo>
                  <a:pt x="23" y="34"/>
                </a:moveTo>
                <a:cubicBezTo>
                  <a:pt x="23" y="29"/>
                  <a:pt x="24" y="24"/>
                  <a:pt x="24" y="20"/>
                </a:cubicBezTo>
                <a:cubicBezTo>
                  <a:pt x="20" y="21"/>
                  <a:pt x="16" y="21"/>
                  <a:pt x="12" y="21"/>
                </a:cubicBezTo>
                <a:cubicBezTo>
                  <a:pt x="5" y="21"/>
                  <a:pt x="5" y="21"/>
                  <a:pt x="5" y="21"/>
                </a:cubicBezTo>
                <a:cubicBezTo>
                  <a:pt x="0" y="30"/>
                  <a:pt x="0" y="30"/>
                  <a:pt x="0" y="30"/>
                </a:cubicBezTo>
                <a:cubicBezTo>
                  <a:pt x="0" y="38"/>
                  <a:pt x="0" y="38"/>
                  <a:pt x="0" y="38"/>
                </a:cubicBezTo>
                <a:cubicBezTo>
                  <a:pt x="5" y="47"/>
                  <a:pt x="5" y="47"/>
                  <a:pt x="5" y="47"/>
                </a:cubicBezTo>
                <a:cubicBezTo>
                  <a:pt x="5" y="47"/>
                  <a:pt x="5" y="47"/>
                  <a:pt x="12" y="47"/>
                </a:cubicBezTo>
                <a:cubicBezTo>
                  <a:pt x="16" y="47"/>
                  <a:pt x="20" y="47"/>
                  <a:pt x="24" y="47"/>
                </a:cubicBezTo>
                <a:cubicBezTo>
                  <a:pt x="24" y="43"/>
                  <a:pt x="23" y="39"/>
                  <a:pt x="23" y="34"/>
                </a:cubicBezTo>
                <a:close/>
                <a:moveTo>
                  <a:pt x="34" y="53"/>
                </a:moveTo>
                <a:cubicBezTo>
                  <a:pt x="22" y="51"/>
                  <a:pt x="22" y="51"/>
                  <a:pt x="22" y="51"/>
                </a:cubicBezTo>
                <a:cubicBezTo>
                  <a:pt x="30" y="81"/>
                  <a:pt x="30" y="81"/>
                  <a:pt x="30" y="81"/>
                </a:cubicBezTo>
                <a:cubicBezTo>
                  <a:pt x="30" y="82"/>
                  <a:pt x="32" y="83"/>
                  <a:pt x="33" y="83"/>
                </a:cubicBezTo>
                <a:cubicBezTo>
                  <a:pt x="44" y="78"/>
                  <a:pt x="44" y="78"/>
                  <a:pt x="44" y="78"/>
                </a:cubicBezTo>
                <a:cubicBezTo>
                  <a:pt x="46" y="78"/>
                  <a:pt x="46" y="76"/>
                  <a:pt x="46" y="75"/>
                </a:cubicBezTo>
                <a:lnTo>
                  <a:pt x="34" y="53"/>
                </a:lnTo>
                <a:close/>
                <a:moveTo>
                  <a:pt x="80" y="45"/>
                </a:moveTo>
                <a:cubicBezTo>
                  <a:pt x="80" y="45"/>
                  <a:pt x="79" y="44"/>
                  <a:pt x="79" y="44"/>
                </a:cubicBezTo>
                <a:cubicBezTo>
                  <a:pt x="79" y="44"/>
                  <a:pt x="78" y="43"/>
                  <a:pt x="78" y="42"/>
                </a:cubicBezTo>
                <a:cubicBezTo>
                  <a:pt x="77" y="40"/>
                  <a:pt x="77" y="37"/>
                  <a:pt x="77" y="34"/>
                </a:cubicBezTo>
                <a:cubicBezTo>
                  <a:pt x="77" y="31"/>
                  <a:pt x="77" y="28"/>
                  <a:pt x="78" y="25"/>
                </a:cubicBezTo>
                <a:cubicBezTo>
                  <a:pt x="78" y="25"/>
                  <a:pt x="79" y="24"/>
                  <a:pt x="79" y="23"/>
                </a:cubicBezTo>
                <a:cubicBezTo>
                  <a:pt x="79" y="23"/>
                  <a:pt x="80" y="23"/>
                  <a:pt x="80" y="23"/>
                </a:cubicBezTo>
                <a:cubicBezTo>
                  <a:pt x="80" y="23"/>
                  <a:pt x="81" y="23"/>
                  <a:pt x="81" y="23"/>
                </a:cubicBezTo>
                <a:cubicBezTo>
                  <a:pt x="81" y="24"/>
                  <a:pt x="82" y="25"/>
                  <a:pt x="82" y="25"/>
                </a:cubicBezTo>
                <a:cubicBezTo>
                  <a:pt x="83" y="28"/>
                  <a:pt x="84" y="31"/>
                  <a:pt x="84" y="34"/>
                </a:cubicBezTo>
                <a:cubicBezTo>
                  <a:pt x="84" y="37"/>
                  <a:pt x="83" y="40"/>
                  <a:pt x="82" y="42"/>
                </a:cubicBezTo>
                <a:cubicBezTo>
                  <a:pt x="82" y="43"/>
                  <a:pt x="81" y="44"/>
                  <a:pt x="81" y="44"/>
                </a:cubicBezTo>
                <a:cubicBezTo>
                  <a:pt x="81" y="44"/>
                  <a:pt x="80" y="45"/>
                  <a:pt x="80" y="45"/>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9" name="Freeform 18"/>
          <p:cNvSpPr>
            <a:spLocks noEditPoints="1"/>
          </p:cNvSpPr>
          <p:nvPr/>
        </p:nvSpPr>
        <p:spPr bwMode="auto">
          <a:xfrm>
            <a:off x="10888892" y="4450905"/>
            <a:ext cx="120208" cy="48376"/>
          </a:xfrm>
          <a:custGeom>
            <a:avLst/>
            <a:gdLst>
              <a:gd name="T0" fmla="*/ 50 w 50"/>
              <a:gd name="T1" fmla="*/ 10 h 20"/>
              <a:gd name="T2" fmla="*/ 50 w 50"/>
              <a:gd name="T3" fmla="*/ 10 h 20"/>
              <a:gd name="T4" fmla="*/ 40 w 50"/>
              <a:gd name="T5" fmla="*/ 0 h 20"/>
              <a:gd name="T6" fmla="*/ 28 w 50"/>
              <a:gd name="T7" fmla="*/ 0 h 20"/>
              <a:gd name="T8" fmla="*/ 18 w 50"/>
              <a:gd name="T9" fmla="*/ 10 h 20"/>
              <a:gd name="T10" fmla="*/ 18 w 50"/>
              <a:gd name="T11" fmla="*/ 10 h 20"/>
              <a:gd name="T12" fmla="*/ 18 w 50"/>
              <a:gd name="T13" fmla="*/ 11 h 20"/>
              <a:gd name="T14" fmla="*/ 23 w 50"/>
              <a:gd name="T15" fmla="*/ 11 h 20"/>
              <a:gd name="T16" fmla="*/ 23 w 50"/>
              <a:gd name="T17" fmla="*/ 10 h 20"/>
              <a:gd name="T18" fmla="*/ 23 w 50"/>
              <a:gd name="T19" fmla="*/ 10 h 20"/>
              <a:gd name="T20" fmla="*/ 28 w 50"/>
              <a:gd name="T21" fmla="*/ 5 h 20"/>
              <a:gd name="T22" fmla="*/ 40 w 50"/>
              <a:gd name="T23" fmla="*/ 5 h 20"/>
              <a:gd name="T24" fmla="*/ 45 w 50"/>
              <a:gd name="T25" fmla="*/ 10 h 20"/>
              <a:gd name="T26" fmla="*/ 45 w 50"/>
              <a:gd name="T27" fmla="*/ 10 h 20"/>
              <a:gd name="T28" fmla="*/ 40 w 50"/>
              <a:gd name="T29" fmla="*/ 15 h 20"/>
              <a:gd name="T30" fmla="*/ 35 w 50"/>
              <a:gd name="T31" fmla="*/ 15 h 20"/>
              <a:gd name="T32" fmla="*/ 32 w 50"/>
              <a:gd name="T33" fmla="*/ 20 h 20"/>
              <a:gd name="T34" fmla="*/ 40 w 50"/>
              <a:gd name="T35" fmla="*/ 20 h 20"/>
              <a:gd name="T36" fmla="*/ 50 w 50"/>
              <a:gd name="T37" fmla="*/ 10 h 20"/>
              <a:gd name="T38" fmla="*/ 32 w 50"/>
              <a:gd name="T39" fmla="*/ 10 h 20"/>
              <a:gd name="T40" fmla="*/ 32 w 50"/>
              <a:gd name="T41" fmla="*/ 9 h 20"/>
              <a:gd name="T42" fmla="*/ 27 w 50"/>
              <a:gd name="T43" fmla="*/ 9 h 20"/>
              <a:gd name="T44" fmla="*/ 28 w 50"/>
              <a:gd name="T45" fmla="*/ 10 h 20"/>
              <a:gd name="T46" fmla="*/ 28 w 50"/>
              <a:gd name="T47" fmla="*/ 10 h 20"/>
              <a:gd name="T48" fmla="*/ 22 w 50"/>
              <a:gd name="T49" fmla="*/ 15 h 20"/>
              <a:gd name="T50" fmla="*/ 10 w 50"/>
              <a:gd name="T51" fmla="*/ 15 h 20"/>
              <a:gd name="T52" fmla="*/ 5 w 50"/>
              <a:gd name="T53" fmla="*/ 10 h 20"/>
              <a:gd name="T54" fmla="*/ 5 w 50"/>
              <a:gd name="T55" fmla="*/ 10 h 20"/>
              <a:gd name="T56" fmla="*/ 10 w 50"/>
              <a:gd name="T57" fmla="*/ 5 h 20"/>
              <a:gd name="T58" fmla="*/ 16 w 50"/>
              <a:gd name="T59" fmla="*/ 5 h 20"/>
              <a:gd name="T60" fmla="*/ 19 w 50"/>
              <a:gd name="T61" fmla="*/ 0 h 20"/>
              <a:gd name="T62" fmla="*/ 10 w 50"/>
              <a:gd name="T63" fmla="*/ 0 h 20"/>
              <a:gd name="T64" fmla="*/ 0 w 50"/>
              <a:gd name="T65" fmla="*/ 10 h 20"/>
              <a:gd name="T66" fmla="*/ 0 w 50"/>
              <a:gd name="T67" fmla="*/ 10 h 20"/>
              <a:gd name="T68" fmla="*/ 10 w 50"/>
              <a:gd name="T69" fmla="*/ 20 h 20"/>
              <a:gd name="T70" fmla="*/ 22 w 50"/>
              <a:gd name="T71" fmla="*/ 20 h 20"/>
              <a:gd name="T72" fmla="*/ 32 w 50"/>
              <a:gd name="T73"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20">
                <a:moveTo>
                  <a:pt x="50" y="10"/>
                </a:moveTo>
                <a:cubicBezTo>
                  <a:pt x="50" y="10"/>
                  <a:pt x="50" y="10"/>
                  <a:pt x="50" y="10"/>
                </a:cubicBezTo>
                <a:cubicBezTo>
                  <a:pt x="50" y="5"/>
                  <a:pt x="46" y="0"/>
                  <a:pt x="40" y="0"/>
                </a:cubicBezTo>
                <a:cubicBezTo>
                  <a:pt x="28" y="0"/>
                  <a:pt x="28" y="0"/>
                  <a:pt x="28" y="0"/>
                </a:cubicBezTo>
                <a:cubicBezTo>
                  <a:pt x="23" y="0"/>
                  <a:pt x="18" y="5"/>
                  <a:pt x="18" y="10"/>
                </a:cubicBezTo>
                <a:cubicBezTo>
                  <a:pt x="18" y="10"/>
                  <a:pt x="18" y="10"/>
                  <a:pt x="18" y="10"/>
                </a:cubicBezTo>
                <a:cubicBezTo>
                  <a:pt x="18" y="10"/>
                  <a:pt x="18" y="11"/>
                  <a:pt x="18" y="11"/>
                </a:cubicBezTo>
                <a:cubicBezTo>
                  <a:pt x="23" y="11"/>
                  <a:pt x="23" y="11"/>
                  <a:pt x="23" y="11"/>
                </a:cubicBezTo>
                <a:cubicBezTo>
                  <a:pt x="23" y="11"/>
                  <a:pt x="23" y="10"/>
                  <a:pt x="23" y="10"/>
                </a:cubicBezTo>
                <a:cubicBezTo>
                  <a:pt x="23" y="10"/>
                  <a:pt x="23" y="10"/>
                  <a:pt x="23" y="10"/>
                </a:cubicBezTo>
                <a:cubicBezTo>
                  <a:pt x="23" y="7"/>
                  <a:pt x="25" y="5"/>
                  <a:pt x="28" y="5"/>
                </a:cubicBezTo>
                <a:cubicBezTo>
                  <a:pt x="40" y="5"/>
                  <a:pt x="40" y="5"/>
                  <a:pt x="40" y="5"/>
                </a:cubicBezTo>
                <a:cubicBezTo>
                  <a:pt x="43" y="5"/>
                  <a:pt x="45" y="7"/>
                  <a:pt x="45" y="10"/>
                </a:cubicBezTo>
                <a:cubicBezTo>
                  <a:pt x="45" y="10"/>
                  <a:pt x="45" y="10"/>
                  <a:pt x="45" y="10"/>
                </a:cubicBezTo>
                <a:cubicBezTo>
                  <a:pt x="45" y="13"/>
                  <a:pt x="43" y="15"/>
                  <a:pt x="40" y="15"/>
                </a:cubicBezTo>
                <a:cubicBezTo>
                  <a:pt x="35" y="15"/>
                  <a:pt x="35" y="15"/>
                  <a:pt x="35" y="15"/>
                </a:cubicBezTo>
                <a:cubicBezTo>
                  <a:pt x="34" y="17"/>
                  <a:pt x="33" y="18"/>
                  <a:pt x="32" y="20"/>
                </a:cubicBezTo>
                <a:cubicBezTo>
                  <a:pt x="40" y="20"/>
                  <a:pt x="40" y="20"/>
                  <a:pt x="40" y="20"/>
                </a:cubicBezTo>
                <a:cubicBezTo>
                  <a:pt x="46" y="20"/>
                  <a:pt x="50" y="15"/>
                  <a:pt x="50" y="10"/>
                </a:cubicBezTo>
                <a:close/>
                <a:moveTo>
                  <a:pt x="32" y="10"/>
                </a:moveTo>
                <a:cubicBezTo>
                  <a:pt x="32" y="9"/>
                  <a:pt x="32" y="9"/>
                  <a:pt x="32" y="9"/>
                </a:cubicBezTo>
                <a:cubicBezTo>
                  <a:pt x="27" y="9"/>
                  <a:pt x="27" y="9"/>
                  <a:pt x="27" y="9"/>
                </a:cubicBezTo>
                <a:cubicBezTo>
                  <a:pt x="28" y="9"/>
                  <a:pt x="28" y="9"/>
                  <a:pt x="28" y="10"/>
                </a:cubicBezTo>
                <a:cubicBezTo>
                  <a:pt x="28" y="10"/>
                  <a:pt x="28" y="10"/>
                  <a:pt x="28" y="10"/>
                </a:cubicBezTo>
                <a:cubicBezTo>
                  <a:pt x="28" y="13"/>
                  <a:pt x="25" y="15"/>
                  <a:pt x="22" y="15"/>
                </a:cubicBezTo>
                <a:cubicBezTo>
                  <a:pt x="10" y="15"/>
                  <a:pt x="10" y="15"/>
                  <a:pt x="10" y="15"/>
                </a:cubicBezTo>
                <a:cubicBezTo>
                  <a:pt x="7" y="15"/>
                  <a:pt x="5" y="13"/>
                  <a:pt x="5" y="10"/>
                </a:cubicBezTo>
                <a:cubicBezTo>
                  <a:pt x="5" y="10"/>
                  <a:pt x="5" y="10"/>
                  <a:pt x="5" y="10"/>
                </a:cubicBezTo>
                <a:cubicBezTo>
                  <a:pt x="5" y="7"/>
                  <a:pt x="7" y="5"/>
                  <a:pt x="10" y="5"/>
                </a:cubicBezTo>
                <a:cubicBezTo>
                  <a:pt x="16" y="5"/>
                  <a:pt x="16" y="5"/>
                  <a:pt x="16" y="5"/>
                </a:cubicBezTo>
                <a:cubicBezTo>
                  <a:pt x="16" y="3"/>
                  <a:pt x="17" y="1"/>
                  <a:pt x="19" y="0"/>
                </a:cubicBezTo>
                <a:cubicBezTo>
                  <a:pt x="10" y="0"/>
                  <a:pt x="10" y="0"/>
                  <a:pt x="10" y="0"/>
                </a:cubicBezTo>
                <a:cubicBezTo>
                  <a:pt x="5" y="0"/>
                  <a:pt x="0" y="5"/>
                  <a:pt x="0" y="10"/>
                </a:cubicBezTo>
                <a:cubicBezTo>
                  <a:pt x="0" y="10"/>
                  <a:pt x="0" y="10"/>
                  <a:pt x="0" y="10"/>
                </a:cubicBezTo>
                <a:cubicBezTo>
                  <a:pt x="0" y="15"/>
                  <a:pt x="5" y="20"/>
                  <a:pt x="10" y="20"/>
                </a:cubicBezTo>
                <a:cubicBezTo>
                  <a:pt x="22" y="20"/>
                  <a:pt x="22" y="20"/>
                  <a:pt x="22" y="20"/>
                </a:cubicBezTo>
                <a:cubicBezTo>
                  <a:pt x="28" y="20"/>
                  <a:pt x="32" y="15"/>
                  <a:pt x="32" y="1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Freeform 19"/>
          <p:cNvSpPr>
            <a:spLocks noEditPoints="1"/>
          </p:cNvSpPr>
          <p:nvPr/>
        </p:nvSpPr>
        <p:spPr bwMode="auto">
          <a:xfrm>
            <a:off x="11001770" y="3936357"/>
            <a:ext cx="129004" cy="126072"/>
          </a:xfrm>
          <a:custGeom>
            <a:avLst/>
            <a:gdLst>
              <a:gd name="T0" fmla="*/ 27 w 54"/>
              <a:gd name="T1" fmla="*/ 0 h 53"/>
              <a:gd name="T2" fmla="*/ 0 w 54"/>
              <a:gd name="T3" fmla="*/ 27 h 53"/>
              <a:gd name="T4" fmla="*/ 27 w 54"/>
              <a:gd name="T5" fmla="*/ 53 h 53"/>
              <a:gd name="T6" fmla="*/ 54 w 54"/>
              <a:gd name="T7" fmla="*/ 27 h 53"/>
              <a:gd name="T8" fmla="*/ 27 w 54"/>
              <a:gd name="T9" fmla="*/ 0 h 53"/>
              <a:gd name="T10" fmla="*/ 16 w 54"/>
              <a:gd name="T11" fmla="*/ 43 h 53"/>
              <a:gd name="T12" fmla="*/ 17 w 54"/>
              <a:gd name="T13" fmla="*/ 38 h 53"/>
              <a:gd name="T14" fmla="*/ 7 w 54"/>
              <a:gd name="T15" fmla="*/ 24 h 53"/>
              <a:gd name="T16" fmla="*/ 13 w 54"/>
              <a:gd name="T17" fmla="*/ 12 h 53"/>
              <a:gd name="T18" fmla="*/ 27 w 54"/>
              <a:gd name="T19" fmla="*/ 7 h 53"/>
              <a:gd name="T20" fmla="*/ 41 w 54"/>
              <a:gd name="T21" fmla="*/ 12 h 53"/>
              <a:gd name="T22" fmla="*/ 47 w 54"/>
              <a:gd name="T23" fmla="*/ 24 h 53"/>
              <a:gd name="T24" fmla="*/ 37 w 54"/>
              <a:gd name="T25" fmla="*/ 38 h 53"/>
              <a:gd name="T26" fmla="*/ 38 w 54"/>
              <a:gd name="T27" fmla="*/ 43 h 53"/>
              <a:gd name="T28" fmla="*/ 27 w 54"/>
              <a:gd name="T29" fmla="*/ 47 h 53"/>
              <a:gd name="T30" fmla="*/ 16 w 54"/>
              <a:gd name="T31" fmla="*/ 43 h 53"/>
              <a:gd name="T32" fmla="*/ 29 w 54"/>
              <a:gd name="T33" fmla="*/ 33 h 53"/>
              <a:gd name="T34" fmla="*/ 30 w 54"/>
              <a:gd name="T35" fmla="*/ 35 h 53"/>
              <a:gd name="T36" fmla="*/ 30 w 54"/>
              <a:gd name="T37" fmla="*/ 38 h 53"/>
              <a:gd name="T38" fmla="*/ 29 w 54"/>
              <a:gd name="T39" fmla="*/ 40 h 53"/>
              <a:gd name="T40" fmla="*/ 25 w 54"/>
              <a:gd name="T41" fmla="*/ 40 h 53"/>
              <a:gd name="T42" fmla="*/ 24 w 54"/>
              <a:gd name="T43" fmla="*/ 38 h 53"/>
              <a:gd name="T44" fmla="*/ 24 w 54"/>
              <a:gd name="T45" fmla="*/ 35 h 53"/>
              <a:gd name="T46" fmla="*/ 25 w 54"/>
              <a:gd name="T47" fmla="*/ 33 h 53"/>
              <a:gd name="T48" fmla="*/ 26 w 54"/>
              <a:gd name="T49" fmla="*/ 10 h 53"/>
              <a:gd name="T50" fmla="*/ 28 w 54"/>
              <a:gd name="T51" fmla="*/ 10 h 53"/>
              <a:gd name="T52" fmla="*/ 29 w 54"/>
              <a:gd name="T5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 h="53">
                <a:moveTo>
                  <a:pt x="27" y="0"/>
                </a:moveTo>
                <a:cubicBezTo>
                  <a:pt x="12" y="0"/>
                  <a:pt x="0" y="12"/>
                  <a:pt x="0" y="27"/>
                </a:cubicBezTo>
                <a:cubicBezTo>
                  <a:pt x="0" y="41"/>
                  <a:pt x="12" y="53"/>
                  <a:pt x="27" y="53"/>
                </a:cubicBezTo>
                <a:cubicBezTo>
                  <a:pt x="42" y="53"/>
                  <a:pt x="54" y="41"/>
                  <a:pt x="54" y="27"/>
                </a:cubicBezTo>
                <a:cubicBezTo>
                  <a:pt x="54" y="12"/>
                  <a:pt x="42" y="0"/>
                  <a:pt x="27" y="0"/>
                </a:cubicBezTo>
                <a:close/>
                <a:moveTo>
                  <a:pt x="16" y="43"/>
                </a:moveTo>
                <a:cubicBezTo>
                  <a:pt x="17" y="42"/>
                  <a:pt x="17" y="40"/>
                  <a:pt x="17" y="38"/>
                </a:cubicBezTo>
                <a:cubicBezTo>
                  <a:pt x="17" y="32"/>
                  <a:pt x="13" y="26"/>
                  <a:pt x="7" y="24"/>
                </a:cubicBezTo>
                <a:cubicBezTo>
                  <a:pt x="8" y="20"/>
                  <a:pt x="10" y="16"/>
                  <a:pt x="13" y="12"/>
                </a:cubicBezTo>
                <a:cubicBezTo>
                  <a:pt x="17" y="9"/>
                  <a:pt x="22" y="7"/>
                  <a:pt x="27" y="7"/>
                </a:cubicBezTo>
                <a:cubicBezTo>
                  <a:pt x="32" y="7"/>
                  <a:pt x="37" y="9"/>
                  <a:pt x="41" y="12"/>
                </a:cubicBezTo>
                <a:cubicBezTo>
                  <a:pt x="44" y="16"/>
                  <a:pt x="46" y="20"/>
                  <a:pt x="47" y="24"/>
                </a:cubicBezTo>
                <a:cubicBezTo>
                  <a:pt x="41" y="26"/>
                  <a:pt x="37" y="32"/>
                  <a:pt x="37" y="38"/>
                </a:cubicBezTo>
                <a:cubicBezTo>
                  <a:pt x="37" y="40"/>
                  <a:pt x="37" y="42"/>
                  <a:pt x="38" y="43"/>
                </a:cubicBezTo>
                <a:cubicBezTo>
                  <a:pt x="35" y="45"/>
                  <a:pt x="31" y="47"/>
                  <a:pt x="27" y="47"/>
                </a:cubicBezTo>
                <a:cubicBezTo>
                  <a:pt x="23" y="47"/>
                  <a:pt x="19" y="45"/>
                  <a:pt x="16" y="43"/>
                </a:cubicBezTo>
                <a:close/>
                <a:moveTo>
                  <a:pt x="29" y="33"/>
                </a:moveTo>
                <a:cubicBezTo>
                  <a:pt x="30" y="33"/>
                  <a:pt x="30" y="34"/>
                  <a:pt x="30" y="35"/>
                </a:cubicBezTo>
                <a:cubicBezTo>
                  <a:pt x="30" y="38"/>
                  <a:pt x="30" y="38"/>
                  <a:pt x="30" y="38"/>
                </a:cubicBezTo>
                <a:cubicBezTo>
                  <a:pt x="30" y="39"/>
                  <a:pt x="30" y="40"/>
                  <a:pt x="29" y="40"/>
                </a:cubicBezTo>
                <a:cubicBezTo>
                  <a:pt x="25" y="40"/>
                  <a:pt x="25" y="40"/>
                  <a:pt x="25" y="40"/>
                </a:cubicBezTo>
                <a:cubicBezTo>
                  <a:pt x="25" y="40"/>
                  <a:pt x="24" y="39"/>
                  <a:pt x="24" y="38"/>
                </a:cubicBezTo>
                <a:cubicBezTo>
                  <a:pt x="24" y="35"/>
                  <a:pt x="24" y="35"/>
                  <a:pt x="24" y="35"/>
                </a:cubicBezTo>
                <a:cubicBezTo>
                  <a:pt x="24" y="34"/>
                  <a:pt x="24" y="33"/>
                  <a:pt x="25" y="33"/>
                </a:cubicBezTo>
                <a:cubicBezTo>
                  <a:pt x="26" y="10"/>
                  <a:pt x="26" y="10"/>
                  <a:pt x="26" y="10"/>
                </a:cubicBezTo>
                <a:cubicBezTo>
                  <a:pt x="28" y="10"/>
                  <a:pt x="28" y="10"/>
                  <a:pt x="28" y="10"/>
                </a:cubicBezTo>
                <a:lnTo>
                  <a:pt x="29" y="33"/>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Freeform 20"/>
          <p:cNvSpPr>
            <a:spLocks noEditPoints="1"/>
          </p:cNvSpPr>
          <p:nvPr/>
        </p:nvSpPr>
        <p:spPr bwMode="auto">
          <a:xfrm>
            <a:off x="10984179" y="4077088"/>
            <a:ext cx="112878" cy="90889"/>
          </a:xfrm>
          <a:custGeom>
            <a:avLst/>
            <a:gdLst>
              <a:gd name="T0" fmla="*/ 30 w 77"/>
              <a:gd name="T1" fmla="*/ 62 h 62"/>
              <a:gd name="T2" fmla="*/ 0 w 77"/>
              <a:gd name="T3" fmla="*/ 31 h 62"/>
              <a:gd name="T4" fmla="*/ 15 w 77"/>
              <a:gd name="T5" fmla="*/ 17 h 62"/>
              <a:gd name="T6" fmla="*/ 30 w 77"/>
              <a:gd name="T7" fmla="*/ 33 h 62"/>
              <a:gd name="T8" fmla="*/ 62 w 77"/>
              <a:gd name="T9" fmla="*/ 0 h 62"/>
              <a:gd name="T10" fmla="*/ 77 w 77"/>
              <a:gd name="T11" fmla="*/ 15 h 62"/>
              <a:gd name="T12" fmla="*/ 30 w 77"/>
              <a:gd name="T13" fmla="*/ 62 h 62"/>
              <a:gd name="T14" fmla="*/ 9 w 77"/>
              <a:gd name="T15" fmla="*/ 31 h 62"/>
              <a:gd name="T16" fmla="*/ 30 w 77"/>
              <a:gd name="T17" fmla="*/ 54 h 62"/>
              <a:gd name="T18" fmla="*/ 69 w 77"/>
              <a:gd name="T19" fmla="*/ 15 h 62"/>
              <a:gd name="T20" fmla="*/ 62 w 77"/>
              <a:gd name="T21" fmla="*/ 8 h 62"/>
              <a:gd name="T22" fmla="*/ 30 w 77"/>
              <a:gd name="T23" fmla="*/ 41 h 62"/>
              <a:gd name="T24" fmla="*/ 15 w 77"/>
              <a:gd name="T25" fmla="*/ 25 h 62"/>
              <a:gd name="T26" fmla="*/ 9 w 77"/>
              <a:gd name="T27"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62">
                <a:moveTo>
                  <a:pt x="30" y="62"/>
                </a:moveTo>
                <a:lnTo>
                  <a:pt x="0" y="31"/>
                </a:lnTo>
                <a:lnTo>
                  <a:pt x="15" y="17"/>
                </a:lnTo>
                <a:lnTo>
                  <a:pt x="30" y="33"/>
                </a:lnTo>
                <a:lnTo>
                  <a:pt x="62" y="0"/>
                </a:lnTo>
                <a:lnTo>
                  <a:pt x="77" y="15"/>
                </a:lnTo>
                <a:lnTo>
                  <a:pt x="30" y="62"/>
                </a:lnTo>
                <a:close/>
                <a:moveTo>
                  <a:pt x="9" y="31"/>
                </a:moveTo>
                <a:lnTo>
                  <a:pt x="30" y="54"/>
                </a:lnTo>
                <a:lnTo>
                  <a:pt x="69" y="15"/>
                </a:lnTo>
                <a:lnTo>
                  <a:pt x="62" y="8"/>
                </a:lnTo>
                <a:lnTo>
                  <a:pt x="30" y="41"/>
                </a:lnTo>
                <a:lnTo>
                  <a:pt x="15" y="25"/>
                </a:lnTo>
                <a:lnTo>
                  <a:pt x="9" y="31"/>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Freeform 21"/>
          <p:cNvSpPr>
            <a:spLocks noEditPoints="1"/>
          </p:cNvSpPr>
          <p:nvPr/>
        </p:nvSpPr>
        <p:spPr bwMode="auto">
          <a:xfrm>
            <a:off x="10793605" y="4254468"/>
            <a:ext cx="133402" cy="177380"/>
          </a:xfrm>
          <a:custGeom>
            <a:avLst/>
            <a:gdLst>
              <a:gd name="T0" fmla="*/ 53 w 56"/>
              <a:gd name="T1" fmla="*/ 9 h 74"/>
              <a:gd name="T2" fmla="*/ 49 w 56"/>
              <a:gd name="T3" fmla="*/ 9 h 74"/>
              <a:gd name="T4" fmla="*/ 49 w 56"/>
              <a:gd name="T5" fmla="*/ 14 h 74"/>
              <a:gd name="T6" fmla="*/ 51 w 56"/>
              <a:gd name="T7" fmla="*/ 14 h 74"/>
              <a:gd name="T8" fmla="*/ 51 w 56"/>
              <a:gd name="T9" fmla="*/ 51 h 74"/>
              <a:gd name="T10" fmla="*/ 32 w 56"/>
              <a:gd name="T11" fmla="*/ 51 h 74"/>
              <a:gd name="T12" fmla="*/ 32 w 56"/>
              <a:gd name="T13" fmla="*/ 70 h 74"/>
              <a:gd name="T14" fmla="*/ 5 w 56"/>
              <a:gd name="T15" fmla="*/ 70 h 74"/>
              <a:gd name="T16" fmla="*/ 5 w 56"/>
              <a:gd name="T17" fmla="*/ 14 h 74"/>
              <a:gd name="T18" fmla="*/ 7 w 56"/>
              <a:gd name="T19" fmla="*/ 14 h 74"/>
              <a:gd name="T20" fmla="*/ 7 w 56"/>
              <a:gd name="T21" fmla="*/ 9 h 74"/>
              <a:gd name="T22" fmla="*/ 2 w 56"/>
              <a:gd name="T23" fmla="*/ 9 h 74"/>
              <a:gd name="T24" fmla="*/ 0 w 56"/>
              <a:gd name="T25" fmla="*/ 12 h 74"/>
              <a:gd name="T26" fmla="*/ 0 w 56"/>
              <a:gd name="T27" fmla="*/ 72 h 74"/>
              <a:gd name="T28" fmla="*/ 2 w 56"/>
              <a:gd name="T29" fmla="*/ 74 h 74"/>
              <a:gd name="T30" fmla="*/ 39 w 56"/>
              <a:gd name="T31" fmla="*/ 74 h 74"/>
              <a:gd name="T32" fmla="*/ 56 w 56"/>
              <a:gd name="T33" fmla="*/ 58 h 74"/>
              <a:gd name="T34" fmla="*/ 56 w 56"/>
              <a:gd name="T35" fmla="*/ 12 h 74"/>
              <a:gd name="T36" fmla="*/ 53 w 56"/>
              <a:gd name="T37" fmla="*/ 9 h 74"/>
              <a:gd name="T38" fmla="*/ 37 w 56"/>
              <a:gd name="T39" fmla="*/ 70 h 74"/>
              <a:gd name="T40" fmla="*/ 37 w 56"/>
              <a:gd name="T41" fmla="*/ 56 h 74"/>
              <a:gd name="T42" fmla="*/ 51 w 56"/>
              <a:gd name="T43" fmla="*/ 56 h 74"/>
              <a:gd name="T44" fmla="*/ 37 w 56"/>
              <a:gd name="T45" fmla="*/ 70 h 74"/>
              <a:gd name="T46" fmla="*/ 46 w 56"/>
              <a:gd name="T47" fmla="*/ 9 h 74"/>
              <a:gd name="T48" fmla="*/ 37 w 56"/>
              <a:gd name="T49" fmla="*/ 9 h 74"/>
              <a:gd name="T50" fmla="*/ 37 w 56"/>
              <a:gd name="T51" fmla="*/ 5 h 74"/>
              <a:gd name="T52" fmla="*/ 32 w 56"/>
              <a:gd name="T53" fmla="*/ 0 h 74"/>
              <a:gd name="T54" fmla="*/ 23 w 56"/>
              <a:gd name="T55" fmla="*/ 0 h 74"/>
              <a:gd name="T56" fmla="*/ 19 w 56"/>
              <a:gd name="T57" fmla="*/ 5 h 74"/>
              <a:gd name="T58" fmla="*/ 19 w 56"/>
              <a:gd name="T59" fmla="*/ 9 h 74"/>
              <a:gd name="T60" fmla="*/ 9 w 56"/>
              <a:gd name="T61" fmla="*/ 9 h 74"/>
              <a:gd name="T62" fmla="*/ 9 w 56"/>
              <a:gd name="T63" fmla="*/ 19 h 74"/>
              <a:gd name="T64" fmla="*/ 46 w 56"/>
              <a:gd name="T65" fmla="*/ 19 h 74"/>
              <a:gd name="T66" fmla="*/ 46 w 56"/>
              <a:gd name="T67" fmla="*/ 9 h 74"/>
              <a:gd name="T68" fmla="*/ 32 w 56"/>
              <a:gd name="T69" fmla="*/ 9 h 74"/>
              <a:gd name="T70" fmla="*/ 23 w 56"/>
              <a:gd name="T71" fmla="*/ 9 h 74"/>
              <a:gd name="T72" fmla="*/ 23 w 56"/>
              <a:gd name="T73" fmla="*/ 5 h 74"/>
              <a:gd name="T74" fmla="*/ 23 w 56"/>
              <a:gd name="T75" fmla="*/ 5 h 74"/>
              <a:gd name="T76" fmla="*/ 32 w 56"/>
              <a:gd name="T77" fmla="*/ 5 h 74"/>
              <a:gd name="T78" fmla="*/ 32 w 56"/>
              <a:gd name="T79" fmla="*/ 5 h 74"/>
              <a:gd name="T80" fmla="*/ 32 w 56"/>
              <a:gd name="T81" fmla="*/ 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6" h="74">
                <a:moveTo>
                  <a:pt x="53" y="9"/>
                </a:moveTo>
                <a:cubicBezTo>
                  <a:pt x="49" y="9"/>
                  <a:pt x="49" y="9"/>
                  <a:pt x="49" y="9"/>
                </a:cubicBezTo>
                <a:cubicBezTo>
                  <a:pt x="49" y="14"/>
                  <a:pt x="49" y="14"/>
                  <a:pt x="49" y="14"/>
                </a:cubicBezTo>
                <a:cubicBezTo>
                  <a:pt x="51" y="14"/>
                  <a:pt x="51" y="14"/>
                  <a:pt x="51" y="14"/>
                </a:cubicBezTo>
                <a:cubicBezTo>
                  <a:pt x="51" y="51"/>
                  <a:pt x="51" y="51"/>
                  <a:pt x="51" y="51"/>
                </a:cubicBezTo>
                <a:cubicBezTo>
                  <a:pt x="32" y="51"/>
                  <a:pt x="32" y="51"/>
                  <a:pt x="32" y="51"/>
                </a:cubicBezTo>
                <a:cubicBezTo>
                  <a:pt x="32" y="70"/>
                  <a:pt x="32" y="70"/>
                  <a:pt x="32" y="70"/>
                </a:cubicBezTo>
                <a:cubicBezTo>
                  <a:pt x="5" y="70"/>
                  <a:pt x="5" y="70"/>
                  <a:pt x="5" y="70"/>
                </a:cubicBezTo>
                <a:cubicBezTo>
                  <a:pt x="5" y="14"/>
                  <a:pt x="5" y="14"/>
                  <a:pt x="5" y="14"/>
                </a:cubicBezTo>
                <a:cubicBezTo>
                  <a:pt x="7" y="14"/>
                  <a:pt x="7" y="14"/>
                  <a:pt x="7" y="14"/>
                </a:cubicBezTo>
                <a:cubicBezTo>
                  <a:pt x="7" y="9"/>
                  <a:pt x="7" y="9"/>
                  <a:pt x="7" y="9"/>
                </a:cubicBezTo>
                <a:cubicBezTo>
                  <a:pt x="2" y="9"/>
                  <a:pt x="2" y="9"/>
                  <a:pt x="2" y="9"/>
                </a:cubicBezTo>
                <a:cubicBezTo>
                  <a:pt x="1" y="9"/>
                  <a:pt x="0" y="10"/>
                  <a:pt x="0" y="12"/>
                </a:cubicBezTo>
                <a:cubicBezTo>
                  <a:pt x="0" y="72"/>
                  <a:pt x="0" y="72"/>
                  <a:pt x="0" y="72"/>
                </a:cubicBezTo>
                <a:cubicBezTo>
                  <a:pt x="0" y="73"/>
                  <a:pt x="1" y="74"/>
                  <a:pt x="2" y="74"/>
                </a:cubicBezTo>
                <a:cubicBezTo>
                  <a:pt x="39" y="74"/>
                  <a:pt x="39" y="74"/>
                  <a:pt x="39" y="74"/>
                </a:cubicBezTo>
                <a:cubicBezTo>
                  <a:pt x="56" y="58"/>
                  <a:pt x="56" y="58"/>
                  <a:pt x="56" y="58"/>
                </a:cubicBezTo>
                <a:cubicBezTo>
                  <a:pt x="56" y="12"/>
                  <a:pt x="56" y="12"/>
                  <a:pt x="56" y="12"/>
                </a:cubicBezTo>
                <a:cubicBezTo>
                  <a:pt x="56" y="10"/>
                  <a:pt x="55" y="9"/>
                  <a:pt x="53" y="9"/>
                </a:cubicBezTo>
                <a:close/>
                <a:moveTo>
                  <a:pt x="37" y="70"/>
                </a:moveTo>
                <a:cubicBezTo>
                  <a:pt x="37" y="56"/>
                  <a:pt x="37" y="56"/>
                  <a:pt x="37" y="56"/>
                </a:cubicBezTo>
                <a:cubicBezTo>
                  <a:pt x="51" y="56"/>
                  <a:pt x="51" y="56"/>
                  <a:pt x="51" y="56"/>
                </a:cubicBezTo>
                <a:lnTo>
                  <a:pt x="37" y="70"/>
                </a:lnTo>
                <a:close/>
                <a:moveTo>
                  <a:pt x="46" y="9"/>
                </a:moveTo>
                <a:cubicBezTo>
                  <a:pt x="37" y="9"/>
                  <a:pt x="37" y="9"/>
                  <a:pt x="37" y="9"/>
                </a:cubicBezTo>
                <a:cubicBezTo>
                  <a:pt x="37" y="5"/>
                  <a:pt x="37" y="5"/>
                  <a:pt x="37" y="5"/>
                </a:cubicBezTo>
                <a:cubicBezTo>
                  <a:pt x="37" y="2"/>
                  <a:pt x="35" y="0"/>
                  <a:pt x="32" y="0"/>
                </a:cubicBezTo>
                <a:cubicBezTo>
                  <a:pt x="23" y="0"/>
                  <a:pt x="23" y="0"/>
                  <a:pt x="23" y="0"/>
                </a:cubicBezTo>
                <a:cubicBezTo>
                  <a:pt x="21" y="0"/>
                  <a:pt x="19" y="2"/>
                  <a:pt x="19" y="5"/>
                </a:cubicBezTo>
                <a:cubicBezTo>
                  <a:pt x="19" y="9"/>
                  <a:pt x="19" y="9"/>
                  <a:pt x="19" y="9"/>
                </a:cubicBezTo>
                <a:cubicBezTo>
                  <a:pt x="9" y="9"/>
                  <a:pt x="9" y="9"/>
                  <a:pt x="9" y="9"/>
                </a:cubicBezTo>
                <a:cubicBezTo>
                  <a:pt x="9" y="19"/>
                  <a:pt x="9" y="19"/>
                  <a:pt x="9" y="19"/>
                </a:cubicBezTo>
                <a:cubicBezTo>
                  <a:pt x="46" y="19"/>
                  <a:pt x="46" y="19"/>
                  <a:pt x="46" y="19"/>
                </a:cubicBezTo>
                <a:lnTo>
                  <a:pt x="46" y="9"/>
                </a:lnTo>
                <a:close/>
                <a:moveTo>
                  <a:pt x="32" y="9"/>
                </a:moveTo>
                <a:cubicBezTo>
                  <a:pt x="23" y="9"/>
                  <a:pt x="23" y="9"/>
                  <a:pt x="23" y="9"/>
                </a:cubicBezTo>
                <a:cubicBezTo>
                  <a:pt x="23" y="5"/>
                  <a:pt x="23" y="5"/>
                  <a:pt x="23" y="5"/>
                </a:cubicBezTo>
                <a:cubicBezTo>
                  <a:pt x="23" y="5"/>
                  <a:pt x="23" y="5"/>
                  <a:pt x="23" y="5"/>
                </a:cubicBezTo>
                <a:cubicBezTo>
                  <a:pt x="32" y="5"/>
                  <a:pt x="32" y="5"/>
                  <a:pt x="32" y="5"/>
                </a:cubicBezTo>
                <a:cubicBezTo>
                  <a:pt x="32" y="5"/>
                  <a:pt x="32" y="5"/>
                  <a:pt x="32" y="5"/>
                </a:cubicBezTo>
                <a:lnTo>
                  <a:pt x="32" y="9"/>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3" name="Freeform 22"/>
          <p:cNvSpPr/>
          <p:nvPr/>
        </p:nvSpPr>
        <p:spPr bwMode="auto">
          <a:xfrm>
            <a:off x="10303978" y="4465566"/>
            <a:ext cx="455911" cy="256542"/>
          </a:xfrm>
          <a:custGeom>
            <a:avLst/>
            <a:gdLst>
              <a:gd name="T0" fmla="*/ 190 w 190"/>
              <a:gd name="T1" fmla="*/ 74 h 107"/>
              <a:gd name="T2" fmla="*/ 166 w 190"/>
              <a:gd name="T3" fmla="*/ 43 h 107"/>
              <a:gd name="T4" fmla="*/ 122 w 190"/>
              <a:gd name="T5" fmla="*/ 0 h 107"/>
              <a:gd name="T6" fmla="*/ 87 w 190"/>
              <a:gd name="T7" fmla="*/ 17 h 107"/>
              <a:gd name="T8" fmla="*/ 67 w 190"/>
              <a:gd name="T9" fmla="*/ 7 h 107"/>
              <a:gd name="T10" fmla="*/ 42 w 190"/>
              <a:gd name="T11" fmla="*/ 32 h 107"/>
              <a:gd name="T12" fmla="*/ 43 w 190"/>
              <a:gd name="T13" fmla="*/ 35 h 107"/>
              <a:gd name="T14" fmla="*/ 36 w 190"/>
              <a:gd name="T15" fmla="*/ 35 h 107"/>
              <a:gd name="T16" fmla="*/ 0 w 190"/>
              <a:gd name="T17" fmla="*/ 71 h 107"/>
              <a:gd name="T18" fmla="*/ 36 w 190"/>
              <a:gd name="T19" fmla="*/ 107 h 107"/>
              <a:gd name="T20" fmla="*/ 158 w 190"/>
              <a:gd name="T21" fmla="*/ 107 h 107"/>
              <a:gd name="T22" fmla="*/ 158 w 190"/>
              <a:gd name="T23" fmla="*/ 107 h 107"/>
              <a:gd name="T24" fmla="*/ 190 w 190"/>
              <a:gd name="T25" fmla="*/ 7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0" h="107">
                <a:moveTo>
                  <a:pt x="190" y="74"/>
                </a:moveTo>
                <a:cubicBezTo>
                  <a:pt x="190" y="59"/>
                  <a:pt x="180" y="46"/>
                  <a:pt x="166" y="43"/>
                </a:cubicBezTo>
                <a:cubicBezTo>
                  <a:pt x="165" y="19"/>
                  <a:pt x="146" y="0"/>
                  <a:pt x="122" y="0"/>
                </a:cubicBezTo>
                <a:cubicBezTo>
                  <a:pt x="107" y="0"/>
                  <a:pt x="95" y="6"/>
                  <a:pt x="87" y="17"/>
                </a:cubicBezTo>
                <a:cubicBezTo>
                  <a:pt x="82" y="11"/>
                  <a:pt x="75" y="7"/>
                  <a:pt x="67" y="7"/>
                </a:cubicBezTo>
                <a:cubicBezTo>
                  <a:pt x="54" y="7"/>
                  <a:pt x="42" y="18"/>
                  <a:pt x="42" y="32"/>
                </a:cubicBezTo>
                <a:cubicBezTo>
                  <a:pt x="42" y="33"/>
                  <a:pt x="43" y="34"/>
                  <a:pt x="43" y="35"/>
                </a:cubicBezTo>
                <a:cubicBezTo>
                  <a:pt x="41" y="35"/>
                  <a:pt x="38" y="35"/>
                  <a:pt x="36" y="35"/>
                </a:cubicBezTo>
                <a:cubicBezTo>
                  <a:pt x="16" y="35"/>
                  <a:pt x="0" y="51"/>
                  <a:pt x="0" y="71"/>
                </a:cubicBezTo>
                <a:cubicBezTo>
                  <a:pt x="0" y="91"/>
                  <a:pt x="16" y="107"/>
                  <a:pt x="36" y="107"/>
                </a:cubicBezTo>
                <a:cubicBezTo>
                  <a:pt x="158" y="107"/>
                  <a:pt x="158" y="107"/>
                  <a:pt x="158" y="107"/>
                </a:cubicBezTo>
                <a:cubicBezTo>
                  <a:pt x="158" y="107"/>
                  <a:pt x="158" y="107"/>
                  <a:pt x="158" y="107"/>
                </a:cubicBezTo>
                <a:cubicBezTo>
                  <a:pt x="176" y="107"/>
                  <a:pt x="190" y="92"/>
                  <a:pt x="190" y="74"/>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4" name="Freeform 23"/>
          <p:cNvSpPr/>
          <p:nvPr/>
        </p:nvSpPr>
        <p:spPr bwMode="auto">
          <a:xfrm>
            <a:off x="10787741" y="3794159"/>
            <a:ext cx="218427" cy="237484"/>
          </a:xfrm>
          <a:custGeom>
            <a:avLst/>
            <a:gdLst>
              <a:gd name="T0" fmla="*/ 61 w 91"/>
              <a:gd name="T1" fmla="*/ 27 h 99"/>
              <a:gd name="T2" fmla="*/ 51 w 91"/>
              <a:gd name="T3" fmla="*/ 38 h 99"/>
              <a:gd name="T4" fmla="*/ 46 w 91"/>
              <a:gd name="T5" fmla="*/ 46 h 99"/>
              <a:gd name="T6" fmla="*/ 48 w 91"/>
              <a:gd name="T7" fmla="*/ 29 h 99"/>
              <a:gd name="T8" fmla="*/ 48 w 91"/>
              <a:gd name="T9" fmla="*/ 14 h 99"/>
              <a:gd name="T10" fmla="*/ 23 w 91"/>
              <a:gd name="T11" fmla="*/ 4 h 99"/>
              <a:gd name="T12" fmla="*/ 13 w 91"/>
              <a:gd name="T13" fmla="*/ 29 h 99"/>
              <a:gd name="T14" fmla="*/ 24 w 91"/>
              <a:gd name="T15" fmla="*/ 40 h 99"/>
              <a:gd name="T16" fmla="*/ 38 w 91"/>
              <a:gd name="T17" fmla="*/ 50 h 99"/>
              <a:gd name="T18" fmla="*/ 29 w 91"/>
              <a:gd name="T19" fmla="*/ 48 h 99"/>
              <a:gd name="T20" fmla="*/ 14 w 91"/>
              <a:gd name="T21" fmla="*/ 48 h 99"/>
              <a:gd name="T22" fmla="*/ 4 w 91"/>
              <a:gd name="T23" fmla="*/ 74 h 99"/>
              <a:gd name="T24" fmla="*/ 30 w 91"/>
              <a:gd name="T25" fmla="*/ 84 h 99"/>
              <a:gd name="T26" fmla="*/ 40 w 91"/>
              <a:gd name="T27" fmla="*/ 73 h 99"/>
              <a:gd name="T28" fmla="*/ 45 w 91"/>
              <a:gd name="T29" fmla="*/ 65 h 99"/>
              <a:gd name="T30" fmla="*/ 43 w 91"/>
              <a:gd name="T31" fmla="*/ 96 h 99"/>
              <a:gd name="T32" fmla="*/ 45 w 91"/>
              <a:gd name="T33" fmla="*/ 99 h 99"/>
              <a:gd name="T34" fmla="*/ 61 w 91"/>
              <a:gd name="T35" fmla="*/ 92 h 99"/>
              <a:gd name="T36" fmla="*/ 78 w 91"/>
              <a:gd name="T37" fmla="*/ 84 h 99"/>
              <a:gd name="T38" fmla="*/ 76 w 91"/>
              <a:gd name="T39" fmla="*/ 81 h 99"/>
              <a:gd name="T40" fmla="*/ 53 w 91"/>
              <a:gd name="T41" fmla="*/ 61 h 99"/>
              <a:gd name="T42" fmla="*/ 61 w 91"/>
              <a:gd name="T43" fmla="*/ 63 h 99"/>
              <a:gd name="T44" fmla="*/ 77 w 91"/>
              <a:gd name="T45" fmla="*/ 63 h 99"/>
              <a:gd name="T46" fmla="*/ 87 w 91"/>
              <a:gd name="T47" fmla="*/ 37 h 99"/>
              <a:gd name="T48" fmla="*/ 61 w 91"/>
              <a:gd name="T49" fmla="*/ 2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1" h="99">
                <a:moveTo>
                  <a:pt x="61" y="27"/>
                </a:moveTo>
                <a:cubicBezTo>
                  <a:pt x="56" y="29"/>
                  <a:pt x="52" y="33"/>
                  <a:pt x="51" y="38"/>
                </a:cubicBezTo>
                <a:cubicBezTo>
                  <a:pt x="50" y="40"/>
                  <a:pt x="48" y="43"/>
                  <a:pt x="46" y="46"/>
                </a:cubicBezTo>
                <a:cubicBezTo>
                  <a:pt x="46" y="41"/>
                  <a:pt x="47" y="33"/>
                  <a:pt x="48" y="29"/>
                </a:cubicBezTo>
                <a:cubicBezTo>
                  <a:pt x="50" y="25"/>
                  <a:pt x="50" y="19"/>
                  <a:pt x="48" y="14"/>
                </a:cubicBezTo>
                <a:cubicBezTo>
                  <a:pt x="44" y="4"/>
                  <a:pt x="32" y="0"/>
                  <a:pt x="23" y="4"/>
                </a:cubicBezTo>
                <a:cubicBezTo>
                  <a:pt x="13" y="8"/>
                  <a:pt x="9" y="20"/>
                  <a:pt x="13" y="29"/>
                </a:cubicBezTo>
                <a:cubicBezTo>
                  <a:pt x="15" y="35"/>
                  <a:pt x="19" y="38"/>
                  <a:pt x="24" y="40"/>
                </a:cubicBezTo>
                <a:cubicBezTo>
                  <a:pt x="28" y="41"/>
                  <a:pt x="34" y="46"/>
                  <a:pt x="38" y="50"/>
                </a:cubicBezTo>
                <a:cubicBezTo>
                  <a:pt x="34" y="49"/>
                  <a:pt x="31" y="49"/>
                  <a:pt x="29" y="48"/>
                </a:cubicBezTo>
                <a:cubicBezTo>
                  <a:pt x="24" y="46"/>
                  <a:pt x="19" y="46"/>
                  <a:pt x="14" y="48"/>
                </a:cubicBezTo>
                <a:cubicBezTo>
                  <a:pt x="4" y="52"/>
                  <a:pt x="0" y="64"/>
                  <a:pt x="4" y="74"/>
                </a:cubicBezTo>
                <a:cubicBezTo>
                  <a:pt x="8" y="84"/>
                  <a:pt x="20" y="88"/>
                  <a:pt x="30" y="84"/>
                </a:cubicBezTo>
                <a:cubicBezTo>
                  <a:pt x="35" y="82"/>
                  <a:pt x="38" y="77"/>
                  <a:pt x="40" y="73"/>
                </a:cubicBezTo>
                <a:cubicBezTo>
                  <a:pt x="41" y="70"/>
                  <a:pt x="42" y="67"/>
                  <a:pt x="45" y="65"/>
                </a:cubicBezTo>
                <a:cubicBezTo>
                  <a:pt x="50" y="77"/>
                  <a:pt x="48" y="89"/>
                  <a:pt x="43" y="96"/>
                </a:cubicBezTo>
                <a:cubicBezTo>
                  <a:pt x="45" y="99"/>
                  <a:pt x="45" y="99"/>
                  <a:pt x="45" y="99"/>
                </a:cubicBezTo>
                <a:cubicBezTo>
                  <a:pt x="61" y="92"/>
                  <a:pt x="61" y="92"/>
                  <a:pt x="61" y="92"/>
                </a:cubicBezTo>
                <a:cubicBezTo>
                  <a:pt x="78" y="84"/>
                  <a:pt x="78" y="84"/>
                  <a:pt x="78" y="84"/>
                </a:cubicBezTo>
                <a:cubicBezTo>
                  <a:pt x="76" y="81"/>
                  <a:pt x="76" y="81"/>
                  <a:pt x="76" y="81"/>
                </a:cubicBezTo>
                <a:cubicBezTo>
                  <a:pt x="68" y="80"/>
                  <a:pt x="58" y="74"/>
                  <a:pt x="53" y="61"/>
                </a:cubicBezTo>
                <a:cubicBezTo>
                  <a:pt x="56" y="61"/>
                  <a:pt x="59" y="62"/>
                  <a:pt x="61" y="63"/>
                </a:cubicBezTo>
                <a:cubicBezTo>
                  <a:pt x="66" y="65"/>
                  <a:pt x="72" y="65"/>
                  <a:pt x="77" y="63"/>
                </a:cubicBezTo>
                <a:cubicBezTo>
                  <a:pt x="87" y="59"/>
                  <a:pt x="91" y="47"/>
                  <a:pt x="87" y="37"/>
                </a:cubicBezTo>
                <a:cubicBezTo>
                  <a:pt x="82" y="27"/>
                  <a:pt x="71" y="23"/>
                  <a:pt x="61" y="27"/>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5" name="Freeform 24"/>
          <p:cNvSpPr>
            <a:spLocks noEditPoints="1"/>
          </p:cNvSpPr>
          <p:nvPr/>
        </p:nvSpPr>
        <p:spPr bwMode="auto">
          <a:xfrm>
            <a:off x="10658737" y="4364415"/>
            <a:ext cx="109947" cy="115809"/>
          </a:xfrm>
          <a:custGeom>
            <a:avLst/>
            <a:gdLst>
              <a:gd name="T0" fmla="*/ 43 w 46"/>
              <a:gd name="T1" fmla="*/ 29 h 48"/>
              <a:gd name="T2" fmla="*/ 46 w 46"/>
              <a:gd name="T3" fmla="*/ 16 h 48"/>
              <a:gd name="T4" fmla="*/ 41 w 46"/>
              <a:gd name="T5" fmla="*/ 8 h 48"/>
              <a:gd name="T6" fmla="*/ 37 w 46"/>
              <a:gd name="T7" fmla="*/ 9 h 48"/>
              <a:gd name="T8" fmla="*/ 28 w 46"/>
              <a:gd name="T9" fmla="*/ 0 h 48"/>
              <a:gd name="T10" fmla="*/ 18 w 46"/>
              <a:gd name="T11" fmla="*/ 0 h 48"/>
              <a:gd name="T12" fmla="*/ 17 w 46"/>
              <a:gd name="T13" fmla="*/ 4 h 48"/>
              <a:gd name="T14" fmla="*/ 4 w 46"/>
              <a:gd name="T15" fmla="*/ 8 h 48"/>
              <a:gd name="T16" fmla="*/ 0 w 46"/>
              <a:gd name="T17" fmla="*/ 16 h 48"/>
              <a:gd name="T18" fmla="*/ 3 w 46"/>
              <a:gd name="T19" fmla="*/ 19 h 48"/>
              <a:gd name="T20" fmla="*/ 0 w 46"/>
              <a:gd name="T21" fmla="*/ 32 h 48"/>
              <a:gd name="T22" fmla="*/ 4 w 46"/>
              <a:gd name="T23" fmla="*/ 40 h 48"/>
              <a:gd name="T24" fmla="*/ 9 w 46"/>
              <a:gd name="T25" fmla="*/ 39 h 48"/>
              <a:gd name="T26" fmla="*/ 18 w 46"/>
              <a:gd name="T27" fmla="*/ 48 h 48"/>
              <a:gd name="T28" fmla="*/ 28 w 46"/>
              <a:gd name="T29" fmla="*/ 48 h 48"/>
              <a:gd name="T30" fmla="*/ 29 w 46"/>
              <a:gd name="T31" fmla="*/ 44 h 48"/>
              <a:gd name="T32" fmla="*/ 41 w 46"/>
              <a:gd name="T33" fmla="*/ 40 h 48"/>
              <a:gd name="T34" fmla="*/ 46 w 46"/>
              <a:gd name="T35" fmla="*/ 32 h 48"/>
              <a:gd name="T36" fmla="*/ 43 w 46"/>
              <a:gd name="T37" fmla="*/ 29 h 48"/>
              <a:gd name="T38" fmla="*/ 23 w 46"/>
              <a:gd name="T39" fmla="*/ 34 h 48"/>
              <a:gd name="T40" fmla="*/ 13 w 46"/>
              <a:gd name="T41" fmla="*/ 24 h 48"/>
              <a:gd name="T42" fmla="*/ 23 w 46"/>
              <a:gd name="T43" fmla="*/ 14 h 48"/>
              <a:gd name="T44" fmla="*/ 33 w 46"/>
              <a:gd name="T45" fmla="*/ 24 h 48"/>
              <a:gd name="T46" fmla="*/ 23 w 46"/>
              <a:gd name="T47"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 h="48">
                <a:moveTo>
                  <a:pt x="43" y="29"/>
                </a:moveTo>
                <a:cubicBezTo>
                  <a:pt x="40" y="24"/>
                  <a:pt x="42" y="19"/>
                  <a:pt x="46" y="16"/>
                </a:cubicBezTo>
                <a:cubicBezTo>
                  <a:pt x="41" y="8"/>
                  <a:pt x="41" y="8"/>
                  <a:pt x="41" y="8"/>
                </a:cubicBezTo>
                <a:cubicBezTo>
                  <a:pt x="40" y="9"/>
                  <a:pt x="38" y="9"/>
                  <a:pt x="37" y="9"/>
                </a:cubicBezTo>
                <a:cubicBezTo>
                  <a:pt x="32" y="9"/>
                  <a:pt x="28" y="5"/>
                  <a:pt x="28" y="0"/>
                </a:cubicBezTo>
                <a:cubicBezTo>
                  <a:pt x="18" y="0"/>
                  <a:pt x="18" y="0"/>
                  <a:pt x="18" y="0"/>
                </a:cubicBezTo>
                <a:cubicBezTo>
                  <a:pt x="18" y="1"/>
                  <a:pt x="18" y="3"/>
                  <a:pt x="17" y="4"/>
                </a:cubicBezTo>
                <a:cubicBezTo>
                  <a:pt x="14" y="9"/>
                  <a:pt x="9" y="10"/>
                  <a:pt x="4" y="8"/>
                </a:cubicBezTo>
                <a:cubicBezTo>
                  <a:pt x="0" y="16"/>
                  <a:pt x="0" y="16"/>
                  <a:pt x="0" y="16"/>
                </a:cubicBezTo>
                <a:cubicBezTo>
                  <a:pt x="1" y="17"/>
                  <a:pt x="2" y="18"/>
                  <a:pt x="3" y="19"/>
                </a:cubicBezTo>
                <a:cubicBezTo>
                  <a:pt x="5" y="24"/>
                  <a:pt x="4" y="29"/>
                  <a:pt x="0" y="32"/>
                </a:cubicBezTo>
                <a:cubicBezTo>
                  <a:pt x="4" y="40"/>
                  <a:pt x="4" y="40"/>
                  <a:pt x="4" y="40"/>
                </a:cubicBezTo>
                <a:cubicBezTo>
                  <a:pt x="6" y="39"/>
                  <a:pt x="7" y="39"/>
                  <a:pt x="9" y="39"/>
                </a:cubicBezTo>
                <a:cubicBezTo>
                  <a:pt x="14" y="39"/>
                  <a:pt x="18" y="43"/>
                  <a:pt x="18" y="48"/>
                </a:cubicBezTo>
                <a:cubicBezTo>
                  <a:pt x="28" y="48"/>
                  <a:pt x="28" y="48"/>
                  <a:pt x="28" y="48"/>
                </a:cubicBezTo>
                <a:cubicBezTo>
                  <a:pt x="28" y="47"/>
                  <a:pt x="28" y="45"/>
                  <a:pt x="29" y="44"/>
                </a:cubicBezTo>
                <a:cubicBezTo>
                  <a:pt x="31" y="39"/>
                  <a:pt x="37" y="38"/>
                  <a:pt x="41" y="40"/>
                </a:cubicBezTo>
                <a:cubicBezTo>
                  <a:pt x="46" y="32"/>
                  <a:pt x="46" y="32"/>
                  <a:pt x="46" y="32"/>
                </a:cubicBezTo>
                <a:cubicBezTo>
                  <a:pt x="45" y="31"/>
                  <a:pt x="44" y="30"/>
                  <a:pt x="43" y="29"/>
                </a:cubicBezTo>
                <a:close/>
                <a:moveTo>
                  <a:pt x="23" y="34"/>
                </a:moveTo>
                <a:cubicBezTo>
                  <a:pt x="17" y="34"/>
                  <a:pt x="13" y="29"/>
                  <a:pt x="13" y="24"/>
                </a:cubicBezTo>
                <a:cubicBezTo>
                  <a:pt x="13" y="19"/>
                  <a:pt x="17" y="14"/>
                  <a:pt x="23" y="14"/>
                </a:cubicBezTo>
                <a:cubicBezTo>
                  <a:pt x="28" y="14"/>
                  <a:pt x="33" y="19"/>
                  <a:pt x="33" y="24"/>
                </a:cubicBezTo>
                <a:cubicBezTo>
                  <a:pt x="33" y="29"/>
                  <a:pt x="28" y="34"/>
                  <a:pt x="23" y="34"/>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6" name="Freeform 25"/>
          <p:cNvSpPr/>
          <p:nvPr/>
        </p:nvSpPr>
        <p:spPr bwMode="auto">
          <a:xfrm>
            <a:off x="10752558" y="4060962"/>
            <a:ext cx="167118" cy="170051"/>
          </a:xfrm>
          <a:custGeom>
            <a:avLst/>
            <a:gdLst>
              <a:gd name="T0" fmla="*/ 53 w 70"/>
              <a:gd name="T1" fmla="*/ 45 h 71"/>
              <a:gd name="T2" fmla="*/ 41 w 70"/>
              <a:gd name="T3" fmla="*/ 32 h 71"/>
              <a:gd name="T4" fmla="*/ 70 w 70"/>
              <a:gd name="T5" fmla="*/ 10 h 71"/>
              <a:gd name="T6" fmla="*/ 62 w 70"/>
              <a:gd name="T7" fmla="*/ 1 h 71"/>
              <a:gd name="T8" fmla="*/ 25 w 70"/>
              <a:gd name="T9" fmla="*/ 16 h 71"/>
              <a:gd name="T10" fmla="*/ 13 w 70"/>
              <a:gd name="T11" fmla="*/ 5 h 71"/>
              <a:gd name="T12" fmla="*/ 2 w 70"/>
              <a:gd name="T13" fmla="*/ 3 h 71"/>
              <a:gd name="T14" fmla="*/ 4 w 70"/>
              <a:gd name="T15" fmla="*/ 13 h 71"/>
              <a:gd name="T16" fmla="*/ 16 w 70"/>
              <a:gd name="T17" fmla="*/ 25 h 71"/>
              <a:gd name="T18" fmla="*/ 1 w 70"/>
              <a:gd name="T19" fmla="*/ 62 h 71"/>
              <a:gd name="T20" fmla="*/ 10 w 70"/>
              <a:gd name="T21" fmla="*/ 71 h 71"/>
              <a:gd name="T22" fmla="*/ 32 w 70"/>
              <a:gd name="T23" fmla="*/ 41 h 71"/>
              <a:gd name="T24" fmla="*/ 44 w 70"/>
              <a:gd name="T25" fmla="*/ 53 h 71"/>
              <a:gd name="T26" fmla="*/ 44 w 70"/>
              <a:gd name="T27" fmla="*/ 71 h 71"/>
              <a:gd name="T28" fmla="*/ 53 w 70"/>
              <a:gd name="T29" fmla="*/ 71 h 71"/>
              <a:gd name="T30" fmla="*/ 57 w 70"/>
              <a:gd name="T31" fmla="*/ 58 h 71"/>
              <a:gd name="T32" fmla="*/ 70 w 70"/>
              <a:gd name="T33" fmla="*/ 53 h 71"/>
              <a:gd name="T34" fmla="*/ 70 w 70"/>
              <a:gd name="T35" fmla="*/ 45 h 71"/>
              <a:gd name="T36" fmla="*/ 53 w 70"/>
              <a:gd name="T37" fmla="*/ 45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0" h="71">
                <a:moveTo>
                  <a:pt x="53" y="45"/>
                </a:moveTo>
                <a:cubicBezTo>
                  <a:pt x="41" y="32"/>
                  <a:pt x="41" y="32"/>
                  <a:pt x="41" y="32"/>
                </a:cubicBezTo>
                <a:cubicBezTo>
                  <a:pt x="70" y="10"/>
                  <a:pt x="70" y="10"/>
                  <a:pt x="70" y="10"/>
                </a:cubicBezTo>
                <a:cubicBezTo>
                  <a:pt x="62" y="1"/>
                  <a:pt x="62" y="1"/>
                  <a:pt x="62" y="1"/>
                </a:cubicBezTo>
                <a:cubicBezTo>
                  <a:pt x="25" y="16"/>
                  <a:pt x="25" y="16"/>
                  <a:pt x="25" y="16"/>
                </a:cubicBezTo>
                <a:cubicBezTo>
                  <a:pt x="13" y="5"/>
                  <a:pt x="13" y="5"/>
                  <a:pt x="13" y="5"/>
                </a:cubicBezTo>
                <a:cubicBezTo>
                  <a:pt x="10" y="1"/>
                  <a:pt x="5" y="0"/>
                  <a:pt x="2" y="3"/>
                </a:cubicBezTo>
                <a:cubicBezTo>
                  <a:pt x="0" y="5"/>
                  <a:pt x="1" y="10"/>
                  <a:pt x="4" y="13"/>
                </a:cubicBezTo>
                <a:cubicBezTo>
                  <a:pt x="16" y="25"/>
                  <a:pt x="16" y="25"/>
                  <a:pt x="16" y="25"/>
                </a:cubicBezTo>
                <a:cubicBezTo>
                  <a:pt x="1" y="62"/>
                  <a:pt x="1" y="62"/>
                  <a:pt x="1" y="62"/>
                </a:cubicBezTo>
                <a:cubicBezTo>
                  <a:pt x="10" y="71"/>
                  <a:pt x="10" y="71"/>
                  <a:pt x="10" y="71"/>
                </a:cubicBezTo>
                <a:cubicBezTo>
                  <a:pt x="32" y="41"/>
                  <a:pt x="32" y="41"/>
                  <a:pt x="32" y="41"/>
                </a:cubicBezTo>
                <a:cubicBezTo>
                  <a:pt x="44" y="53"/>
                  <a:pt x="44" y="53"/>
                  <a:pt x="44" y="53"/>
                </a:cubicBezTo>
                <a:cubicBezTo>
                  <a:pt x="44" y="71"/>
                  <a:pt x="44" y="71"/>
                  <a:pt x="44" y="71"/>
                </a:cubicBezTo>
                <a:cubicBezTo>
                  <a:pt x="53" y="71"/>
                  <a:pt x="53" y="71"/>
                  <a:pt x="53" y="71"/>
                </a:cubicBezTo>
                <a:cubicBezTo>
                  <a:pt x="57" y="58"/>
                  <a:pt x="57" y="58"/>
                  <a:pt x="57" y="58"/>
                </a:cubicBezTo>
                <a:cubicBezTo>
                  <a:pt x="70" y="53"/>
                  <a:pt x="70" y="53"/>
                  <a:pt x="70" y="53"/>
                </a:cubicBezTo>
                <a:cubicBezTo>
                  <a:pt x="70" y="45"/>
                  <a:pt x="70" y="45"/>
                  <a:pt x="70" y="45"/>
                </a:cubicBezTo>
                <a:cubicBezTo>
                  <a:pt x="53" y="45"/>
                  <a:pt x="53" y="45"/>
                  <a:pt x="53" y="45"/>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7" name="Freeform 26"/>
          <p:cNvSpPr>
            <a:spLocks noEditPoints="1"/>
          </p:cNvSpPr>
          <p:nvPr/>
        </p:nvSpPr>
        <p:spPr bwMode="auto">
          <a:xfrm>
            <a:off x="10957792" y="4170909"/>
            <a:ext cx="58638" cy="107014"/>
          </a:xfrm>
          <a:custGeom>
            <a:avLst/>
            <a:gdLst>
              <a:gd name="T0" fmla="*/ 16 w 24"/>
              <a:gd name="T1" fmla="*/ 44 h 45"/>
              <a:gd name="T2" fmla="*/ 16 w 24"/>
              <a:gd name="T3" fmla="*/ 44 h 45"/>
              <a:gd name="T4" fmla="*/ 23 w 24"/>
              <a:gd name="T5" fmla="*/ 34 h 45"/>
              <a:gd name="T6" fmla="*/ 21 w 24"/>
              <a:gd name="T7" fmla="*/ 23 h 45"/>
              <a:gd name="T8" fmla="*/ 11 w 24"/>
              <a:gd name="T9" fmla="*/ 16 h 45"/>
              <a:gd name="T10" fmla="*/ 11 w 24"/>
              <a:gd name="T11" fmla="*/ 16 h 45"/>
              <a:gd name="T12" fmla="*/ 10 w 24"/>
              <a:gd name="T13" fmla="*/ 17 h 45"/>
              <a:gd name="T14" fmla="*/ 11 w 24"/>
              <a:gd name="T15" fmla="*/ 20 h 45"/>
              <a:gd name="T16" fmla="*/ 12 w 24"/>
              <a:gd name="T17" fmla="*/ 20 h 45"/>
              <a:gd name="T18" fmla="*/ 12 w 24"/>
              <a:gd name="T19" fmla="*/ 20 h 45"/>
              <a:gd name="T20" fmla="*/ 17 w 24"/>
              <a:gd name="T21" fmla="*/ 24 h 45"/>
              <a:gd name="T22" fmla="*/ 19 w 24"/>
              <a:gd name="T23" fmla="*/ 35 h 45"/>
              <a:gd name="T24" fmla="*/ 16 w 24"/>
              <a:gd name="T25" fmla="*/ 40 h 45"/>
              <a:gd name="T26" fmla="*/ 16 w 24"/>
              <a:gd name="T27" fmla="*/ 40 h 45"/>
              <a:gd name="T28" fmla="*/ 10 w 24"/>
              <a:gd name="T29" fmla="*/ 36 h 45"/>
              <a:gd name="T30" fmla="*/ 9 w 24"/>
              <a:gd name="T31" fmla="*/ 31 h 45"/>
              <a:gd name="T32" fmla="*/ 5 w 24"/>
              <a:gd name="T33" fmla="*/ 30 h 45"/>
              <a:gd name="T34" fmla="*/ 6 w 24"/>
              <a:gd name="T35" fmla="*/ 37 h 45"/>
              <a:gd name="T36" fmla="*/ 16 w 24"/>
              <a:gd name="T37" fmla="*/ 44 h 45"/>
              <a:gd name="T38" fmla="*/ 13 w 24"/>
              <a:gd name="T39" fmla="*/ 28 h 45"/>
              <a:gd name="T40" fmla="*/ 15 w 24"/>
              <a:gd name="T41" fmla="*/ 28 h 45"/>
              <a:gd name="T42" fmla="*/ 14 w 24"/>
              <a:gd name="T43" fmla="*/ 24 h 45"/>
              <a:gd name="T44" fmla="*/ 13 w 24"/>
              <a:gd name="T45" fmla="*/ 24 h 45"/>
              <a:gd name="T46" fmla="*/ 12 w 24"/>
              <a:gd name="T47" fmla="*/ 24 h 45"/>
              <a:gd name="T48" fmla="*/ 7 w 24"/>
              <a:gd name="T49" fmla="*/ 21 h 45"/>
              <a:gd name="T50" fmla="*/ 5 w 24"/>
              <a:gd name="T51" fmla="*/ 10 h 45"/>
              <a:gd name="T52" fmla="*/ 9 w 24"/>
              <a:gd name="T53" fmla="*/ 4 h 45"/>
              <a:gd name="T54" fmla="*/ 9 w 24"/>
              <a:gd name="T55" fmla="*/ 4 h 45"/>
              <a:gd name="T56" fmla="*/ 14 w 24"/>
              <a:gd name="T57" fmla="*/ 8 h 45"/>
              <a:gd name="T58" fmla="*/ 15 w 24"/>
              <a:gd name="T59" fmla="*/ 13 h 45"/>
              <a:gd name="T60" fmla="*/ 20 w 24"/>
              <a:gd name="T61" fmla="*/ 15 h 45"/>
              <a:gd name="T62" fmla="*/ 18 w 24"/>
              <a:gd name="T63" fmla="*/ 7 h 45"/>
              <a:gd name="T64" fmla="*/ 8 w 24"/>
              <a:gd name="T65" fmla="*/ 0 h 45"/>
              <a:gd name="T66" fmla="*/ 8 w 24"/>
              <a:gd name="T67" fmla="*/ 1 h 45"/>
              <a:gd name="T68" fmla="*/ 1 w 24"/>
              <a:gd name="T69" fmla="*/ 11 h 45"/>
              <a:gd name="T70" fmla="*/ 3 w 24"/>
              <a:gd name="T71" fmla="*/ 21 h 45"/>
              <a:gd name="T72" fmla="*/ 13 w 24"/>
              <a:gd name="T73" fmla="*/ 2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 h="45">
                <a:moveTo>
                  <a:pt x="16" y="44"/>
                </a:moveTo>
                <a:cubicBezTo>
                  <a:pt x="16" y="44"/>
                  <a:pt x="16" y="44"/>
                  <a:pt x="16" y="44"/>
                </a:cubicBezTo>
                <a:cubicBezTo>
                  <a:pt x="21" y="43"/>
                  <a:pt x="24" y="38"/>
                  <a:pt x="23" y="34"/>
                </a:cubicBezTo>
                <a:cubicBezTo>
                  <a:pt x="21" y="23"/>
                  <a:pt x="21" y="23"/>
                  <a:pt x="21" y="23"/>
                </a:cubicBezTo>
                <a:cubicBezTo>
                  <a:pt x="20" y="18"/>
                  <a:pt x="16" y="15"/>
                  <a:pt x="11" y="16"/>
                </a:cubicBezTo>
                <a:cubicBezTo>
                  <a:pt x="11" y="16"/>
                  <a:pt x="11" y="16"/>
                  <a:pt x="11" y="16"/>
                </a:cubicBezTo>
                <a:cubicBezTo>
                  <a:pt x="11" y="16"/>
                  <a:pt x="10" y="16"/>
                  <a:pt x="10" y="17"/>
                </a:cubicBezTo>
                <a:cubicBezTo>
                  <a:pt x="11" y="20"/>
                  <a:pt x="11" y="20"/>
                  <a:pt x="11" y="20"/>
                </a:cubicBezTo>
                <a:cubicBezTo>
                  <a:pt x="11" y="20"/>
                  <a:pt x="11" y="20"/>
                  <a:pt x="12" y="20"/>
                </a:cubicBezTo>
                <a:cubicBezTo>
                  <a:pt x="12" y="20"/>
                  <a:pt x="12" y="20"/>
                  <a:pt x="12" y="20"/>
                </a:cubicBezTo>
                <a:cubicBezTo>
                  <a:pt x="14" y="20"/>
                  <a:pt x="17" y="21"/>
                  <a:pt x="17" y="24"/>
                </a:cubicBezTo>
                <a:cubicBezTo>
                  <a:pt x="19" y="35"/>
                  <a:pt x="19" y="35"/>
                  <a:pt x="19" y="35"/>
                </a:cubicBezTo>
                <a:cubicBezTo>
                  <a:pt x="20" y="37"/>
                  <a:pt x="18" y="39"/>
                  <a:pt x="16" y="40"/>
                </a:cubicBezTo>
                <a:cubicBezTo>
                  <a:pt x="16" y="40"/>
                  <a:pt x="16" y="40"/>
                  <a:pt x="16" y="40"/>
                </a:cubicBezTo>
                <a:cubicBezTo>
                  <a:pt x="13" y="41"/>
                  <a:pt x="11" y="39"/>
                  <a:pt x="10" y="36"/>
                </a:cubicBezTo>
                <a:cubicBezTo>
                  <a:pt x="9" y="31"/>
                  <a:pt x="9" y="31"/>
                  <a:pt x="9" y="31"/>
                </a:cubicBezTo>
                <a:cubicBezTo>
                  <a:pt x="8" y="31"/>
                  <a:pt x="6" y="30"/>
                  <a:pt x="5" y="30"/>
                </a:cubicBezTo>
                <a:cubicBezTo>
                  <a:pt x="6" y="37"/>
                  <a:pt x="6" y="37"/>
                  <a:pt x="6" y="37"/>
                </a:cubicBezTo>
                <a:cubicBezTo>
                  <a:pt x="7" y="42"/>
                  <a:pt x="12" y="45"/>
                  <a:pt x="16" y="44"/>
                </a:cubicBezTo>
                <a:close/>
                <a:moveTo>
                  <a:pt x="13" y="28"/>
                </a:moveTo>
                <a:cubicBezTo>
                  <a:pt x="14" y="28"/>
                  <a:pt x="14" y="28"/>
                  <a:pt x="15" y="28"/>
                </a:cubicBezTo>
                <a:cubicBezTo>
                  <a:pt x="14" y="24"/>
                  <a:pt x="14" y="24"/>
                  <a:pt x="14" y="24"/>
                </a:cubicBezTo>
                <a:cubicBezTo>
                  <a:pt x="13" y="24"/>
                  <a:pt x="13" y="24"/>
                  <a:pt x="13" y="24"/>
                </a:cubicBezTo>
                <a:cubicBezTo>
                  <a:pt x="12" y="24"/>
                  <a:pt x="12" y="24"/>
                  <a:pt x="12" y="24"/>
                </a:cubicBezTo>
                <a:cubicBezTo>
                  <a:pt x="10" y="25"/>
                  <a:pt x="8" y="23"/>
                  <a:pt x="7" y="21"/>
                </a:cubicBezTo>
                <a:cubicBezTo>
                  <a:pt x="5" y="10"/>
                  <a:pt x="5" y="10"/>
                  <a:pt x="5" y="10"/>
                </a:cubicBezTo>
                <a:cubicBezTo>
                  <a:pt x="4" y="7"/>
                  <a:pt x="6" y="5"/>
                  <a:pt x="9" y="4"/>
                </a:cubicBezTo>
                <a:cubicBezTo>
                  <a:pt x="9" y="4"/>
                  <a:pt x="9" y="4"/>
                  <a:pt x="9" y="4"/>
                </a:cubicBezTo>
                <a:cubicBezTo>
                  <a:pt x="11" y="4"/>
                  <a:pt x="14" y="6"/>
                  <a:pt x="14" y="8"/>
                </a:cubicBezTo>
                <a:cubicBezTo>
                  <a:pt x="15" y="13"/>
                  <a:pt x="15" y="13"/>
                  <a:pt x="15" y="13"/>
                </a:cubicBezTo>
                <a:cubicBezTo>
                  <a:pt x="17" y="13"/>
                  <a:pt x="18" y="14"/>
                  <a:pt x="20" y="15"/>
                </a:cubicBezTo>
                <a:cubicBezTo>
                  <a:pt x="18" y="7"/>
                  <a:pt x="18" y="7"/>
                  <a:pt x="18" y="7"/>
                </a:cubicBezTo>
                <a:cubicBezTo>
                  <a:pt x="17" y="3"/>
                  <a:pt x="13" y="0"/>
                  <a:pt x="8" y="0"/>
                </a:cubicBezTo>
                <a:cubicBezTo>
                  <a:pt x="8" y="1"/>
                  <a:pt x="8" y="1"/>
                  <a:pt x="8" y="1"/>
                </a:cubicBezTo>
                <a:cubicBezTo>
                  <a:pt x="3" y="1"/>
                  <a:pt x="0" y="6"/>
                  <a:pt x="1" y="11"/>
                </a:cubicBezTo>
                <a:cubicBezTo>
                  <a:pt x="3" y="21"/>
                  <a:pt x="3" y="21"/>
                  <a:pt x="3" y="21"/>
                </a:cubicBezTo>
                <a:cubicBezTo>
                  <a:pt x="4" y="26"/>
                  <a:pt x="9" y="29"/>
                  <a:pt x="13" y="28"/>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8" name="Freeform 27"/>
          <p:cNvSpPr/>
          <p:nvPr/>
        </p:nvSpPr>
        <p:spPr bwMode="auto">
          <a:xfrm>
            <a:off x="10503346" y="4141591"/>
            <a:ext cx="219892" cy="221358"/>
          </a:xfrm>
          <a:custGeom>
            <a:avLst/>
            <a:gdLst>
              <a:gd name="T0" fmla="*/ 29 w 92"/>
              <a:gd name="T1" fmla="*/ 18 h 92"/>
              <a:gd name="T2" fmla="*/ 92 w 92"/>
              <a:gd name="T3" fmla="*/ 0 h 92"/>
              <a:gd name="T4" fmla="*/ 92 w 92"/>
              <a:gd name="T5" fmla="*/ 6 h 92"/>
              <a:gd name="T6" fmla="*/ 92 w 92"/>
              <a:gd name="T7" fmla="*/ 18 h 92"/>
              <a:gd name="T8" fmla="*/ 92 w 92"/>
              <a:gd name="T9" fmla="*/ 67 h 92"/>
              <a:gd name="T10" fmla="*/ 72 w 92"/>
              <a:gd name="T11" fmla="*/ 81 h 92"/>
              <a:gd name="T12" fmla="*/ 52 w 92"/>
              <a:gd name="T13" fmla="*/ 67 h 92"/>
              <a:gd name="T14" fmla="*/ 72 w 92"/>
              <a:gd name="T15" fmla="*/ 52 h 92"/>
              <a:gd name="T16" fmla="*/ 80 w 92"/>
              <a:gd name="T17" fmla="*/ 54 h 92"/>
              <a:gd name="T18" fmla="*/ 80 w 92"/>
              <a:gd name="T19" fmla="*/ 24 h 92"/>
              <a:gd name="T20" fmla="*/ 40 w 92"/>
              <a:gd name="T21" fmla="*/ 35 h 92"/>
              <a:gd name="T22" fmla="*/ 40 w 92"/>
              <a:gd name="T23" fmla="*/ 78 h 92"/>
              <a:gd name="T24" fmla="*/ 20 w 92"/>
              <a:gd name="T25" fmla="*/ 92 h 92"/>
              <a:gd name="T26" fmla="*/ 0 w 92"/>
              <a:gd name="T27" fmla="*/ 78 h 92"/>
              <a:gd name="T28" fmla="*/ 20 w 92"/>
              <a:gd name="T29" fmla="*/ 64 h 92"/>
              <a:gd name="T30" fmla="*/ 29 w 92"/>
              <a:gd name="T31" fmla="*/ 65 h 92"/>
              <a:gd name="T32" fmla="*/ 29 w 92"/>
              <a:gd name="T33" fmla="*/ 35 h 92"/>
              <a:gd name="T34" fmla="*/ 29 w 92"/>
              <a:gd name="T35" fmla="*/ 1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2" h="92">
                <a:moveTo>
                  <a:pt x="29" y="18"/>
                </a:moveTo>
                <a:cubicBezTo>
                  <a:pt x="92" y="0"/>
                  <a:pt x="92" y="0"/>
                  <a:pt x="92" y="0"/>
                </a:cubicBezTo>
                <a:cubicBezTo>
                  <a:pt x="92" y="6"/>
                  <a:pt x="92" y="6"/>
                  <a:pt x="92" y="6"/>
                </a:cubicBezTo>
                <a:cubicBezTo>
                  <a:pt x="92" y="18"/>
                  <a:pt x="92" y="18"/>
                  <a:pt x="92" y="18"/>
                </a:cubicBezTo>
                <a:cubicBezTo>
                  <a:pt x="92" y="67"/>
                  <a:pt x="92" y="67"/>
                  <a:pt x="92" y="67"/>
                </a:cubicBezTo>
                <a:cubicBezTo>
                  <a:pt x="92" y="74"/>
                  <a:pt x="83" y="81"/>
                  <a:pt x="72" y="81"/>
                </a:cubicBezTo>
                <a:cubicBezTo>
                  <a:pt x="61" y="81"/>
                  <a:pt x="52" y="74"/>
                  <a:pt x="52" y="67"/>
                </a:cubicBezTo>
                <a:cubicBezTo>
                  <a:pt x="52" y="59"/>
                  <a:pt x="61" y="52"/>
                  <a:pt x="72" y="52"/>
                </a:cubicBezTo>
                <a:cubicBezTo>
                  <a:pt x="75" y="52"/>
                  <a:pt x="78" y="53"/>
                  <a:pt x="80" y="54"/>
                </a:cubicBezTo>
                <a:cubicBezTo>
                  <a:pt x="80" y="24"/>
                  <a:pt x="80" y="24"/>
                  <a:pt x="80" y="24"/>
                </a:cubicBezTo>
                <a:cubicBezTo>
                  <a:pt x="40" y="35"/>
                  <a:pt x="40" y="35"/>
                  <a:pt x="40" y="35"/>
                </a:cubicBezTo>
                <a:cubicBezTo>
                  <a:pt x="40" y="78"/>
                  <a:pt x="40" y="78"/>
                  <a:pt x="40" y="78"/>
                </a:cubicBezTo>
                <a:cubicBezTo>
                  <a:pt x="40" y="86"/>
                  <a:pt x="31" y="92"/>
                  <a:pt x="20" y="92"/>
                </a:cubicBezTo>
                <a:cubicBezTo>
                  <a:pt x="9" y="92"/>
                  <a:pt x="0" y="86"/>
                  <a:pt x="0" y="78"/>
                </a:cubicBezTo>
                <a:cubicBezTo>
                  <a:pt x="0" y="70"/>
                  <a:pt x="9" y="64"/>
                  <a:pt x="20" y="64"/>
                </a:cubicBezTo>
                <a:cubicBezTo>
                  <a:pt x="23" y="64"/>
                  <a:pt x="26" y="64"/>
                  <a:pt x="29" y="65"/>
                </a:cubicBezTo>
                <a:cubicBezTo>
                  <a:pt x="29" y="35"/>
                  <a:pt x="29" y="35"/>
                  <a:pt x="29" y="35"/>
                </a:cubicBezTo>
                <a:lnTo>
                  <a:pt x="29" y="18"/>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9" name="Freeform 28"/>
          <p:cNvSpPr>
            <a:spLocks noEditPoints="1"/>
          </p:cNvSpPr>
          <p:nvPr/>
        </p:nvSpPr>
        <p:spPr bwMode="auto">
          <a:xfrm>
            <a:off x="10680727" y="3657825"/>
            <a:ext cx="155392" cy="218426"/>
          </a:xfrm>
          <a:custGeom>
            <a:avLst/>
            <a:gdLst>
              <a:gd name="T0" fmla="*/ 38 w 65"/>
              <a:gd name="T1" fmla="*/ 46 h 91"/>
              <a:gd name="T2" fmla="*/ 46 w 65"/>
              <a:gd name="T3" fmla="*/ 26 h 91"/>
              <a:gd name="T4" fmla="*/ 52 w 65"/>
              <a:gd name="T5" fmla="*/ 33 h 91"/>
              <a:gd name="T6" fmla="*/ 47 w 65"/>
              <a:gd name="T7" fmla="*/ 46 h 91"/>
              <a:gd name="T8" fmla="*/ 52 w 65"/>
              <a:gd name="T9" fmla="*/ 59 h 91"/>
              <a:gd name="T10" fmla="*/ 45 w 65"/>
              <a:gd name="T11" fmla="*/ 65 h 91"/>
              <a:gd name="T12" fmla="*/ 38 w 65"/>
              <a:gd name="T13" fmla="*/ 46 h 91"/>
              <a:gd name="T14" fmla="*/ 32 w 65"/>
              <a:gd name="T15" fmla="*/ 78 h 91"/>
              <a:gd name="T16" fmla="*/ 19 w 65"/>
              <a:gd name="T17" fmla="*/ 46 h 91"/>
              <a:gd name="T18" fmla="*/ 33 w 65"/>
              <a:gd name="T19" fmla="*/ 13 h 91"/>
              <a:gd name="T20" fmla="*/ 39 w 65"/>
              <a:gd name="T21" fmla="*/ 20 h 91"/>
              <a:gd name="T22" fmla="*/ 39 w 65"/>
              <a:gd name="T23" fmla="*/ 20 h 91"/>
              <a:gd name="T24" fmla="*/ 28 w 65"/>
              <a:gd name="T25" fmla="*/ 46 h 91"/>
              <a:gd name="T26" fmla="*/ 39 w 65"/>
              <a:gd name="T27" fmla="*/ 72 h 91"/>
              <a:gd name="T28" fmla="*/ 32 w 65"/>
              <a:gd name="T29" fmla="*/ 78 h 91"/>
              <a:gd name="T30" fmla="*/ 6 w 65"/>
              <a:gd name="T31" fmla="*/ 20 h 91"/>
              <a:gd name="T32" fmla="*/ 20 w 65"/>
              <a:gd name="T33" fmla="*/ 0 h 91"/>
              <a:gd name="T34" fmla="*/ 20 w 65"/>
              <a:gd name="T35" fmla="*/ 0 h 91"/>
              <a:gd name="T36" fmla="*/ 27 w 65"/>
              <a:gd name="T37" fmla="*/ 6 h 91"/>
              <a:gd name="T38" fmla="*/ 10 w 65"/>
              <a:gd name="T39" fmla="*/ 45 h 91"/>
              <a:gd name="T40" fmla="*/ 26 w 65"/>
              <a:gd name="T41" fmla="*/ 85 h 91"/>
              <a:gd name="T42" fmla="*/ 19 w 65"/>
              <a:gd name="T43" fmla="*/ 91 h 91"/>
              <a:gd name="T44" fmla="*/ 5 w 65"/>
              <a:gd name="T45" fmla="*/ 70 h 91"/>
              <a:gd name="T46" fmla="*/ 1 w 65"/>
              <a:gd name="T47" fmla="*/ 45 h 91"/>
              <a:gd name="T48" fmla="*/ 6 w 65"/>
              <a:gd name="T49" fmla="*/ 20 h 91"/>
              <a:gd name="T50" fmla="*/ 61 w 65"/>
              <a:gd name="T51" fmla="*/ 51 h 91"/>
              <a:gd name="T52" fmla="*/ 65 w 65"/>
              <a:gd name="T53" fmla="*/ 46 h 91"/>
              <a:gd name="T54" fmla="*/ 61 w 65"/>
              <a:gd name="T55" fmla="*/ 41 h 91"/>
              <a:gd name="T56" fmla="*/ 56 w 65"/>
              <a:gd name="T57" fmla="*/ 46 h 91"/>
              <a:gd name="T58" fmla="*/ 61 w 65"/>
              <a:gd name="T59" fmla="*/ 5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5" h="91">
                <a:moveTo>
                  <a:pt x="38" y="46"/>
                </a:moveTo>
                <a:cubicBezTo>
                  <a:pt x="38" y="38"/>
                  <a:pt x="41" y="31"/>
                  <a:pt x="46" y="26"/>
                </a:cubicBezTo>
                <a:cubicBezTo>
                  <a:pt x="52" y="33"/>
                  <a:pt x="52" y="33"/>
                  <a:pt x="52" y="33"/>
                </a:cubicBezTo>
                <a:cubicBezTo>
                  <a:pt x="49" y="36"/>
                  <a:pt x="47" y="41"/>
                  <a:pt x="47" y="46"/>
                </a:cubicBezTo>
                <a:cubicBezTo>
                  <a:pt x="47" y="51"/>
                  <a:pt x="49" y="56"/>
                  <a:pt x="52" y="59"/>
                </a:cubicBezTo>
                <a:cubicBezTo>
                  <a:pt x="45" y="65"/>
                  <a:pt x="45" y="65"/>
                  <a:pt x="45" y="65"/>
                </a:cubicBezTo>
                <a:cubicBezTo>
                  <a:pt x="40" y="60"/>
                  <a:pt x="37" y="53"/>
                  <a:pt x="38" y="46"/>
                </a:cubicBezTo>
                <a:close/>
                <a:moveTo>
                  <a:pt x="32" y="78"/>
                </a:moveTo>
                <a:cubicBezTo>
                  <a:pt x="24" y="69"/>
                  <a:pt x="19" y="58"/>
                  <a:pt x="19" y="46"/>
                </a:cubicBezTo>
                <a:cubicBezTo>
                  <a:pt x="19" y="33"/>
                  <a:pt x="24" y="22"/>
                  <a:pt x="33" y="13"/>
                </a:cubicBezTo>
                <a:cubicBezTo>
                  <a:pt x="39" y="20"/>
                  <a:pt x="39" y="20"/>
                  <a:pt x="39" y="20"/>
                </a:cubicBezTo>
                <a:cubicBezTo>
                  <a:pt x="39" y="20"/>
                  <a:pt x="39" y="20"/>
                  <a:pt x="39" y="20"/>
                </a:cubicBezTo>
                <a:cubicBezTo>
                  <a:pt x="32" y="27"/>
                  <a:pt x="28" y="36"/>
                  <a:pt x="28" y="46"/>
                </a:cubicBezTo>
                <a:cubicBezTo>
                  <a:pt x="28" y="55"/>
                  <a:pt x="32" y="65"/>
                  <a:pt x="39" y="72"/>
                </a:cubicBezTo>
                <a:lnTo>
                  <a:pt x="32" y="78"/>
                </a:lnTo>
                <a:close/>
                <a:moveTo>
                  <a:pt x="6" y="20"/>
                </a:moveTo>
                <a:cubicBezTo>
                  <a:pt x="9" y="13"/>
                  <a:pt x="14" y="6"/>
                  <a:pt x="20" y="0"/>
                </a:cubicBezTo>
                <a:cubicBezTo>
                  <a:pt x="20" y="0"/>
                  <a:pt x="20" y="0"/>
                  <a:pt x="20" y="0"/>
                </a:cubicBezTo>
                <a:cubicBezTo>
                  <a:pt x="27" y="6"/>
                  <a:pt x="27" y="6"/>
                  <a:pt x="27" y="6"/>
                </a:cubicBezTo>
                <a:cubicBezTo>
                  <a:pt x="16" y="17"/>
                  <a:pt x="10" y="31"/>
                  <a:pt x="10" y="45"/>
                </a:cubicBezTo>
                <a:cubicBezTo>
                  <a:pt x="10" y="60"/>
                  <a:pt x="15" y="74"/>
                  <a:pt x="26" y="85"/>
                </a:cubicBezTo>
                <a:cubicBezTo>
                  <a:pt x="19" y="91"/>
                  <a:pt x="19" y="91"/>
                  <a:pt x="19" y="91"/>
                </a:cubicBezTo>
                <a:cubicBezTo>
                  <a:pt x="13" y="85"/>
                  <a:pt x="9" y="78"/>
                  <a:pt x="5" y="70"/>
                </a:cubicBezTo>
                <a:cubicBezTo>
                  <a:pt x="2" y="62"/>
                  <a:pt x="0" y="54"/>
                  <a:pt x="1" y="45"/>
                </a:cubicBezTo>
                <a:cubicBezTo>
                  <a:pt x="1" y="37"/>
                  <a:pt x="3" y="28"/>
                  <a:pt x="6" y="20"/>
                </a:cubicBezTo>
                <a:close/>
                <a:moveTo>
                  <a:pt x="61" y="51"/>
                </a:moveTo>
                <a:cubicBezTo>
                  <a:pt x="63" y="51"/>
                  <a:pt x="65" y="49"/>
                  <a:pt x="65" y="46"/>
                </a:cubicBezTo>
                <a:cubicBezTo>
                  <a:pt x="65" y="44"/>
                  <a:pt x="63" y="41"/>
                  <a:pt x="61" y="41"/>
                </a:cubicBezTo>
                <a:cubicBezTo>
                  <a:pt x="58" y="41"/>
                  <a:pt x="56" y="43"/>
                  <a:pt x="56" y="46"/>
                </a:cubicBezTo>
                <a:cubicBezTo>
                  <a:pt x="56" y="49"/>
                  <a:pt x="58" y="51"/>
                  <a:pt x="61" y="51"/>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0" name="Freeform 29"/>
          <p:cNvSpPr>
            <a:spLocks noEditPoints="1"/>
          </p:cNvSpPr>
          <p:nvPr/>
        </p:nvSpPr>
        <p:spPr bwMode="auto">
          <a:xfrm>
            <a:off x="10623554" y="3892379"/>
            <a:ext cx="150993" cy="150993"/>
          </a:xfrm>
          <a:custGeom>
            <a:avLst/>
            <a:gdLst>
              <a:gd name="T0" fmla="*/ 63 w 103"/>
              <a:gd name="T1" fmla="*/ 27 h 103"/>
              <a:gd name="T2" fmla="*/ 65 w 103"/>
              <a:gd name="T3" fmla="*/ 2 h 103"/>
              <a:gd name="T4" fmla="*/ 19 w 103"/>
              <a:gd name="T5" fmla="*/ 0 h 103"/>
              <a:gd name="T6" fmla="*/ 1 w 103"/>
              <a:gd name="T7" fmla="*/ 20 h 103"/>
              <a:gd name="T8" fmla="*/ 0 w 103"/>
              <a:gd name="T9" fmla="*/ 77 h 103"/>
              <a:gd name="T10" fmla="*/ 39 w 103"/>
              <a:gd name="T11" fmla="*/ 77 h 103"/>
              <a:gd name="T12" fmla="*/ 37 w 103"/>
              <a:gd name="T13" fmla="*/ 102 h 103"/>
              <a:gd name="T14" fmla="*/ 101 w 103"/>
              <a:gd name="T15" fmla="*/ 103 h 103"/>
              <a:gd name="T16" fmla="*/ 103 w 103"/>
              <a:gd name="T17" fmla="*/ 27 h 103"/>
              <a:gd name="T18" fmla="*/ 63 w 103"/>
              <a:gd name="T19" fmla="*/ 27 h 103"/>
              <a:gd name="T20" fmla="*/ 19 w 103"/>
              <a:gd name="T21" fmla="*/ 10 h 103"/>
              <a:gd name="T22" fmla="*/ 19 w 103"/>
              <a:gd name="T23" fmla="*/ 20 h 103"/>
              <a:gd name="T24" fmla="*/ 9 w 103"/>
              <a:gd name="T25" fmla="*/ 20 h 103"/>
              <a:gd name="T26" fmla="*/ 19 w 103"/>
              <a:gd name="T27" fmla="*/ 10 h 103"/>
              <a:gd name="T28" fmla="*/ 6 w 103"/>
              <a:gd name="T29" fmla="*/ 71 h 103"/>
              <a:gd name="T30" fmla="*/ 6 w 103"/>
              <a:gd name="T31" fmla="*/ 27 h 103"/>
              <a:gd name="T32" fmla="*/ 26 w 103"/>
              <a:gd name="T33" fmla="*/ 27 h 103"/>
              <a:gd name="T34" fmla="*/ 26 w 103"/>
              <a:gd name="T35" fmla="*/ 7 h 103"/>
              <a:gd name="T36" fmla="*/ 58 w 103"/>
              <a:gd name="T37" fmla="*/ 7 h 103"/>
              <a:gd name="T38" fmla="*/ 58 w 103"/>
              <a:gd name="T39" fmla="*/ 27 h 103"/>
              <a:gd name="T40" fmla="*/ 39 w 103"/>
              <a:gd name="T41" fmla="*/ 46 h 103"/>
              <a:gd name="T42" fmla="*/ 39 w 103"/>
              <a:gd name="T43" fmla="*/ 71 h 103"/>
              <a:gd name="T44" fmla="*/ 6 w 103"/>
              <a:gd name="T45" fmla="*/ 71 h 103"/>
              <a:gd name="T46" fmla="*/ 57 w 103"/>
              <a:gd name="T47" fmla="*/ 36 h 103"/>
              <a:gd name="T48" fmla="*/ 57 w 103"/>
              <a:gd name="T49" fmla="*/ 46 h 103"/>
              <a:gd name="T50" fmla="*/ 47 w 103"/>
              <a:gd name="T51" fmla="*/ 46 h 103"/>
              <a:gd name="T52" fmla="*/ 57 w 103"/>
              <a:gd name="T53" fmla="*/ 36 h 103"/>
              <a:gd name="T54" fmla="*/ 94 w 103"/>
              <a:gd name="T55" fmla="*/ 97 h 103"/>
              <a:gd name="T56" fmla="*/ 44 w 103"/>
              <a:gd name="T57" fmla="*/ 97 h 103"/>
              <a:gd name="T58" fmla="*/ 45 w 103"/>
              <a:gd name="T59" fmla="*/ 51 h 103"/>
              <a:gd name="T60" fmla="*/ 63 w 103"/>
              <a:gd name="T61" fmla="*/ 53 h 103"/>
              <a:gd name="T62" fmla="*/ 63 w 103"/>
              <a:gd name="T63" fmla="*/ 33 h 103"/>
              <a:gd name="T64" fmla="*/ 96 w 103"/>
              <a:gd name="T65" fmla="*/ 33 h 103"/>
              <a:gd name="T66" fmla="*/ 94 w 103"/>
              <a:gd name="T67" fmla="*/ 97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3" h="103">
                <a:moveTo>
                  <a:pt x="63" y="27"/>
                </a:moveTo>
                <a:lnTo>
                  <a:pt x="65" y="2"/>
                </a:lnTo>
                <a:lnTo>
                  <a:pt x="19" y="0"/>
                </a:lnTo>
                <a:lnTo>
                  <a:pt x="1" y="20"/>
                </a:lnTo>
                <a:lnTo>
                  <a:pt x="0" y="77"/>
                </a:lnTo>
                <a:lnTo>
                  <a:pt x="39" y="77"/>
                </a:lnTo>
                <a:lnTo>
                  <a:pt x="37" y="102"/>
                </a:lnTo>
                <a:lnTo>
                  <a:pt x="101" y="103"/>
                </a:lnTo>
                <a:lnTo>
                  <a:pt x="103" y="27"/>
                </a:lnTo>
                <a:lnTo>
                  <a:pt x="63" y="27"/>
                </a:lnTo>
                <a:close/>
                <a:moveTo>
                  <a:pt x="19" y="10"/>
                </a:moveTo>
                <a:lnTo>
                  <a:pt x="19" y="20"/>
                </a:lnTo>
                <a:lnTo>
                  <a:pt x="9" y="20"/>
                </a:lnTo>
                <a:lnTo>
                  <a:pt x="19" y="10"/>
                </a:lnTo>
                <a:close/>
                <a:moveTo>
                  <a:pt x="6" y="71"/>
                </a:moveTo>
                <a:lnTo>
                  <a:pt x="6" y="27"/>
                </a:lnTo>
                <a:lnTo>
                  <a:pt x="26" y="27"/>
                </a:lnTo>
                <a:lnTo>
                  <a:pt x="26" y="7"/>
                </a:lnTo>
                <a:lnTo>
                  <a:pt x="58" y="7"/>
                </a:lnTo>
                <a:lnTo>
                  <a:pt x="58" y="27"/>
                </a:lnTo>
                <a:lnTo>
                  <a:pt x="39" y="46"/>
                </a:lnTo>
                <a:lnTo>
                  <a:pt x="39" y="71"/>
                </a:lnTo>
                <a:lnTo>
                  <a:pt x="6" y="71"/>
                </a:lnTo>
                <a:close/>
                <a:moveTo>
                  <a:pt x="57" y="36"/>
                </a:moveTo>
                <a:lnTo>
                  <a:pt x="57" y="46"/>
                </a:lnTo>
                <a:lnTo>
                  <a:pt x="47" y="46"/>
                </a:lnTo>
                <a:lnTo>
                  <a:pt x="57" y="36"/>
                </a:lnTo>
                <a:close/>
                <a:moveTo>
                  <a:pt x="94" y="97"/>
                </a:moveTo>
                <a:lnTo>
                  <a:pt x="44" y="97"/>
                </a:lnTo>
                <a:lnTo>
                  <a:pt x="45" y="51"/>
                </a:lnTo>
                <a:lnTo>
                  <a:pt x="63" y="53"/>
                </a:lnTo>
                <a:lnTo>
                  <a:pt x="63" y="33"/>
                </a:lnTo>
                <a:lnTo>
                  <a:pt x="96" y="33"/>
                </a:lnTo>
                <a:lnTo>
                  <a:pt x="94" y="9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1" name="Freeform 30"/>
          <p:cNvSpPr>
            <a:spLocks noEditPoints="1"/>
          </p:cNvSpPr>
          <p:nvPr/>
        </p:nvSpPr>
        <p:spPr bwMode="auto">
          <a:xfrm>
            <a:off x="10428583" y="4975717"/>
            <a:ext cx="244815" cy="208166"/>
          </a:xfrm>
          <a:custGeom>
            <a:avLst/>
            <a:gdLst>
              <a:gd name="T0" fmla="*/ 76 w 102"/>
              <a:gd name="T1" fmla="*/ 1 h 87"/>
              <a:gd name="T2" fmla="*/ 7 w 102"/>
              <a:gd name="T3" fmla="*/ 22 h 87"/>
              <a:gd name="T4" fmla="*/ 1 w 102"/>
              <a:gd name="T5" fmla="*/ 32 h 87"/>
              <a:gd name="T6" fmla="*/ 15 w 102"/>
              <a:gd name="T7" fmla="*/ 80 h 87"/>
              <a:gd name="T8" fmla="*/ 26 w 102"/>
              <a:gd name="T9" fmla="*/ 86 h 87"/>
              <a:gd name="T10" fmla="*/ 95 w 102"/>
              <a:gd name="T11" fmla="*/ 65 h 87"/>
              <a:gd name="T12" fmla="*/ 101 w 102"/>
              <a:gd name="T13" fmla="*/ 55 h 87"/>
              <a:gd name="T14" fmla="*/ 87 w 102"/>
              <a:gd name="T15" fmla="*/ 7 h 87"/>
              <a:gd name="T16" fmla="*/ 76 w 102"/>
              <a:gd name="T17" fmla="*/ 1 h 87"/>
              <a:gd name="T18" fmla="*/ 8 w 102"/>
              <a:gd name="T19" fmla="*/ 27 h 87"/>
              <a:gd name="T20" fmla="*/ 78 w 102"/>
              <a:gd name="T21" fmla="*/ 7 h 87"/>
              <a:gd name="T22" fmla="*/ 81 w 102"/>
              <a:gd name="T23" fmla="*/ 8 h 87"/>
              <a:gd name="T24" fmla="*/ 84 w 102"/>
              <a:gd name="T25" fmla="*/ 17 h 87"/>
              <a:gd name="T26" fmla="*/ 9 w 102"/>
              <a:gd name="T27" fmla="*/ 38 h 87"/>
              <a:gd name="T28" fmla="*/ 7 w 102"/>
              <a:gd name="T29" fmla="*/ 30 h 87"/>
              <a:gd name="T30" fmla="*/ 8 w 102"/>
              <a:gd name="T31" fmla="*/ 27 h 87"/>
              <a:gd name="T32" fmla="*/ 94 w 102"/>
              <a:gd name="T33" fmla="*/ 60 h 87"/>
              <a:gd name="T34" fmla="*/ 24 w 102"/>
              <a:gd name="T35" fmla="*/ 80 h 87"/>
              <a:gd name="T36" fmla="*/ 21 w 102"/>
              <a:gd name="T37" fmla="*/ 78 h 87"/>
              <a:gd name="T38" fmla="*/ 14 w 102"/>
              <a:gd name="T39" fmla="*/ 54 h 87"/>
              <a:gd name="T40" fmla="*/ 88 w 102"/>
              <a:gd name="T41" fmla="*/ 33 h 87"/>
              <a:gd name="T42" fmla="*/ 95 w 102"/>
              <a:gd name="T43" fmla="*/ 57 h 87"/>
              <a:gd name="T44" fmla="*/ 94 w 102"/>
              <a:gd name="T45" fmla="*/ 60 h 87"/>
              <a:gd name="T46" fmla="*/ 22 w 102"/>
              <a:gd name="T47" fmla="*/ 64 h 87"/>
              <a:gd name="T48" fmla="*/ 27 w 102"/>
              <a:gd name="T49" fmla="*/ 62 h 87"/>
              <a:gd name="T50" fmla="*/ 31 w 102"/>
              <a:gd name="T51" fmla="*/ 73 h 87"/>
              <a:gd name="T52" fmla="*/ 25 w 102"/>
              <a:gd name="T53" fmla="*/ 74 h 87"/>
              <a:gd name="T54" fmla="*/ 22 w 102"/>
              <a:gd name="T55" fmla="*/ 64 h 87"/>
              <a:gd name="T56" fmla="*/ 33 w 102"/>
              <a:gd name="T57" fmla="*/ 60 h 87"/>
              <a:gd name="T58" fmla="*/ 38 w 102"/>
              <a:gd name="T59" fmla="*/ 59 h 87"/>
              <a:gd name="T60" fmla="*/ 41 w 102"/>
              <a:gd name="T61" fmla="*/ 70 h 87"/>
              <a:gd name="T62" fmla="*/ 36 w 102"/>
              <a:gd name="T63" fmla="*/ 71 h 87"/>
              <a:gd name="T64" fmla="*/ 33 w 102"/>
              <a:gd name="T65" fmla="*/ 60 h 87"/>
              <a:gd name="T66" fmla="*/ 43 w 102"/>
              <a:gd name="T67" fmla="*/ 57 h 87"/>
              <a:gd name="T68" fmla="*/ 49 w 102"/>
              <a:gd name="T69" fmla="*/ 56 h 87"/>
              <a:gd name="T70" fmla="*/ 52 w 102"/>
              <a:gd name="T71" fmla="*/ 66 h 87"/>
              <a:gd name="T72" fmla="*/ 47 w 102"/>
              <a:gd name="T73" fmla="*/ 68 h 87"/>
              <a:gd name="T74" fmla="*/ 43 w 102"/>
              <a:gd name="T7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87">
                <a:moveTo>
                  <a:pt x="76" y="1"/>
                </a:moveTo>
                <a:cubicBezTo>
                  <a:pt x="7" y="22"/>
                  <a:pt x="7" y="22"/>
                  <a:pt x="7" y="22"/>
                </a:cubicBezTo>
                <a:cubicBezTo>
                  <a:pt x="2" y="23"/>
                  <a:pt x="0" y="28"/>
                  <a:pt x="1" y="32"/>
                </a:cubicBezTo>
                <a:cubicBezTo>
                  <a:pt x="15" y="80"/>
                  <a:pt x="15" y="80"/>
                  <a:pt x="15" y="80"/>
                </a:cubicBezTo>
                <a:cubicBezTo>
                  <a:pt x="17" y="84"/>
                  <a:pt x="21" y="87"/>
                  <a:pt x="26" y="86"/>
                </a:cubicBezTo>
                <a:cubicBezTo>
                  <a:pt x="95" y="65"/>
                  <a:pt x="95" y="65"/>
                  <a:pt x="95" y="65"/>
                </a:cubicBezTo>
                <a:cubicBezTo>
                  <a:pt x="100" y="64"/>
                  <a:pt x="102" y="59"/>
                  <a:pt x="101" y="55"/>
                </a:cubicBezTo>
                <a:cubicBezTo>
                  <a:pt x="87" y="7"/>
                  <a:pt x="87" y="7"/>
                  <a:pt x="87" y="7"/>
                </a:cubicBezTo>
                <a:cubicBezTo>
                  <a:pt x="85" y="3"/>
                  <a:pt x="81" y="0"/>
                  <a:pt x="76" y="1"/>
                </a:cubicBezTo>
                <a:close/>
                <a:moveTo>
                  <a:pt x="8" y="27"/>
                </a:moveTo>
                <a:cubicBezTo>
                  <a:pt x="78" y="7"/>
                  <a:pt x="78" y="7"/>
                  <a:pt x="78" y="7"/>
                </a:cubicBezTo>
                <a:cubicBezTo>
                  <a:pt x="79" y="6"/>
                  <a:pt x="81" y="7"/>
                  <a:pt x="81" y="8"/>
                </a:cubicBezTo>
                <a:cubicBezTo>
                  <a:pt x="84" y="17"/>
                  <a:pt x="84" y="17"/>
                  <a:pt x="84" y="17"/>
                </a:cubicBezTo>
                <a:cubicBezTo>
                  <a:pt x="9" y="38"/>
                  <a:pt x="9" y="38"/>
                  <a:pt x="9" y="38"/>
                </a:cubicBezTo>
                <a:cubicBezTo>
                  <a:pt x="7" y="30"/>
                  <a:pt x="7" y="30"/>
                  <a:pt x="7" y="30"/>
                </a:cubicBezTo>
                <a:cubicBezTo>
                  <a:pt x="6" y="29"/>
                  <a:pt x="7" y="27"/>
                  <a:pt x="8" y="27"/>
                </a:cubicBezTo>
                <a:close/>
                <a:moveTo>
                  <a:pt x="94" y="60"/>
                </a:moveTo>
                <a:cubicBezTo>
                  <a:pt x="24" y="80"/>
                  <a:pt x="24" y="80"/>
                  <a:pt x="24" y="80"/>
                </a:cubicBezTo>
                <a:cubicBezTo>
                  <a:pt x="23" y="81"/>
                  <a:pt x="21" y="80"/>
                  <a:pt x="21" y="78"/>
                </a:cubicBezTo>
                <a:cubicBezTo>
                  <a:pt x="14" y="54"/>
                  <a:pt x="14" y="54"/>
                  <a:pt x="14" y="54"/>
                </a:cubicBezTo>
                <a:cubicBezTo>
                  <a:pt x="88" y="33"/>
                  <a:pt x="88" y="33"/>
                  <a:pt x="88" y="33"/>
                </a:cubicBezTo>
                <a:cubicBezTo>
                  <a:pt x="95" y="57"/>
                  <a:pt x="95" y="57"/>
                  <a:pt x="95" y="57"/>
                </a:cubicBezTo>
                <a:cubicBezTo>
                  <a:pt x="96" y="58"/>
                  <a:pt x="95" y="60"/>
                  <a:pt x="94" y="60"/>
                </a:cubicBezTo>
                <a:close/>
                <a:moveTo>
                  <a:pt x="22" y="64"/>
                </a:moveTo>
                <a:cubicBezTo>
                  <a:pt x="27" y="62"/>
                  <a:pt x="27" y="62"/>
                  <a:pt x="27" y="62"/>
                </a:cubicBezTo>
                <a:cubicBezTo>
                  <a:pt x="31" y="73"/>
                  <a:pt x="31" y="73"/>
                  <a:pt x="31" y="73"/>
                </a:cubicBezTo>
                <a:cubicBezTo>
                  <a:pt x="25" y="74"/>
                  <a:pt x="25" y="74"/>
                  <a:pt x="25" y="74"/>
                </a:cubicBezTo>
                <a:lnTo>
                  <a:pt x="22" y="64"/>
                </a:lnTo>
                <a:close/>
                <a:moveTo>
                  <a:pt x="33" y="60"/>
                </a:moveTo>
                <a:cubicBezTo>
                  <a:pt x="38" y="59"/>
                  <a:pt x="38" y="59"/>
                  <a:pt x="38" y="59"/>
                </a:cubicBezTo>
                <a:cubicBezTo>
                  <a:pt x="41" y="70"/>
                  <a:pt x="41" y="70"/>
                  <a:pt x="41" y="70"/>
                </a:cubicBezTo>
                <a:cubicBezTo>
                  <a:pt x="36" y="71"/>
                  <a:pt x="36" y="71"/>
                  <a:pt x="36" y="71"/>
                </a:cubicBezTo>
                <a:lnTo>
                  <a:pt x="33" y="60"/>
                </a:lnTo>
                <a:close/>
                <a:moveTo>
                  <a:pt x="43" y="57"/>
                </a:moveTo>
                <a:cubicBezTo>
                  <a:pt x="49" y="56"/>
                  <a:pt x="49" y="56"/>
                  <a:pt x="49" y="56"/>
                </a:cubicBezTo>
                <a:cubicBezTo>
                  <a:pt x="52" y="66"/>
                  <a:pt x="52" y="66"/>
                  <a:pt x="52" y="66"/>
                </a:cubicBezTo>
                <a:cubicBezTo>
                  <a:pt x="47" y="68"/>
                  <a:pt x="47" y="68"/>
                  <a:pt x="47" y="68"/>
                </a:cubicBezTo>
                <a:lnTo>
                  <a:pt x="43" y="5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2" name="Freeform 31"/>
          <p:cNvSpPr/>
          <p:nvPr/>
        </p:nvSpPr>
        <p:spPr bwMode="auto">
          <a:xfrm>
            <a:off x="10519473" y="3459922"/>
            <a:ext cx="221359" cy="228689"/>
          </a:xfrm>
          <a:custGeom>
            <a:avLst/>
            <a:gdLst>
              <a:gd name="T0" fmla="*/ 65 w 92"/>
              <a:gd name="T1" fmla="*/ 96 h 96"/>
              <a:gd name="T2" fmla="*/ 36 w 92"/>
              <a:gd name="T3" fmla="*/ 49 h 96"/>
              <a:gd name="T4" fmla="*/ 36 w 92"/>
              <a:gd name="T5" fmla="*/ 72 h 96"/>
              <a:gd name="T6" fmla="*/ 0 w 92"/>
              <a:gd name="T7" fmla="*/ 36 h 96"/>
              <a:gd name="T8" fmla="*/ 36 w 92"/>
              <a:gd name="T9" fmla="*/ 0 h 96"/>
              <a:gd name="T10" fmla="*/ 36 w 92"/>
              <a:gd name="T11" fmla="*/ 24 h 96"/>
              <a:gd name="T12" fmla="*/ 65 w 92"/>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92" h="96">
                <a:moveTo>
                  <a:pt x="65" y="96"/>
                </a:moveTo>
                <a:cubicBezTo>
                  <a:pt x="76" y="77"/>
                  <a:pt x="78" y="48"/>
                  <a:pt x="36" y="49"/>
                </a:cubicBezTo>
                <a:cubicBezTo>
                  <a:pt x="36" y="72"/>
                  <a:pt x="36" y="72"/>
                  <a:pt x="36" y="72"/>
                </a:cubicBezTo>
                <a:cubicBezTo>
                  <a:pt x="0" y="36"/>
                  <a:pt x="0" y="36"/>
                  <a:pt x="0" y="36"/>
                </a:cubicBezTo>
                <a:cubicBezTo>
                  <a:pt x="36" y="0"/>
                  <a:pt x="36" y="0"/>
                  <a:pt x="36" y="0"/>
                </a:cubicBezTo>
                <a:cubicBezTo>
                  <a:pt x="36" y="24"/>
                  <a:pt x="36" y="24"/>
                  <a:pt x="36" y="24"/>
                </a:cubicBezTo>
                <a:cubicBezTo>
                  <a:pt x="86" y="22"/>
                  <a:pt x="92" y="68"/>
                  <a:pt x="65" y="96"/>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3" name="Freeform 32"/>
          <p:cNvSpPr>
            <a:spLocks noEditPoints="1"/>
          </p:cNvSpPr>
          <p:nvPr/>
        </p:nvSpPr>
        <p:spPr bwMode="auto">
          <a:xfrm>
            <a:off x="10454970" y="3634371"/>
            <a:ext cx="206700" cy="146595"/>
          </a:xfrm>
          <a:custGeom>
            <a:avLst/>
            <a:gdLst>
              <a:gd name="T0" fmla="*/ 70 w 86"/>
              <a:gd name="T1" fmla="*/ 58 h 61"/>
              <a:gd name="T2" fmla="*/ 75 w 86"/>
              <a:gd name="T3" fmla="*/ 49 h 61"/>
              <a:gd name="T4" fmla="*/ 80 w 86"/>
              <a:gd name="T5" fmla="*/ 41 h 61"/>
              <a:gd name="T6" fmla="*/ 85 w 86"/>
              <a:gd name="T7" fmla="*/ 32 h 61"/>
              <a:gd name="T8" fmla="*/ 83 w 86"/>
              <a:gd name="T9" fmla="*/ 25 h 61"/>
              <a:gd name="T10" fmla="*/ 65 w 86"/>
              <a:gd name="T11" fmla="*/ 9 h 61"/>
              <a:gd name="T12" fmla="*/ 58 w 86"/>
              <a:gd name="T13" fmla="*/ 9 h 61"/>
              <a:gd name="T14" fmla="*/ 50 w 86"/>
              <a:gd name="T15" fmla="*/ 17 h 61"/>
              <a:gd name="T16" fmla="*/ 49 w 86"/>
              <a:gd name="T17" fmla="*/ 18 h 61"/>
              <a:gd name="T18" fmla="*/ 17 w 86"/>
              <a:gd name="T19" fmla="*/ 0 h 61"/>
              <a:gd name="T20" fmla="*/ 0 w 86"/>
              <a:gd name="T21" fmla="*/ 3 h 61"/>
              <a:gd name="T22" fmla="*/ 4 w 86"/>
              <a:gd name="T23" fmla="*/ 16 h 61"/>
              <a:gd name="T24" fmla="*/ 9 w 86"/>
              <a:gd name="T25" fmla="*/ 15 h 61"/>
              <a:gd name="T26" fmla="*/ 11 w 86"/>
              <a:gd name="T27" fmla="*/ 24 h 61"/>
              <a:gd name="T28" fmla="*/ 20 w 86"/>
              <a:gd name="T29" fmla="*/ 21 h 61"/>
              <a:gd name="T30" fmla="*/ 23 w 86"/>
              <a:gd name="T31" fmla="*/ 30 h 61"/>
              <a:gd name="T32" fmla="*/ 32 w 86"/>
              <a:gd name="T33" fmla="*/ 27 h 61"/>
              <a:gd name="T34" fmla="*/ 35 w 86"/>
              <a:gd name="T35" fmla="*/ 36 h 61"/>
              <a:gd name="T36" fmla="*/ 39 w 86"/>
              <a:gd name="T37" fmla="*/ 35 h 61"/>
              <a:gd name="T38" fmla="*/ 39 w 86"/>
              <a:gd name="T39" fmla="*/ 36 h 61"/>
              <a:gd name="T40" fmla="*/ 37 w 86"/>
              <a:gd name="T41" fmla="*/ 47 h 61"/>
              <a:gd name="T42" fmla="*/ 41 w 86"/>
              <a:gd name="T43" fmla="*/ 53 h 61"/>
              <a:gd name="T44" fmla="*/ 64 w 86"/>
              <a:gd name="T45" fmla="*/ 61 h 61"/>
              <a:gd name="T46" fmla="*/ 70 w 86"/>
              <a:gd name="T47" fmla="*/ 58 h 61"/>
              <a:gd name="T48" fmla="*/ 15 w 86"/>
              <a:gd name="T49" fmla="*/ 10 h 61"/>
              <a:gd name="T50" fmla="*/ 18 w 86"/>
              <a:gd name="T51" fmla="*/ 6 h 61"/>
              <a:gd name="T52" fmla="*/ 46 w 86"/>
              <a:gd name="T53" fmla="*/ 21 h 61"/>
              <a:gd name="T54" fmla="*/ 43 w 86"/>
              <a:gd name="T55" fmla="*/ 25 h 61"/>
              <a:gd name="T56" fmla="*/ 15 w 86"/>
              <a:gd name="T57" fmla="*/ 10 h 61"/>
              <a:gd name="T58" fmla="*/ 61 w 86"/>
              <a:gd name="T59" fmla="*/ 54 h 61"/>
              <a:gd name="T60" fmla="*/ 57 w 86"/>
              <a:gd name="T61" fmla="*/ 52 h 61"/>
              <a:gd name="T62" fmla="*/ 56 w 86"/>
              <a:gd name="T63" fmla="*/ 49 h 61"/>
              <a:gd name="T64" fmla="*/ 69 w 86"/>
              <a:gd name="T65" fmla="*/ 24 h 61"/>
              <a:gd name="T66" fmla="*/ 72 w 86"/>
              <a:gd name="T67" fmla="*/ 23 h 61"/>
              <a:gd name="T68" fmla="*/ 77 w 86"/>
              <a:gd name="T69" fmla="*/ 26 h 61"/>
              <a:gd name="T70" fmla="*/ 77 w 86"/>
              <a:gd name="T71" fmla="*/ 29 h 61"/>
              <a:gd name="T72" fmla="*/ 64 w 86"/>
              <a:gd name="T73" fmla="*/ 53 h 61"/>
              <a:gd name="T74" fmla="*/ 61 w 86"/>
              <a:gd name="T75" fmla="*/ 54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61">
                <a:moveTo>
                  <a:pt x="70" y="58"/>
                </a:moveTo>
                <a:cubicBezTo>
                  <a:pt x="75" y="49"/>
                  <a:pt x="75" y="49"/>
                  <a:pt x="75" y="49"/>
                </a:cubicBezTo>
                <a:cubicBezTo>
                  <a:pt x="77" y="47"/>
                  <a:pt x="79" y="43"/>
                  <a:pt x="80" y="41"/>
                </a:cubicBezTo>
                <a:cubicBezTo>
                  <a:pt x="85" y="32"/>
                  <a:pt x="85" y="32"/>
                  <a:pt x="85" y="32"/>
                </a:cubicBezTo>
                <a:cubicBezTo>
                  <a:pt x="86" y="29"/>
                  <a:pt x="85" y="26"/>
                  <a:pt x="83" y="25"/>
                </a:cubicBezTo>
                <a:cubicBezTo>
                  <a:pt x="65" y="9"/>
                  <a:pt x="65" y="9"/>
                  <a:pt x="65" y="9"/>
                </a:cubicBezTo>
                <a:cubicBezTo>
                  <a:pt x="63" y="7"/>
                  <a:pt x="60" y="8"/>
                  <a:pt x="58" y="9"/>
                </a:cubicBezTo>
                <a:cubicBezTo>
                  <a:pt x="50" y="17"/>
                  <a:pt x="50" y="17"/>
                  <a:pt x="50" y="17"/>
                </a:cubicBezTo>
                <a:cubicBezTo>
                  <a:pt x="49" y="17"/>
                  <a:pt x="49" y="18"/>
                  <a:pt x="49" y="18"/>
                </a:cubicBezTo>
                <a:cubicBezTo>
                  <a:pt x="17" y="0"/>
                  <a:pt x="17" y="0"/>
                  <a:pt x="17" y="0"/>
                </a:cubicBezTo>
                <a:cubicBezTo>
                  <a:pt x="0" y="3"/>
                  <a:pt x="0" y="3"/>
                  <a:pt x="0" y="3"/>
                </a:cubicBezTo>
                <a:cubicBezTo>
                  <a:pt x="4" y="16"/>
                  <a:pt x="4" y="16"/>
                  <a:pt x="4" y="16"/>
                </a:cubicBezTo>
                <a:cubicBezTo>
                  <a:pt x="9" y="15"/>
                  <a:pt x="9" y="15"/>
                  <a:pt x="9" y="15"/>
                </a:cubicBezTo>
                <a:cubicBezTo>
                  <a:pt x="11" y="24"/>
                  <a:pt x="11" y="24"/>
                  <a:pt x="11" y="24"/>
                </a:cubicBezTo>
                <a:cubicBezTo>
                  <a:pt x="20" y="21"/>
                  <a:pt x="20" y="21"/>
                  <a:pt x="20" y="21"/>
                </a:cubicBezTo>
                <a:cubicBezTo>
                  <a:pt x="23" y="30"/>
                  <a:pt x="23" y="30"/>
                  <a:pt x="23" y="30"/>
                </a:cubicBezTo>
                <a:cubicBezTo>
                  <a:pt x="32" y="27"/>
                  <a:pt x="32" y="27"/>
                  <a:pt x="32" y="27"/>
                </a:cubicBezTo>
                <a:cubicBezTo>
                  <a:pt x="35" y="36"/>
                  <a:pt x="35" y="36"/>
                  <a:pt x="35" y="36"/>
                </a:cubicBezTo>
                <a:cubicBezTo>
                  <a:pt x="39" y="35"/>
                  <a:pt x="39" y="35"/>
                  <a:pt x="39" y="35"/>
                </a:cubicBezTo>
                <a:cubicBezTo>
                  <a:pt x="39" y="35"/>
                  <a:pt x="39" y="36"/>
                  <a:pt x="39" y="36"/>
                </a:cubicBezTo>
                <a:cubicBezTo>
                  <a:pt x="37" y="47"/>
                  <a:pt x="37" y="47"/>
                  <a:pt x="37" y="47"/>
                </a:cubicBezTo>
                <a:cubicBezTo>
                  <a:pt x="37" y="50"/>
                  <a:pt x="38" y="53"/>
                  <a:pt x="41" y="53"/>
                </a:cubicBezTo>
                <a:cubicBezTo>
                  <a:pt x="64" y="61"/>
                  <a:pt x="64" y="61"/>
                  <a:pt x="64" y="61"/>
                </a:cubicBezTo>
                <a:cubicBezTo>
                  <a:pt x="66" y="61"/>
                  <a:pt x="69" y="60"/>
                  <a:pt x="70" y="58"/>
                </a:cubicBezTo>
                <a:close/>
                <a:moveTo>
                  <a:pt x="15" y="10"/>
                </a:moveTo>
                <a:cubicBezTo>
                  <a:pt x="18" y="6"/>
                  <a:pt x="18" y="6"/>
                  <a:pt x="18" y="6"/>
                </a:cubicBezTo>
                <a:cubicBezTo>
                  <a:pt x="46" y="21"/>
                  <a:pt x="46" y="21"/>
                  <a:pt x="46" y="21"/>
                </a:cubicBezTo>
                <a:cubicBezTo>
                  <a:pt x="43" y="25"/>
                  <a:pt x="43" y="25"/>
                  <a:pt x="43" y="25"/>
                </a:cubicBezTo>
                <a:lnTo>
                  <a:pt x="15" y="10"/>
                </a:lnTo>
                <a:close/>
                <a:moveTo>
                  <a:pt x="61" y="54"/>
                </a:moveTo>
                <a:cubicBezTo>
                  <a:pt x="57" y="52"/>
                  <a:pt x="57" y="52"/>
                  <a:pt x="57" y="52"/>
                </a:cubicBezTo>
                <a:cubicBezTo>
                  <a:pt x="56" y="51"/>
                  <a:pt x="55" y="50"/>
                  <a:pt x="56" y="49"/>
                </a:cubicBezTo>
                <a:cubicBezTo>
                  <a:pt x="69" y="24"/>
                  <a:pt x="69" y="24"/>
                  <a:pt x="69" y="24"/>
                </a:cubicBezTo>
                <a:cubicBezTo>
                  <a:pt x="70" y="23"/>
                  <a:pt x="71" y="23"/>
                  <a:pt x="72" y="23"/>
                </a:cubicBezTo>
                <a:cubicBezTo>
                  <a:pt x="77" y="26"/>
                  <a:pt x="77" y="26"/>
                  <a:pt x="77" y="26"/>
                </a:cubicBezTo>
                <a:cubicBezTo>
                  <a:pt x="78" y="26"/>
                  <a:pt x="78" y="28"/>
                  <a:pt x="77" y="29"/>
                </a:cubicBezTo>
                <a:cubicBezTo>
                  <a:pt x="64" y="53"/>
                  <a:pt x="64" y="53"/>
                  <a:pt x="64" y="53"/>
                </a:cubicBezTo>
                <a:cubicBezTo>
                  <a:pt x="64" y="54"/>
                  <a:pt x="62" y="55"/>
                  <a:pt x="61" y="54"/>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4" name="Freeform 33"/>
          <p:cNvSpPr>
            <a:spLocks noEditPoints="1"/>
          </p:cNvSpPr>
          <p:nvPr/>
        </p:nvSpPr>
        <p:spPr bwMode="auto">
          <a:xfrm>
            <a:off x="10311307" y="4848179"/>
            <a:ext cx="165653" cy="143663"/>
          </a:xfrm>
          <a:custGeom>
            <a:avLst/>
            <a:gdLst>
              <a:gd name="T0" fmla="*/ 56 w 69"/>
              <a:gd name="T1" fmla="*/ 0 h 60"/>
              <a:gd name="T2" fmla="*/ 13 w 69"/>
              <a:gd name="T3" fmla="*/ 0 h 60"/>
              <a:gd name="T4" fmla="*/ 0 w 69"/>
              <a:gd name="T5" fmla="*/ 13 h 60"/>
              <a:gd name="T6" fmla="*/ 0 w 69"/>
              <a:gd name="T7" fmla="*/ 58 h 60"/>
              <a:gd name="T8" fmla="*/ 2 w 69"/>
              <a:gd name="T9" fmla="*/ 60 h 60"/>
              <a:gd name="T10" fmla="*/ 66 w 69"/>
              <a:gd name="T11" fmla="*/ 60 h 60"/>
              <a:gd name="T12" fmla="*/ 69 w 69"/>
              <a:gd name="T13" fmla="*/ 58 h 60"/>
              <a:gd name="T14" fmla="*/ 69 w 69"/>
              <a:gd name="T15" fmla="*/ 13 h 60"/>
              <a:gd name="T16" fmla="*/ 56 w 69"/>
              <a:gd name="T17" fmla="*/ 0 h 60"/>
              <a:gd name="T18" fmla="*/ 34 w 69"/>
              <a:gd name="T19" fmla="*/ 51 h 60"/>
              <a:gd name="T20" fmla="*/ 13 w 69"/>
              <a:gd name="T21" fmla="*/ 34 h 60"/>
              <a:gd name="T22" fmla="*/ 26 w 69"/>
              <a:gd name="T23" fmla="*/ 34 h 60"/>
              <a:gd name="T24" fmla="*/ 26 w 69"/>
              <a:gd name="T25" fmla="*/ 21 h 60"/>
              <a:gd name="T26" fmla="*/ 43 w 69"/>
              <a:gd name="T27" fmla="*/ 21 h 60"/>
              <a:gd name="T28" fmla="*/ 43 w 69"/>
              <a:gd name="T29" fmla="*/ 34 h 60"/>
              <a:gd name="T30" fmla="*/ 56 w 69"/>
              <a:gd name="T31" fmla="*/ 34 h 60"/>
              <a:gd name="T32" fmla="*/ 34 w 69"/>
              <a:gd name="T33" fmla="*/ 51 h 60"/>
              <a:gd name="T34" fmla="*/ 10 w 69"/>
              <a:gd name="T35" fmla="*/ 9 h 60"/>
              <a:gd name="T36" fmla="*/ 15 w 69"/>
              <a:gd name="T37" fmla="*/ 4 h 60"/>
              <a:gd name="T38" fmla="*/ 54 w 69"/>
              <a:gd name="T39" fmla="*/ 4 h 60"/>
              <a:gd name="T40" fmla="*/ 58 w 69"/>
              <a:gd name="T41" fmla="*/ 9 h 60"/>
              <a:gd name="T42" fmla="*/ 10 w 69"/>
              <a:gd name="T43" fmla="*/ 9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9" h="60">
                <a:moveTo>
                  <a:pt x="56" y="0"/>
                </a:moveTo>
                <a:cubicBezTo>
                  <a:pt x="13" y="0"/>
                  <a:pt x="13" y="0"/>
                  <a:pt x="13" y="0"/>
                </a:cubicBezTo>
                <a:cubicBezTo>
                  <a:pt x="0" y="13"/>
                  <a:pt x="0" y="13"/>
                  <a:pt x="0" y="13"/>
                </a:cubicBezTo>
                <a:cubicBezTo>
                  <a:pt x="0" y="58"/>
                  <a:pt x="0" y="58"/>
                  <a:pt x="0" y="58"/>
                </a:cubicBezTo>
                <a:cubicBezTo>
                  <a:pt x="0" y="59"/>
                  <a:pt x="1" y="60"/>
                  <a:pt x="2" y="60"/>
                </a:cubicBezTo>
                <a:cubicBezTo>
                  <a:pt x="66" y="60"/>
                  <a:pt x="66" y="60"/>
                  <a:pt x="66" y="60"/>
                </a:cubicBezTo>
                <a:cubicBezTo>
                  <a:pt x="68" y="60"/>
                  <a:pt x="69" y="59"/>
                  <a:pt x="69" y="58"/>
                </a:cubicBezTo>
                <a:cubicBezTo>
                  <a:pt x="69" y="13"/>
                  <a:pt x="69" y="13"/>
                  <a:pt x="69" y="13"/>
                </a:cubicBezTo>
                <a:lnTo>
                  <a:pt x="56" y="0"/>
                </a:lnTo>
                <a:close/>
                <a:moveTo>
                  <a:pt x="34" y="51"/>
                </a:moveTo>
                <a:cubicBezTo>
                  <a:pt x="13" y="34"/>
                  <a:pt x="13" y="34"/>
                  <a:pt x="13" y="34"/>
                </a:cubicBezTo>
                <a:cubicBezTo>
                  <a:pt x="26" y="34"/>
                  <a:pt x="26" y="34"/>
                  <a:pt x="26" y="34"/>
                </a:cubicBezTo>
                <a:cubicBezTo>
                  <a:pt x="26" y="21"/>
                  <a:pt x="26" y="21"/>
                  <a:pt x="26" y="21"/>
                </a:cubicBezTo>
                <a:cubicBezTo>
                  <a:pt x="43" y="21"/>
                  <a:pt x="43" y="21"/>
                  <a:pt x="43" y="21"/>
                </a:cubicBezTo>
                <a:cubicBezTo>
                  <a:pt x="43" y="34"/>
                  <a:pt x="43" y="34"/>
                  <a:pt x="43" y="34"/>
                </a:cubicBezTo>
                <a:cubicBezTo>
                  <a:pt x="56" y="34"/>
                  <a:pt x="56" y="34"/>
                  <a:pt x="56" y="34"/>
                </a:cubicBezTo>
                <a:lnTo>
                  <a:pt x="34" y="51"/>
                </a:lnTo>
                <a:close/>
                <a:moveTo>
                  <a:pt x="10" y="9"/>
                </a:moveTo>
                <a:cubicBezTo>
                  <a:pt x="15" y="4"/>
                  <a:pt x="15" y="4"/>
                  <a:pt x="15" y="4"/>
                </a:cubicBezTo>
                <a:cubicBezTo>
                  <a:pt x="54" y="4"/>
                  <a:pt x="54" y="4"/>
                  <a:pt x="54" y="4"/>
                </a:cubicBezTo>
                <a:cubicBezTo>
                  <a:pt x="58" y="9"/>
                  <a:pt x="58" y="9"/>
                  <a:pt x="58" y="9"/>
                </a:cubicBezTo>
                <a:lnTo>
                  <a:pt x="10" y="9"/>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5" name="Freeform 34"/>
          <p:cNvSpPr>
            <a:spLocks noEditPoints="1"/>
          </p:cNvSpPr>
          <p:nvPr/>
        </p:nvSpPr>
        <p:spPr bwMode="auto">
          <a:xfrm>
            <a:off x="10541462" y="3256154"/>
            <a:ext cx="136334" cy="186175"/>
          </a:xfrm>
          <a:custGeom>
            <a:avLst/>
            <a:gdLst>
              <a:gd name="T0" fmla="*/ 57 w 57"/>
              <a:gd name="T1" fmla="*/ 48 h 78"/>
              <a:gd name="T2" fmla="*/ 57 w 57"/>
              <a:gd name="T3" fmla="*/ 48 h 78"/>
              <a:gd name="T4" fmla="*/ 57 w 57"/>
              <a:gd name="T5" fmla="*/ 48 h 78"/>
              <a:gd name="T6" fmla="*/ 28 w 57"/>
              <a:gd name="T7" fmla="*/ 0 h 78"/>
              <a:gd name="T8" fmla="*/ 0 w 57"/>
              <a:gd name="T9" fmla="*/ 48 h 78"/>
              <a:gd name="T10" fmla="*/ 0 w 57"/>
              <a:gd name="T11" fmla="*/ 48 h 78"/>
              <a:gd name="T12" fmla="*/ 0 w 57"/>
              <a:gd name="T13" fmla="*/ 48 h 78"/>
              <a:gd name="T14" fmla="*/ 0 w 57"/>
              <a:gd name="T15" fmla="*/ 49 h 78"/>
              <a:gd name="T16" fmla="*/ 0 w 57"/>
              <a:gd name="T17" fmla="*/ 49 h 78"/>
              <a:gd name="T18" fmla="*/ 0 w 57"/>
              <a:gd name="T19" fmla="*/ 49 h 78"/>
              <a:gd name="T20" fmla="*/ 28 w 57"/>
              <a:gd name="T21" fmla="*/ 78 h 78"/>
              <a:gd name="T22" fmla="*/ 57 w 57"/>
              <a:gd name="T23" fmla="*/ 49 h 78"/>
              <a:gd name="T24" fmla="*/ 57 w 57"/>
              <a:gd name="T25" fmla="*/ 49 h 78"/>
              <a:gd name="T26" fmla="*/ 57 w 57"/>
              <a:gd name="T27" fmla="*/ 49 h 78"/>
              <a:gd name="T28" fmla="*/ 57 w 57"/>
              <a:gd name="T29" fmla="*/ 48 h 78"/>
              <a:gd name="T30" fmla="*/ 48 w 57"/>
              <a:gd name="T31" fmla="*/ 49 h 78"/>
              <a:gd name="T32" fmla="*/ 48 w 57"/>
              <a:gd name="T33" fmla="*/ 49 h 78"/>
              <a:gd name="T34" fmla="*/ 42 w 57"/>
              <a:gd name="T35" fmla="*/ 62 h 78"/>
              <a:gd name="T36" fmla="*/ 28 w 57"/>
              <a:gd name="T37" fmla="*/ 68 h 78"/>
              <a:gd name="T38" fmla="*/ 26 w 57"/>
              <a:gd name="T39" fmla="*/ 68 h 78"/>
              <a:gd name="T40" fmla="*/ 43 w 57"/>
              <a:gd name="T41" fmla="*/ 37 h 78"/>
              <a:gd name="T42" fmla="*/ 43 w 57"/>
              <a:gd name="T43" fmla="*/ 33 h 78"/>
              <a:gd name="T44" fmla="*/ 48 w 57"/>
              <a:gd name="T45" fmla="*/ 48 h 78"/>
              <a:gd name="T46" fmla="*/ 48 w 57"/>
              <a:gd name="T47" fmla="*/ 48 h 78"/>
              <a:gd name="T48" fmla="*/ 48 w 57"/>
              <a:gd name="T49" fmla="*/ 48 h 78"/>
              <a:gd name="T50" fmla="*/ 48 w 57"/>
              <a:gd name="T51" fmla="*/ 48 h 78"/>
              <a:gd name="T52" fmla="*/ 48 w 57"/>
              <a:gd name="T53" fmla="*/ 49 h 78"/>
              <a:gd name="T54" fmla="*/ 48 w 57"/>
              <a:gd name="T55" fmla="*/ 4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7" h="78">
                <a:moveTo>
                  <a:pt x="57" y="48"/>
                </a:moveTo>
                <a:cubicBezTo>
                  <a:pt x="57" y="48"/>
                  <a:pt x="57" y="48"/>
                  <a:pt x="57" y="48"/>
                </a:cubicBezTo>
                <a:cubicBezTo>
                  <a:pt x="57" y="48"/>
                  <a:pt x="57" y="48"/>
                  <a:pt x="57" y="48"/>
                </a:cubicBezTo>
                <a:cubicBezTo>
                  <a:pt x="57" y="24"/>
                  <a:pt x="28" y="0"/>
                  <a:pt x="28" y="0"/>
                </a:cubicBezTo>
                <a:cubicBezTo>
                  <a:pt x="28" y="0"/>
                  <a:pt x="0" y="24"/>
                  <a:pt x="0" y="48"/>
                </a:cubicBezTo>
                <a:cubicBezTo>
                  <a:pt x="0" y="48"/>
                  <a:pt x="0" y="48"/>
                  <a:pt x="0" y="48"/>
                </a:cubicBezTo>
                <a:cubicBezTo>
                  <a:pt x="0" y="48"/>
                  <a:pt x="0" y="48"/>
                  <a:pt x="0" y="48"/>
                </a:cubicBezTo>
                <a:cubicBezTo>
                  <a:pt x="0" y="48"/>
                  <a:pt x="0" y="48"/>
                  <a:pt x="0" y="49"/>
                </a:cubicBezTo>
                <a:cubicBezTo>
                  <a:pt x="0" y="49"/>
                  <a:pt x="0" y="49"/>
                  <a:pt x="0" y="49"/>
                </a:cubicBezTo>
                <a:cubicBezTo>
                  <a:pt x="0" y="49"/>
                  <a:pt x="0" y="49"/>
                  <a:pt x="0" y="49"/>
                </a:cubicBezTo>
                <a:cubicBezTo>
                  <a:pt x="0" y="65"/>
                  <a:pt x="13" y="78"/>
                  <a:pt x="28" y="78"/>
                </a:cubicBezTo>
                <a:cubicBezTo>
                  <a:pt x="44" y="78"/>
                  <a:pt x="57" y="65"/>
                  <a:pt x="57" y="49"/>
                </a:cubicBezTo>
                <a:cubicBezTo>
                  <a:pt x="57" y="49"/>
                  <a:pt x="57" y="49"/>
                  <a:pt x="57" y="49"/>
                </a:cubicBezTo>
                <a:cubicBezTo>
                  <a:pt x="57" y="49"/>
                  <a:pt x="57" y="49"/>
                  <a:pt x="57" y="49"/>
                </a:cubicBezTo>
                <a:cubicBezTo>
                  <a:pt x="57" y="48"/>
                  <a:pt x="57" y="48"/>
                  <a:pt x="57" y="48"/>
                </a:cubicBezTo>
                <a:close/>
                <a:moveTo>
                  <a:pt x="48" y="49"/>
                </a:moveTo>
                <a:cubicBezTo>
                  <a:pt x="48" y="49"/>
                  <a:pt x="48" y="49"/>
                  <a:pt x="48" y="49"/>
                </a:cubicBezTo>
                <a:cubicBezTo>
                  <a:pt x="48" y="54"/>
                  <a:pt x="46" y="59"/>
                  <a:pt x="42" y="62"/>
                </a:cubicBezTo>
                <a:cubicBezTo>
                  <a:pt x="38" y="66"/>
                  <a:pt x="34" y="68"/>
                  <a:pt x="28" y="68"/>
                </a:cubicBezTo>
                <a:cubicBezTo>
                  <a:pt x="28" y="68"/>
                  <a:pt x="27" y="68"/>
                  <a:pt x="26" y="68"/>
                </a:cubicBezTo>
                <a:cubicBezTo>
                  <a:pt x="36" y="61"/>
                  <a:pt x="43" y="50"/>
                  <a:pt x="43" y="37"/>
                </a:cubicBezTo>
                <a:cubicBezTo>
                  <a:pt x="43" y="35"/>
                  <a:pt x="43" y="34"/>
                  <a:pt x="43" y="33"/>
                </a:cubicBezTo>
                <a:cubicBezTo>
                  <a:pt x="46" y="38"/>
                  <a:pt x="48" y="43"/>
                  <a:pt x="48" y="48"/>
                </a:cubicBezTo>
                <a:cubicBezTo>
                  <a:pt x="48" y="48"/>
                  <a:pt x="48" y="48"/>
                  <a:pt x="48" y="48"/>
                </a:cubicBezTo>
                <a:cubicBezTo>
                  <a:pt x="48" y="48"/>
                  <a:pt x="48" y="48"/>
                  <a:pt x="48" y="48"/>
                </a:cubicBezTo>
                <a:cubicBezTo>
                  <a:pt x="48" y="48"/>
                  <a:pt x="48" y="48"/>
                  <a:pt x="48" y="48"/>
                </a:cubicBezTo>
                <a:cubicBezTo>
                  <a:pt x="48" y="48"/>
                  <a:pt x="48" y="48"/>
                  <a:pt x="48" y="49"/>
                </a:cubicBezTo>
                <a:cubicBezTo>
                  <a:pt x="48" y="49"/>
                  <a:pt x="48" y="49"/>
                  <a:pt x="48" y="49"/>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6" name="Freeform 35"/>
          <p:cNvSpPr>
            <a:spLocks noEditPoints="1"/>
          </p:cNvSpPr>
          <p:nvPr/>
        </p:nvSpPr>
        <p:spPr bwMode="auto">
          <a:xfrm>
            <a:off x="10394866" y="3121288"/>
            <a:ext cx="214029" cy="203767"/>
          </a:xfrm>
          <a:custGeom>
            <a:avLst/>
            <a:gdLst>
              <a:gd name="T0" fmla="*/ 52 w 89"/>
              <a:gd name="T1" fmla="*/ 3 h 85"/>
              <a:gd name="T2" fmla="*/ 4 w 89"/>
              <a:gd name="T3" fmla="*/ 36 h 85"/>
              <a:gd name="T4" fmla="*/ 3 w 89"/>
              <a:gd name="T5" fmla="*/ 45 h 85"/>
              <a:gd name="T6" fmla="*/ 28 w 89"/>
              <a:gd name="T7" fmla="*/ 82 h 85"/>
              <a:gd name="T8" fmla="*/ 37 w 89"/>
              <a:gd name="T9" fmla="*/ 83 h 85"/>
              <a:gd name="T10" fmla="*/ 85 w 89"/>
              <a:gd name="T11" fmla="*/ 50 h 85"/>
              <a:gd name="T12" fmla="*/ 87 w 89"/>
              <a:gd name="T13" fmla="*/ 41 h 85"/>
              <a:gd name="T14" fmla="*/ 61 w 89"/>
              <a:gd name="T15" fmla="*/ 4 h 85"/>
              <a:gd name="T16" fmla="*/ 52 w 89"/>
              <a:gd name="T17" fmla="*/ 3 h 85"/>
              <a:gd name="T18" fmla="*/ 38 w 89"/>
              <a:gd name="T19" fmla="*/ 48 h 85"/>
              <a:gd name="T20" fmla="*/ 31 w 89"/>
              <a:gd name="T21" fmla="*/ 71 h 85"/>
              <a:gd name="T22" fmla="*/ 11 w 89"/>
              <a:gd name="T23" fmla="*/ 42 h 85"/>
              <a:gd name="T24" fmla="*/ 38 w 89"/>
              <a:gd name="T25" fmla="*/ 48 h 85"/>
              <a:gd name="T26" fmla="*/ 14 w 89"/>
              <a:gd name="T27" fmla="*/ 40 h 85"/>
              <a:gd name="T28" fmla="*/ 52 w 89"/>
              <a:gd name="T29" fmla="*/ 13 h 85"/>
              <a:gd name="T30" fmla="*/ 43 w 89"/>
              <a:gd name="T31" fmla="*/ 41 h 85"/>
              <a:gd name="T32" fmla="*/ 14 w 89"/>
              <a:gd name="T33" fmla="*/ 40 h 85"/>
              <a:gd name="T34" fmla="*/ 39 w 89"/>
              <a:gd name="T35" fmla="*/ 48 h 85"/>
              <a:gd name="T36" fmla="*/ 50 w 89"/>
              <a:gd name="T37" fmla="*/ 50 h 85"/>
              <a:gd name="T38" fmla="*/ 51 w 89"/>
              <a:gd name="T39" fmla="*/ 40 h 85"/>
              <a:gd name="T40" fmla="*/ 74 w 89"/>
              <a:gd name="T41" fmla="*/ 47 h 85"/>
              <a:gd name="T42" fmla="*/ 38 w 89"/>
              <a:gd name="T43" fmla="*/ 72 h 85"/>
              <a:gd name="T44" fmla="*/ 39 w 89"/>
              <a:gd name="T45" fmla="*/ 48 h 85"/>
              <a:gd name="T46" fmla="*/ 51 w 89"/>
              <a:gd name="T47" fmla="*/ 39 h 85"/>
              <a:gd name="T48" fmla="*/ 55 w 89"/>
              <a:gd name="T49" fmla="*/ 11 h 85"/>
              <a:gd name="T50" fmla="*/ 75 w 89"/>
              <a:gd name="T51" fmla="*/ 40 h 85"/>
              <a:gd name="T52" fmla="*/ 51 w 89"/>
              <a:gd name="T53" fmla="*/ 3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9" h="85">
                <a:moveTo>
                  <a:pt x="52" y="3"/>
                </a:moveTo>
                <a:cubicBezTo>
                  <a:pt x="4" y="36"/>
                  <a:pt x="4" y="36"/>
                  <a:pt x="4" y="36"/>
                </a:cubicBezTo>
                <a:cubicBezTo>
                  <a:pt x="1" y="38"/>
                  <a:pt x="0" y="42"/>
                  <a:pt x="3" y="45"/>
                </a:cubicBezTo>
                <a:cubicBezTo>
                  <a:pt x="28" y="82"/>
                  <a:pt x="28" y="82"/>
                  <a:pt x="28" y="82"/>
                </a:cubicBezTo>
                <a:cubicBezTo>
                  <a:pt x="30" y="85"/>
                  <a:pt x="34" y="85"/>
                  <a:pt x="37" y="83"/>
                </a:cubicBezTo>
                <a:cubicBezTo>
                  <a:pt x="85" y="50"/>
                  <a:pt x="85" y="50"/>
                  <a:pt x="85" y="50"/>
                </a:cubicBezTo>
                <a:cubicBezTo>
                  <a:pt x="88" y="48"/>
                  <a:pt x="89" y="44"/>
                  <a:pt x="87" y="41"/>
                </a:cubicBezTo>
                <a:cubicBezTo>
                  <a:pt x="61" y="4"/>
                  <a:pt x="61" y="4"/>
                  <a:pt x="61" y="4"/>
                </a:cubicBezTo>
                <a:cubicBezTo>
                  <a:pt x="59" y="1"/>
                  <a:pt x="55" y="0"/>
                  <a:pt x="52" y="3"/>
                </a:cubicBezTo>
                <a:close/>
                <a:moveTo>
                  <a:pt x="38" y="48"/>
                </a:moveTo>
                <a:cubicBezTo>
                  <a:pt x="31" y="71"/>
                  <a:pt x="31" y="71"/>
                  <a:pt x="31" y="71"/>
                </a:cubicBezTo>
                <a:cubicBezTo>
                  <a:pt x="11" y="42"/>
                  <a:pt x="11" y="42"/>
                  <a:pt x="11" y="42"/>
                </a:cubicBezTo>
                <a:lnTo>
                  <a:pt x="38" y="48"/>
                </a:lnTo>
                <a:close/>
                <a:moveTo>
                  <a:pt x="14" y="40"/>
                </a:moveTo>
                <a:cubicBezTo>
                  <a:pt x="52" y="13"/>
                  <a:pt x="52" y="13"/>
                  <a:pt x="52" y="13"/>
                </a:cubicBezTo>
                <a:cubicBezTo>
                  <a:pt x="43" y="41"/>
                  <a:pt x="43" y="41"/>
                  <a:pt x="43" y="41"/>
                </a:cubicBezTo>
                <a:lnTo>
                  <a:pt x="14" y="40"/>
                </a:lnTo>
                <a:close/>
                <a:moveTo>
                  <a:pt x="39" y="48"/>
                </a:moveTo>
                <a:cubicBezTo>
                  <a:pt x="50" y="50"/>
                  <a:pt x="50" y="50"/>
                  <a:pt x="50" y="50"/>
                </a:cubicBezTo>
                <a:cubicBezTo>
                  <a:pt x="51" y="40"/>
                  <a:pt x="51" y="40"/>
                  <a:pt x="51" y="40"/>
                </a:cubicBezTo>
                <a:cubicBezTo>
                  <a:pt x="74" y="47"/>
                  <a:pt x="74" y="47"/>
                  <a:pt x="74" y="47"/>
                </a:cubicBezTo>
                <a:cubicBezTo>
                  <a:pt x="38" y="72"/>
                  <a:pt x="38" y="72"/>
                  <a:pt x="38" y="72"/>
                </a:cubicBezTo>
                <a:lnTo>
                  <a:pt x="39" y="48"/>
                </a:lnTo>
                <a:close/>
                <a:moveTo>
                  <a:pt x="51" y="39"/>
                </a:moveTo>
                <a:cubicBezTo>
                  <a:pt x="55" y="11"/>
                  <a:pt x="55" y="11"/>
                  <a:pt x="55" y="11"/>
                </a:cubicBezTo>
                <a:cubicBezTo>
                  <a:pt x="75" y="40"/>
                  <a:pt x="75" y="40"/>
                  <a:pt x="75" y="40"/>
                </a:cubicBezTo>
                <a:lnTo>
                  <a:pt x="51" y="39"/>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7" name="Freeform 36"/>
          <p:cNvSpPr>
            <a:spLocks noEditPoints="1"/>
          </p:cNvSpPr>
          <p:nvPr/>
        </p:nvSpPr>
        <p:spPr bwMode="auto">
          <a:xfrm>
            <a:off x="10311307" y="3004011"/>
            <a:ext cx="162721" cy="165653"/>
          </a:xfrm>
          <a:custGeom>
            <a:avLst/>
            <a:gdLst>
              <a:gd name="T0" fmla="*/ 34 w 68"/>
              <a:gd name="T1" fmla="*/ 0 h 69"/>
              <a:gd name="T2" fmla="*/ 0 w 68"/>
              <a:gd name="T3" fmla="*/ 35 h 69"/>
              <a:gd name="T4" fmla="*/ 34 w 68"/>
              <a:gd name="T5" fmla="*/ 69 h 69"/>
              <a:gd name="T6" fmla="*/ 68 w 68"/>
              <a:gd name="T7" fmla="*/ 35 h 69"/>
              <a:gd name="T8" fmla="*/ 34 w 68"/>
              <a:gd name="T9" fmla="*/ 0 h 69"/>
              <a:gd name="T10" fmla="*/ 34 w 68"/>
              <a:gd name="T11" fmla="*/ 62 h 69"/>
              <a:gd name="T12" fmla="*/ 7 w 68"/>
              <a:gd name="T13" fmla="*/ 35 h 69"/>
              <a:gd name="T14" fmla="*/ 34 w 68"/>
              <a:gd name="T15" fmla="*/ 7 h 69"/>
              <a:gd name="T16" fmla="*/ 62 w 68"/>
              <a:gd name="T17" fmla="*/ 35 h 69"/>
              <a:gd name="T18" fmla="*/ 34 w 68"/>
              <a:gd name="T19" fmla="*/ 62 h 69"/>
              <a:gd name="T20" fmla="*/ 22 w 68"/>
              <a:gd name="T21" fmla="*/ 24 h 69"/>
              <a:gd name="T22" fmla="*/ 36 w 68"/>
              <a:gd name="T23" fmla="*/ 35 h 69"/>
              <a:gd name="T24" fmla="*/ 22 w 68"/>
              <a:gd name="T25" fmla="*/ 45 h 69"/>
              <a:gd name="T26" fmla="*/ 22 w 68"/>
              <a:gd name="T27" fmla="*/ 24 h 69"/>
              <a:gd name="T28" fmla="*/ 39 w 68"/>
              <a:gd name="T29" fmla="*/ 24 h 69"/>
              <a:gd name="T30" fmla="*/ 54 w 68"/>
              <a:gd name="T31" fmla="*/ 35 h 69"/>
              <a:gd name="T32" fmla="*/ 39 w 68"/>
              <a:gd name="T33" fmla="*/ 45 h 69"/>
              <a:gd name="T34" fmla="*/ 39 w 68"/>
              <a:gd name="T35" fmla="*/ 2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8" h="69">
                <a:moveTo>
                  <a:pt x="34" y="0"/>
                </a:moveTo>
                <a:cubicBezTo>
                  <a:pt x="15" y="0"/>
                  <a:pt x="0" y="16"/>
                  <a:pt x="0" y="35"/>
                </a:cubicBezTo>
                <a:cubicBezTo>
                  <a:pt x="0" y="53"/>
                  <a:pt x="15" y="69"/>
                  <a:pt x="34" y="69"/>
                </a:cubicBezTo>
                <a:cubicBezTo>
                  <a:pt x="53" y="69"/>
                  <a:pt x="68" y="53"/>
                  <a:pt x="68" y="35"/>
                </a:cubicBezTo>
                <a:cubicBezTo>
                  <a:pt x="68" y="16"/>
                  <a:pt x="53" y="0"/>
                  <a:pt x="34" y="0"/>
                </a:cubicBezTo>
                <a:close/>
                <a:moveTo>
                  <a:pt x="34" y="62"/>
                </a:moveTo>
                <a:cubicBezTo>
                  <a:pt x="19" y="62"/>
                  <a:pt x="7" y="50"/>
                  <a:pt x="7" y="35"/>
                </a:cubicBezTo>
                <a:cubicBezTo>
                  <a:pt x="7" y="19"/>
                  <a:pt x="19" y="7"/>
                  <a:pt x="34" y="7"/>
                </a:cubicBezTo>
                <a:cubicBezTo>
                  <a:pt x="50" y="7"/>
                  <a:pt x="62" y="19"/>
                  <a:pt x="62" y="35"/>
                </a:cubicBezTo>
                <a:cubicBezTo>
                  <a:pt x="62" y="50"/>
                  <a:pt x="50" y="62"/>
                  <a:pt x="34" y="62"/>
                </a:cubicBezTo>
                <a:close/>
                <a:moveTo>
                  <a:pt x="22" y="24"/>
                </a:moveTo>
                <a:cubicBezTo>
                  <a:pt x="36" y="35"/>
                  <a:pt x="36" y="35"/>
                  <a:pt x="36" y="35"/>
                </a:cubicBezTo>
                <a:cubicBezTo>
                  <a:pt x="22" y="45"/>
                  <a:pt x="22" y="45"/>
                  <a:pt x="22" y="45"/>
                </a:cubicBezTo>
                <a:lnTo>
                  <a:pt x="22" y="24"/>
                </a:lnTo>
                <a:close/>
                <a:moveTo>
                  <a:pt x="39" y="24"/>
                </a:moveTo>
                <a:cubicBezTo>
                  <a:pt x="54" y="35"/>
                  <a:pt x="54" y="35"/>
                  <a:pt x="54" y="35"/>
                </a:cubicBezTo>
                <a:cubicBezTo>
                  <a:pt x="39" y="45"/>
                  <a:pt x="39" y="45"/>
                  <a:pt x="39" y="45"/>
                </a:cubicBezTo>
                <a:lnTo>
                  <a:pt x="39" y="24"/>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4" name="Freeform 37"/>
          <p:cNvSpPr>
            <a:spLocks noEditPoints="1"/>
          </p:cNvSpPr>
          <p:nvPr/>
        </p:nvSpPr>
        <p:spPr bwMode="auto">
          <a:xfrm>
            <a:off x="10386070" y="3354374"/>
            <a:ext cx="129004" cy="148061"/>
          </a:xfrm>
          <a:custGeom>
            <a:avLst/>
            <a:gdLst>
              <a:gd name="T0" fmla="*/ 50 w 54"/>
              <a:gd name="T1" fmla="*/ 12 h 62"/>
              <a:gd name="T2" fmla="*/ 42 w 54"/>
              <a:gd name="T3" fmla="*/ 5 h 62"/>
              <a:gd name="T4" fmla="*/ 33 w 54"/>
              <a:gd name="T5" fmla="*/ 0 h 62"/>
              <a:gd name="T6" fmla="*/ 6 w 54"/>
              <a:gd name="T7" fmla="*/ 0 h 62"/>
              <a:gd name="T8" fmla="*/ 0 w 54"/>
              <a:gd name="T9" fmla="*/ 6 h 62"/>
              <a:gd name="T10" fmla="*/ 0 w 54"/>
              <a:gd name="T11" fmla="*/ 56 h 62"/>
              <a:gd name="T12" fmla="*/ 6 w 54"/>
              <a:gd name="T13" fmla="*/ 62 h 62"/>
              <a:gd name="T14" fmla="*/ 48 w 54"/>
              <a:gd name="T15" fmla="*/ 62 h 62"/>
              <a:gd name="T16" fmla="*/ 54 w 54"/>
              <a:gd name="T17" fmla="*/ 56 h 62"/>
              <a:gd name="T18" fmla="*/ 54 w 54"/>
              <a:gd name="T19" fmla="*/ 21 h 62"/>
              <a:gd name="T20" fmla="*/ 50 w 54"/>
              <a:gd name="T21" fmla="*/ 12 h 62"/>
              <a:gd name="T22" fmla="*/ 35 w 54"/>
              <a:gd name="T23" fmla="*/ 9 h 62"/>
              <a:gd name="T24" fmla="*/ 35 w 54"/>
              <a:gd name="T25" fmla="*/ 9 h 62"/>
              <a:gd name="T26" fmla="*/ 37 w 54"/>
              <a:gd name="T27" fmla="*/ 10 h 62"/>
              <a:gd name="T28" fmla="*/ 44 w 54"/>
              <a:gd name="T29" fmla="*/ 17 h 62"/>
              <a:gd name="T30" fmla="*/ 45 w 54"/>
              <a:gd name="T31" fmla="*/ 19 h 62"/>
              <a:gd name="T32" fmla="*/ 46 w 54"/>
              <a:gd name="T33" fmla="*/ 20 h 62"/>
              <a:gd name="T34" fmla="*/ 35 w 54"/>
              <a:gd name="T35" fmla="*/ 20 h 62"/>
              <a:gd name="T36" fmla="*/ 35 w 54"/>
              <a:gd name="T37" fmla="*/ 9 h 62"/>
              <a:gd name="T38" fmla="*/ 46 w 54"/>
              <a:gd name="T39" fmla="*/ 54 h 62"/>
              <a:gd name="T40" fmla="*/ 8 w 54"/>
              <a:gd name="T41" fmla="*/ 54 h 62"/>
              <a:gd name="T42" fmla="*/ 8 w 54"/>
              <a:gd name="T43" fmla="*/ 8 h 62"/>
              <a:gd name="T44" fmla="*/ 31 w 54"/>
              <a:gd name="T45" fmla="*/ 8 h 62"/>
              <a:gd name="T46" fmla="*/ 31 w 54"/>
              <a:gd name="T47" fmla="*/ 23 h 62"/>
              <a:gd name="T48" fmla="*/ 46 w 54"/>
              <a:gd name="T49" fmla="*/ 23 h 62"/>
              <a:gd name="T50" fmla="*/ 46 w 54"/>
              <a:gd name="T51" fmla="*/ 5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4" h="62">
                <a:moveTo>
                  <a:pt x="50" y="12"/>
                </a:moveTo>
                <a:cubicBezTo>
                  <a:pt x="42" y="5"/>
                  <a:pt x="42" y="5"/>
                  <a:pt x="42" y="5"/>
                </a:cubicBezTo>
                <a:cubicBezTo>
                  <a:pt x="40" y="2"/>
                  <a:pt x="36" y="0"/>
                  <a:pt x="33" y="0"/>
                </a:cubicBezTo>
                <a:cubicBezTo>
                  <a:pt x="6" y="0"/>
                  <a:pt x="6" y="0"/>
                  <a:pt x="6" y="0"/>
                </a:cubicBezTo>
                <a:cubicBezTo>
                  <a:pt x="3" y="0"/>
                  <a:pt x="0" y="3"/>
                  <a:pt x="0" y="6"/>
                </a:cubicBezTo>
                <a:cubicBezTo>
                  <a:pt x="0" y="56"/>
                  <a:pt x="0" y="56"/>
                  <a:pt x="0" y="56"/>
                </a:cubicBezTo>
                <a:cubicBezTo>
                  <a:pt x="0" y="59"/>
                  <a:pt x="3" y="62"/>
                  <a:pt x="6" y="62"/>
                </a:cubicBezTo>
                <a:cubicBezTo>
                  <a:pt x="48" y="62"/>
                  <a:pt x="48" y="62"/>
                  <a:pt x="48" y="62"/>
                </a:cubicBezTo>
                <a:cubicBezTo>
                  <a:pt x="51" y="62"/>
                  <a:pt x="54" y="59"/>
                  <a:pt x="54" y="56"/>
                </a:cubicBezTo>
                <a:cubicBezTo>
                  <a:pt x="54" y="21"/>
                  <a:pt x="54" y="21"/>
                  <a:pt x="54" y="21"/>
                </a:cubicBezTo>
                <a:cubicBezTo>
                  <a:pt x="54" y="18"/>
                  <a:pt x="52" y="14"/>
                  <a:pt x="50" y="12"/>
                </a:cubicBezTo>
                <a:close/>
                <a:moveTo>
                  <a:pt x="35" y="9"/>
                </a:moveTo>
                <a:cubicBezTo>
                  <a:pt x="35" y="9"/>
                  <a:pt x="35" y="9"/>
                  <a:pt x="35" y="9"/>
                </a:cubicBezTo>
                <a:cubicBezTo>
                  <a:pt x="36" y="9"/>
                  <a:pt x="37" y="10"/>
                  <a:pt x="37" y="10"/>
                </a:cubicBezTo>
                <a:cubicBezTo>
                  <a:pt x="44" y="17"/>
                  <a:pt x="44" y="17"/>
                  <a:pt x="44" y="17"/>
                </a:cubicBezTo>
                <a:cubicBezTo>
                  <a:pt x="45" y="17"/>
                  <a:pt x="45" y="18"/>
                  <a:pt x="45" y="19"/>
                </a:cubicBezTo>
                <a:cubicBezTo>
                  <a:pt x="46" y="19"/>
                  <a:pt x="46" y="19"/>
                  <a:pt x="46" y="20"/>
                </a:cubicBezTo>
                <a:cubicBezTo>
                  <a:pt x="35" y="20"/>
                  <a:pt x="35" y="20"/>
                  <a:pt x="35" y="20"/>
                </a:cubicBezTo>
                <a:lnTo>
                  <a:pt x="35" y="9"/>
                </a:lnTo>
                <a:close/>
                <a:moveTo>
                  <a:pt x="46" y="54"/>
                </a:moveTo>
                <a:cubicBezTo>
                  <a:pt x="8" y="54"/>
                  <a:pt x="8" y="54"/>
                  <a:pt x="8" y="54"/>
                </a:cubicBezTo>
                <a:cubicBezTo>
                  <a:pt x="8" y="8"/>
                  <a:pt x="8" y="8"/>
                  <a:pt x="8" y="8"/>
                </a:cubicBezTo>
                <a:cubicBezTo>
                  <a:pt x="31" y="8"/>
                  <a:pt x="31" y="8"/>
                  <a:pt x="31" y="8"/>
                </a:cubicBezTo>
                <a:cubicBezTo>
                  <a:pt x="31" y="23"/>
                  <a:pt x="31" y="23"/>
                  <a:pt x="31" y="23"/>
                </a:cubicBezTo>
                <a:cubicBezTo>
                  <a:pt x="46" y="23"/>
                  <a:pt x="46" y="23"/>
                  <a:pt x="46" y="23"/>
                </a:cubicBezTo>
                <a:lnTo>
                  <a:pt x="46" y="54"/>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5" name="Freeform 38"/>
          <p:cNvSpPr>
            <a:spLocks noEditPoints="1"/>
          </p:cNvSpPr>
          <p:nvPr/>
        </p:nvSpPr>
        <p:spPr bwMode="auto">
          <a:xfrm>
            <a:off x="10375809" y="3800023"/>
            <a:ext cx="209632" cy="222825"/>
          </a:xfrm>
          <a:custGeom>
            <a:avLst/>
            <a:gdLst>
              <a:gd name="T0" fmla="*/ 78 w 87"/>
              <a:gd name="T1" fmla="*/ 0 h 93"/>
              <a:gd name="T2" fmla="*/ 9 w 87"/>
              <a:gd name="T3" fmla="*/ 0 h 93"/>
              <a:gd name="T4" fmla="*/ 0 w 87"/>
              <a:gd name="T5" fmla="*/ 9 h 93"/>
              <a:gd name="T6" fmla="*/ 0 w 87"/>
              <a:gd name="T7" fmla="*/ 84 h 93"/>
              <a:gd name="T8" fmla="*/ 9 w 87"/>
              <a:gd name="T9" fmla="*/ 93 h 93"/>
              <a:gd name="T10" fmla="*/ 78 w 87"/>
              <a:gd name="T11" fmla="*/ 93 h 93"/>
              <a:gd name="T12" fmla="*/ 87 w 87"/>
              <a:gd name="T13" fmla="*/ 84 h 93"/>
              <a:gd name="T14" fmla="*/ 87 w 87"/>
              <a:gd name="T15" fmla="*/ 9 h 93"/>
              <a:gd name="T16" fmla="*/ 78 w 87"/>
              <a:gd name="T17" fmla="*/ 0 h 93"/>
              <a:gd name="T18" fmla="*/ 75 w 87"/>
              <a:gd name="T19" fmla="*/ 81 h 93"/>
              <a:gd name="T20" fmla="*/ 12 w 87"/>
              <a:gd name="T21" fmla="*/ 81 h 93"/>
              <a:gd name="T22" fmla="*/ 12 w 87"/>
              <a:gd name="T23" fmla="*/ 12 h 93"/>
              <a:gd name="T24" fmla="*/ 75 w 87"/>
              <a:gd name="T25" fmla="*/ 12 h 93"/>
              <a:gd name="T26" fmla="*/ 75 w 87"/>
              <a:gd name="T27" fmla="*/ 81 h 93"/>
              <a:gd name="T28" fmla="*/ 23 w 87"/>
              <a:gd name="T29" fmla="*/ 41 h 93"/>
              <a:gd name="T30" fmla="*/ 64 w 87"/>
              <a:gd name="T31" fmla="*/ 41 h 93"/>
              <a:gd name="T32" fmla="*/ 64 w 87"/>
              <a:gd name="T33" fmla="*/ 46 h 93"/>
              <a:gd name="T34" fmla="*/ 23 w 87"/>
              <a:gd name="T35" fmla="*/ 46 h 93"/>
              <a:gd name="T36" fmla="*/ 23 w 87"/>
              <a:gd name="T37" fmla="*/ 41 h 93"/>
              <a:gd name="T38" fmla="*/ 23 w 87"/>
              <a:gd name="T39" fmla="*/ 52 h 93"/>
              <a:gd name="T40" fmla="*/ 64 w 87"/>
              <a:gd name="T41" fmla="*/ 52 h 93"/>
              <a:gd name="T42" fmla="*/ 64 w 87"/>
              <a:gd name="T43" fmla="*/ 58 h 93"/>
              <a:gd name="T44" fmla="*/ 23 w 87"/>
              <a:gd name="T45" fmla="*/ 58 h 93"/>
              <a:gd name="T46" fmla="*/ 23 w 87"/>
              <a:gd name="T47" fmla="*/ 52 h 93"/>
              <a:gd name="T48" fmla="*/ 23 w 87"/>
              <a:gd name="T49" fmla="*/ 64 h 93"/>
              <a:gd name="T50" fmla="*/ 64 w 87"/>
              <a:gd name="T51" fmla="*/ 64 h 93"/>
              <a:gd name="T52" fmla="*/ 64 w 87"/>
              <a:gd name="T53" fmla="*/ 69 h 93"/>
              <a:gd name="T54" fmla="*/ 23 w 87"/>
              <a:gd name="T55" fmla="*/ 69 h 93"/>
              <a:gd name="T56" fmla="*/ 23 w 87"/>
              <a:gd name="T57" fmla="*/ 64 h 93"/>
              <a:gd name="T58" fmla="*/ 23 w 87"/>
              <a:gd name="T59" fmla="*/ 29 h 93"/>
              <a:gd name="T60" fmla="*/ 64 w 87"/>
              <a:gd name="T61" fmla="*/ 29 h 93"/>
              <a:gd name="T62" fmla="*/ 64 w 87"/>
              <a:gd name="T63" fmla="*/ 35 h 93"/>
              <a:gd name="T64" fmla="*/ 23 w 87"/>
              <a:gd name="T65" fmla="*/ 35 h 93"/>
              <a:gd name="T66" fmla="*/ 23 w 87"/>
              <a:gd name="T67" fmla="*/ 29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7" h="93">
                <a:moveTo>
                  <a:pt x="78" y="0"/>
                </a:moveTo>
                <a:cubicBezTo>
                  <a:pt x="9" y="0"/>
                  <a:pt x="9" y="0"/>
                  <a:pt x="9" y="0"/>
                </a:cubicBezTo>
                <a:cubicBezTo>
                  <a:pt x="4" y="0"/>
                  <a:pt x="0" y="4"/>
                  <a:pt x="0" y="9"/>
                </a:cubicBezTo>
                <a:cubicBezTo>
                  <a:pt x="0" y="84"/>
                  <a:pt x="0" y="84"/>
                  <a:pt x="0" y="84"/>
                </a:cubicBezTo>
                <a:cubicBezTo>
                  <a:pt x="0" y="89"/>
                  <a:pt x="4" y="93"/>
                  <a:pt x="9" y="93"/>
                </a:cubicBezTo>
                <a:cubicBezTo>
                  <a:pt x="78" y="93"/>
                  <a:pt x="78" y="93"/>
                  <a:pt x="78" y="93"/>
                </a:cubicBezTo>
                <a:cubicBezTo>
                  <a:pt x="83" y="93"/>
                  <a:pt x="87" y="89"/>
                  <a:pt x="87" y="84"/>
                </a:cubicBezTo>
                <a:cubicBezTo>
                  <a:pt x="87" y="9"/>
                  <a:pt x="87" y="9"/>
                  <a:pt x="87" y="9"/>
                </a:cubicBezTo>
                <a:cubicBezTo>
                  <a:pt x="87" y="4"/>
                  <a:pt x="83" y="0"/>
                  <a:pt x="78" y="0"/>
                </a:cubicBezTo>
                <a:close/>
                <a:moveTo>
                  <a:pt x="75" y="81"/>
                </a:moveTo>
                <a:cubicBezTo>
                  <a:pt x="12" y="81"/>
                  <a:pt x="12" y="81"/>
                  <a:pt x="12" y="81"/>
                </a:cubicBezTo>
                <a:cubicBezTo>
                  <a:pt x="12" y="12"/>
                  <a:pt x="12" y="12"/>
                  <a:pt x="12" y="12"/>
                </a:cubicBezTo>
                <a:cubicBezTo>
                  <a:pt x="75" y="12"/>
                  <a:pt x="75" y="12"/>
                  <a:pt x="75" y="12"/>
                </a:cubicBezTo>
                <a:lnTo>
                  <a:pt x="75" y="81"/>
                </a:lnTo>
                <a:close/>
                <a:moveTo>
                  <a:pt x="23" y="41"/>
                </a:moveTo>
                <a:cubicBezTo>
                  <a:pt x="64" y="41"/>
                  <a:pt x="64" y="41"/>
                  <a:pt x="64" y="41"/>
                </a:cubicBezTo>
                <a:cubicBezTo>
                  <a:pt x="64" y="46"/>
                  <a:pt x="64" y="46"/>
                  <a:pt x="64" y="46"/>
                </a:cubicBezTo>
                <a:cubicBezTo>
                  <a:pt x="23" y="46"/>
                  <a:pt x="23" y="46"/>
                  <a:pt x="23" y="46"/>
                </a:cubicBezTo>
                <a:lnTo>
                  <a:pt x="23" y="41"/>
                </a:lnTo>
                <a:close/>
                <a:moveTo>
                  <a:pt x="23" y="52"/>
                </a:moveTo>
                <a:cubicBezTo>
                  <a:pt x="64" y="52"/>
                  <a:pt x="64" y="52"/>
                  <a:pt x="64" y="52"/>
                </a:cubicBezTo>
                <a:cubicBezTo>
                  <a:pt x="64" y="58"/>
                  <a:pt x="64" y="58"/>
                  <a:pt x="64" y="58"/>
                </a:cubicBezTo>
                <a:cubicBezTo>
                  <a:pt x="23" y="58"/>
                  <a:pt x="23" y="58"/>
                  <a:pt x="23" y="58"/>
                </a:cubicBezTo>
                <a:lnTo>
                  <a:pt x="23" y="52"/>
                </a:lnTo>
                <a:close/>
                <a:moveTo>
                  <a:pt x="23" y="64"/>
                </a:moveTo>
                <a:cubicBezTo>
                  <a:pt x="64" y="64"/>
                  <a:pt x="64" y="64"/>
                  <a:pt x="64" y="64"/>
                </a:cubicBezTo>
                <a:cubicBezTo>
                  <a:pt x="64" y="69"/>
                  <a:pt x="64" y="69"/>
                  <a:pt x="64" y="69"/>
                </a:cubicBezTo>
                <a:cubicBezTo>
                  <a:pt x="23" y="69"/>
                  <a:pt x="23" y="69"/>
                  <a:pt x="23" y="69"/>
                </a:cubicBezTo>
                <a:lnTo>
                  <a:pt x="23" y="64"/>
                </a:lnTo>
                <a:close/>
                <a:moveTo>
                  <a:pt x="23" y="29"/>
                </a:moveTo>
                <a:cubicBezTo>
                  <a:pt x="64" y="29"/>
                  <a:pt x="64" y="29"/>
                  <a:pt x="64" y="29"/>
                </a:cubicBezTo>
                <a:cubicBezTo>
                  <a:pt x="64" y="35"/>
                  <a:pt x="64" y="35"/>
                  <a:pt x="64" y="35"/>
                </a:cubicBezTo>
                <a:cubicBezTo>
                  <a:pt x="23" y="35"/>
                  <a:pt x="23" y="35"/>
                  <a:pt x="23" y="35"/>
                </a:cubicBezTo>
                <a:lnTo>
                  <a:pt x="23" y="29"/>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6" name="Freeform 39"/>
          <p:cNvSpPr>
            <a:spLocks noEditPoints="1"/>
          </p:cNvSpPr>
          <p:nvPr/>
        </p:nvSpPr>
        <p:spPr bwMode="auto">
          <a:xfrm>
            <a:off x="10337694" y="4065361"/>
            <a:ext cx="196438" cy="148061"/>
          </a:xfrm>
          <a:custGeom>
            <a:avLst/>
            <a:gdLst>
              <a:gd name="T0" fmla="*/ 0 w 134"/>
              <a:gd name="T1" fmla="*/ 0 h 101"/>
              <a:gd name="T2" fmla="*/ 0 w 134"/>
              <a:gd name="T3" fmla="*/ 101 h 101"/>
              <a:gd name="T4" fmla="*/ 134 w 134"/>
              <a:gd name="T5" fmla="*/ 101 h 101"/>
              <a:gd name="T6" fmla="*/ 134 w 134"/>
              <a:gd name="T7" fmla="*/ 0 h 101"/>
              <a:gd name="T8" fmla="*/ 0 w 134"/>
              <a:gd name="T9" fmla="*/ 0 h 101"/>
              <a:gd name="T10" fmla="*/ 25 w 134"/>
              <a:gd name="T11" fmla="*/ 93 h 101"/>
              <a:gd name="T12" fmla="*/ 8 w 134"/>
              <a:gd name="T13" fmla="*/ 93 h 101"/>
              <a:gd name="T14" fmla="*/ 8 w 134"/>
              <a:gd name="T15" fmla="*/ 77 h 101"/>
              <a:gd name="T16" fmla="*/ 25 w 134"/>
              <a:gd name="T17" fmla="*/ 77 h 101"/>
              <a:gd name="T18" fmla="*/ 25 w 134"/>
              <a:gd name="T19" fmla="*/ 93 h 101"/>
              <a:gd name="T20" fmla="*/ 25 w 134"/>
              <a:gd name="T21" fmla="*/ 59 h 101"/>
              <a:gd name="T22" fmla="*/ 8 w 134"/>
              <a:gd name="T23" fmla="*/ 59 h 101"/>
              <a:gd name="T24" fmla="*/ 8 w 134"/>
              <a:gd name="T25" fmla="*/ 43 h 101"/>
              <a:gd name="T26" fmla="*/ 25 w 134"/>
              <a:gd name="T27" fmla="*/ 43 h 101"/>
              <a:gd name="T28" fmla="*/ 25 w 134"/>
              <a:gd name="T29" fmla="*/ 59 h 101"/>
              <a:gd name="T30" fmla="*/ 25 w 134"/>
              <a:gd name="T31" fmla="*/ 26 h 101"/>
              <a:gd name="T32" fmla="*/ 8 w 134"/>
              <a:gd name="T33" fmla="*/ 26 h 101"/>
              <a:gd name="T34" fmla="*/ 8 w 134"/>
              <a:gd name="T35" fmla="*/ 8 h 101"/>
              <a:gd name="T36" fmla="*/ 25 w 134"/>
              <a:gd name="T37" fmla="*/ 8 h 101"/>
              <a:gd name="T38" fmla="*/ 25 w 134"/>
              <a:gd name="T39" fmla="*/ 26 h 101"/>
              <a:gd name="T40" fmla="*/ 102 w 134"/>
              <a:gd name="T41" fmla="*/ 93 h 101"/>
              <a:gd name="T42" fmla="*/ 35 w 134"/>
              <a:gd name="T43" fmla="*/ 93 h 101"/>
              <a:gd name="T44" fmla="*/ 35 w 134"/>
              <a:gd name="T45" fmla="*/ 8 h 101"/>
              <a:gd name="T46" fmla="*/ 102 w 134"/>
              <a:gd name="T47" fmla="*/ 8 h 101"/>
              <a:gd name="T48" fmla="*/ 102 w 134"/>
              <a:gd name="T49" fmla="*/ 93 h 101"/>
              <a:gd name="T50" fmla="*/ 126 w 134"/>
              <a:gd name="T51" fmla="*/ 93 h 101"/>
              <a:gd name="T52" fmla="*/ 110 w 134"/>
              <a:gd name="T53" fmla="*/ 93 h 101"/>
              <a:gd name="T54" fmla="*/ 110 w 134"/>
              <a:gd name="T55" fmla="*/ 77 h 101"/>
              <a:gd name="T56" fmla="*/ 126 w 134"/>
              <a:gd name="T57" fmla="*/ 77 h 101"/>
              <a:gd name="T58" fmla="*/ 126 w 134"/>
              <a:gd name="T59" fmla="*/ 93 h 101"/>
              <a:gd name="T60" fmla="*/ 126 w 134"/>
              <a:gd name="T61" fmla="*/ 59 h 101"/>
              <a:gd name="T62" fmla="*/ 110 w 134"/>
              <a:gd name="T63" fmla="*/ 59 h 101"/>
              <a:gd name="T64" fmla="*/ 110 w 134"/>
              <a:gd name="T65" fmla="*/ 43 h 101"/>
              <a:gd name="T66" fmla="*/ 126 w 134"/>
              <a:gd name="T67" fmla="*/ 43 h 101"/>
              <a:gd name="T68" fmla="*/ 126 w 134"/>
              <a:gd name="T69" fmla="*/ 59 h 101"/>
              <a:gd name="T70" fmla="*/ 126 w 134"/>
              <a:gd name="T71" fmla="*/ 26 h 101"/>
              <a:gd name="T72" fmla="*/ 110 w 134"/>
              <a:gd name="T73" fmla="*/ 26 h 101"/>
              <a:gd name="T74" fmla="*/ 110 w 134"/>
              <a:gd name="T75" fmla="*/ 8 h 101"/>
              <a:gd name="T76" fmla="*/ 126 w 134"/>
              <a:gd name="T77" fmla="*/ 8 h 101"/>
              <a:gd name="T78" fmla="*/ 126 w 134"/>
              <a:gd name="T79" fmla="*/ 26 h 101"/>
              <a:gd name="T80" fmla="*/ 51 w 134"/>
              <a:gd name="T81" fmla="*/ 26 h 101"/>
              <a:gd name="T82" fmla="*/ 51 w 134"/>
              <a:gd name="T83" fmla="*/ 77 h 101"/>
              <a:gd name="T84" fmla="*/ 84 w 134"/>
              <a:gd name="T85" fmla="*/ 51 h 101"/>
              <a:gd name="T86" fmla="*/ 51 w 134"/>
              <a:gd name="T87" fmla="*/ 2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4" h="101">
                <a:moveTo>
                  <a:pt x="0" y="0"/>
                </a:moveTo>
                <a:lnTo>
                  <a:pt x="0" y="101"/>
                </a:lnTo>
                <a:lnTo>
                  <a:pt x="134" y="101"/>
                </a:lnTo>
                <a:lnTo>
                  <a:pt x="134" y="0"/>
                </a:lnTo>
                <a:lnTo>
                  <a:pt x="0" y="0"/>
                </a:lnTo>
                <a:close/>
                <a:moveTo>
                  <a:pt x="25" y="93"/>
                </a:moveTo>
                <a:lnTo>
                  <a:pt x="8" y="93"/>
                </a:lnTo>
                <a:lnTo>
                  <a:pt x="8" y="77"/>
                </a:lnTo>
                <a:lnTo>
                  <a:pt x="25" y="77"/>
                </a:lnTo>
                <a:lnTo>
                  <a:pt x="25" y="93"/>
                </a:lnTo>
                <a:close/>
                <a:moveTo>
                  <a:pt x="25" y="59"/>
                </a:moveTo>
                <a:lnTo>
                  <a:pt x="8" y="59"/>
                </a:lnTo>
                <a:lnTo>
                  <a:pt x="8" y="43"/>
                </a:lnTo>
                <a:lnTo>
                  <a:pt x="25" y="43"/>
                </a:lnTo>
                <a:lnTo>
                  <a:pt x="25" y="59"/>
                </a:lnTo>
                <a:close/>
                <a:moveTo>
                  <a:pt x="25" y="26"/>
                </a:moveTo>
                <a:lnTo>
                  <a:pt x="8" y="26"/>
                </a:lnTo>
                <a:lnTo>
                  <a:pt x="8" y="8"/>
                </a:lnTo>
                <a:lnTo>
                  <a:pt x="25" y="8"/>
                </a:lnTo>
                <a:lnTo>
                  <a:pt x="25" y="26"/>
                </a:lnTo>
                <a:close/>
                <a:moveTo>
                  <a:pt x="102" y="93"/>
                </a:moveTo>
                <a:lnTo>
                  <a:pt x="35" y="93"/>
                </a:lnTo>
                <a:lnTo>
                  <a:pt x="35" y="8"/>
                </a:lnTo>
                <a:lnTo>
                  <a:pt x="102" y="8"/>
                </a:lnTo>
                <a:lnTo>
                  <a:pt x="102" y="93"/>
                </a:lnTo>
                <a:close/>
                <a:moveTo>
                  <a:pt x="126" y="93"/>
                </a:moveTo>
                <a:lnTo>
                  <a:pt x="110" y="93"/>
                </a:lnTo>
                <a:lnTo>
                  <a:pt x="110" y="77"/>
                </a:lnTo>
                <a:lnTo>
                  <a:pt x="126" y="77"/>
                </a:lnTo>
                <a:lnTo>
                  <a:pt x="126" y="93"/>
                </a:lnTo>
                <a:close/>
                <a:moveTo>
                  <a:pt x="126" y="59"/>
                </a:moveTo>
                <a:lnTo>
                  <a:pt x="110" y="59"/>
                </a:lnTo>
                <a:lnTo>
                  <a:pt x="110" y="43"/>
                </a:lnTo>
                <a:lnTo>
                  <a:pt x="126" y="43"/>
                </a:lnTo>
                <a:lnTo>
                  <a:pt x="126" y="59"/>
                </a:lnTo>
                <a:close/>
                <a:moveTo>
                  <a:pt x="126" y="26"/>
                </a:moveTo>
                <a:lnTo>
                  <a:pt x="110" y="26"/>
                </a:lnTo>
                <a:lnTo>
                  <a:pt x="110" y="8"/>
                </a:lnTo>
                <a:lnTo>
                  <a:pt x="126" y="8"/>
                </a:lnTo>
                <a:lnTo>
                  <a:pt x="126" y="26"/>
                </a:lnTo>
                <a:close/>
                <a:moveTo>
                  <a:pt x="51" y="26"/>
                </a:moveTo>
                <a:lnTo>
                  <a:pt x="51" y="77"/>
                </a:lnTo>
                <a:lnTo>
                  <a:pt x="84" y="51"/>
                </a:lnTo>
                <a:lnTo>
                  <a:pt x="51" y="26"/>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7" name="Freeform 40"/>
          <p:cNvSpPr>
            <a:spLocks noEditPoints="1"/>
          </p:cNvSpPr>
          <p:nvPr/>
        </p:nvSpPr>
        <p:spPr bwMode="auto">
          <a:xfrm>
            <a:off x="10563450" y="4022847"/>
            <a:ext cx="117276" cy="109946"/>
          </a:xfrm>
          <a:custGeom>
            <a:avLst/>
            <a:gdLst>
              <a:gd name="T0" fmla="*/ 80 w 80"/>
              <a:gd name="T1" fmla="*/ 29 h 75"/>
              <a:gd name="T2" fmla="*/ 52 w 80"/>
              <a:gd name="T3" fmla="*/ 24 h 75"/>
              <a:gd name="T4" fmla="*/ 41 w 80"/>
              <a:gd name="T5" fmla="*/ 0 h 75"/>
              <a:gd name="T6" fmla="*/ 28 w 80"/>
              <a:gd name="T7" fmla="*/ 24 h 75"/>
              <a:gd name="T8" fmla="*/ 0 w 80"/>
              <a:gd name="T9" fmla="*/ 29 h 75"/>
              <a:gd name="T10" fmla="*/ 19 w 80"/>
              <a:gd name="T11" fmla="*/ 49 h 75"/>
              <a:gd name="T12" fmla="*/ 15 w 80"/>
              <a:gd name="T13" fmla="*/ 75 h 75"/>
              <a:gd name="T14" fmla="*/ 41 w 80"/>
              <a:gd name="T15" fmla="*/ 62 h 75"/>
              <a:gd name="T16" fmla="*/ 65 w 80"/>
              <a:gd name="T17" fmla="*/ 75 h 75"/>
              <a:gd name="T18" fmla="*/ 60 w 80"/>
              <a:gd name="T19" fmla="*/ 49 h 75"/>
              <a:gd name="T20" fmla="*/ 80 w 80"/>
              <a:gd name="T21" fmla="*/ 29 h 75"/>
              <a:gd name="T22" fmla="*/ 41 w 80"/>
              <a:gd name="T23" fmla="*/ 57 h 75"/>
              <a:gd name="T24" fmla="*/ 23 w 80"/>
              <a:gd name="T25" fmla="*/ 65 h 75"/>
              <a:gd name="T26" fmla="*/ 26 w 80"/>
              <a:gd name="T27" fmla="*/ 45 h 75"/>
              <a:gd name="T28" fmla="*/ 11 w 80"/>
              <a:gd name="T29" fmla="*/ 32 h 75"/>
              <a:gd name="T30" fmla="*/ 31 w 80"/>
              <a:gd name="T31" fmla="*/ 29 h 75"/>
              <a:gd name="T32" fmla="*/ 41 w 80"/>
              <a:gd name="T33" fmla="*/ 11 h 75"/>
              <a:gd name="T34" fmla="*/ 49 w 80"/>
              <a:gd name="T35" fmla="*/ 29 h 75"/>
              <a:gd name="T36" fmla="*/ 68 w 80"/>
              <a:gd name="T37" fmla="*/ 32 h 75"/>
              <a:gd name="T38" fmla="*/ 54 w 80"/>
              <a:gd name="T39" fmla="*/ 45 h 75"/>
              <a:gd name="T40" fmla="*/ 57 w 80"/>
              <a:gd name="T41" fmla="*/ 65 h 75"/>
              <a:gd name="T42" fmla="*/ 41 w 80"/>
              <a:gd name="T43" fmla="*/ 5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75">
                <a:moveTo>
                  <a:pt x="80" y="29"/>
                </a:moveTo>
                <a:lnTo>
                  <a:pt x="52" y="24"/>
                </a:lnTo>
                <a:lnTo>
                  <a:pt x="41" y="0"/>
                </a:lnTo>
                <a:lnTo>
                  <a:pt x="28" y="24"/>
                </a:lnTo>
                <a:lnTo>
                  <a:pt x="0" y="29"/>
                </a:lnTo>
                <a:lnTo>
                  <a:pt x="19" y="49"/>
                </a:lnTo>
                <a:lnTo>
                  <a:pt x="15" y="75"/>
                </a:lnTo>
                <a:lnTo>
                  <a:pt x="41" y="62"/>
                </a:lnTo>
                <a:lnTo>
                  <a:pt x="65" y="75"/>
                </a:lnTo>
                <a:lnTo>
                  <a:pt x="60" y="49"/>
                </a:lnTo>
                <a:lnTo>
                  <a:pt x="80" y="29"/>
                </a:lnTo>
                <a:close/>
                <a:moveTo>
                  <a:pt x="41" y="57"/>
                </a:moveTo>
                <a:lnTo>
                  <a:pt x="23" y="65"/>
                </a:lnTo>
                <a:lnTo>
                  <a:pt x="26" y="45"/>
                </a:lnTo>
                <a:lnTo>
                  <a:pt x="11" y="32"/>
                </a:lnTo>
                <a:lnTo>
                  <a:pt x="31" y="29"/>
                </a:lnTo>
                <a:lnTo>
                  <a:pt x="41" y="11"/>
                </a:lnTo>
                <a:lnTo>
                  <a:pt x="49" y="29"/>
                </a:lnTo>
                <a:lnTo>
                  <a:pt x="68" y="32"/>
                </a:lnTo>
                <a:lnTo>
                  <a:pt x="54" y="45"/>
                </a:lnTo>
                <a:lnTo>
                  <a:pt x="57" y="65"/>
                </a:lnTo>
                <a:lnTo>
                  <a:pt x="41" y="5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8" name="Freeform 41"/>
          <p:cNvSpPr>
            <a:spLocks noEditPoints="1"/>
          </p:cNvSpPr>
          <p:nvPr/>
        </p:nvSpPr>
        <p:spPr bwMode="auto">
          <a:xfrm>
            <a:off x="10177905" y="2898463"/>
            <a:ext cx="143663" cy="155392"/>
          </a:xfrm>
          <a:custGeom>
            <a:avLst/>
            <a:gdLst>
              <a:gd name="T0" fmla="*/ 48 w 60"/>
              <a:gd name="T1" fmla="*/ 11 h 65"/>
              <a:gd name="T2" fmla="*/ 60 w 60"/>
              <a:gd name="T3" fmla="*/ 6 h 65"/>
              <a:gd name="T4" fmla="*/ 60 w 60"/>
              <a:gd name="T5" fmla="*/ 44 h 65"/>
              <a:gd name="T6" fmla="*/ 48 w 60"/>
              <a:gd name="T7" fmla="*/ 48 h 65"/>
              <a:gd name="T8" fmla="*/ 36 w 60"/>
              <a:gd name="T9" fmla="*/ 45 h 65"/>
              <a:gd name="T10" fmla="*/ 24 w 60"/>
              <a:gd name="T11" fmla="*/ 41 h 65"/>
              <a:gd name="T12" fmla="*/ 12 w 60"/>
              <a:gd name="T13" fmla="*/ 46 h 65"/>
              <a:gd name="T14" fmla="*/ 12 w 60"/>
              <a:gd name="T15" fmla="*/ 8 h 65"/>
              <a:gd name="T16" fmla="*/ 24 w 60"/>
              <a:gd name="T17" fmla="*/ 4 h 65"/>
              <a:gd name="T18" fmla="*/ 36 w 60"/>
              <a:gd name="T19" fmla="*/ 7 h 65"/>
              <a:gd name="T20" fmla="*/ 48 w 60"/>
              <a:gd name="T21" fmla="*/ 11 h 65"/>
              <a:gd name="T22" fmla="*/ 4 w 60"/>
              <a:gd name="T23" fmla="*/ 0 h 65"/>
              <a:gd name="T24" fmla="*/ 8 w 60"/>
              <a:gd name="T25" fmla="*/ 4 h 65"/>
              <a:gd name="T26" fmla="*/ 8 w 60"/>
              <a:gd name="T27" fmla="*/ 65 h 65"/>
              <a:gd name="T28" fmla="*/ 0 w 60"/>
              <a:gd name="T29" fmla="*/ 65 h 65"/>
              <a:gd name="T30" fmla="*/ 0 w 60"/>
              <a:gd name="T31" fmla="*/ 4 h 65"/>
              <a:gd name="T32" fmla="*/ 4 w 60"/>
              <a:gd name="T3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 h="65">
                <a:moveTo>
                  <a:pt x="48" y="11"/>
                </a:moveTo>
                <a:cubicBezTo>
                  <a:pt x="53" y="11"/>
                  <a:pt x="58" y="8"/>
                  <a:pt x="60" y="6"/>
                </a:cubicBezTo>
                <a:cubicBezTo>
                  <a:pt x="60" y="44"/>
                  <a:pt x="60" y="44"/>
                  <a:pt x="60" y="44"/>
                </a:cubicBezTo>
                <a:cubicBezTo>
                  <a:pt x="58" y="46"/>
                  <a:pt x="53" y="48"/>
                  <a:pt x="48" y="48"/>
                </a:cubicBezTo>
                <a:cubicBezTo>
                  <a:pt x="43" y="48"/>
                  <a:pt x="39" y="47"/>
                  <a:pt x="36" y="45"/>
                </a:cubicBezTo>
                <a:cubicBezTo>
                  <a:pt x="33" y="43"/>
                  <a:pt x="29" y="41"/>
                  <a:pt x="24" y="41"/>
                </a:cubicBezTo>
                <a:cubicBezTo>
                  <a:pt x="19" y="41"/>
                  <a:pt x="15" y="44"/>
                  <a:pt x="12" y="46"/>
                </a:cubicBezTo>
                <a:cubicBezTo>
                  <a:pt x="12" y="8"/>
                  <a:pt x="12" y="8"/>
                  <a:pt x="12" y="8"/>
                </a:cubicBezTo>
                <a:cubicBezTo>
                  <a:pt x="15" y="6"/>
                  <a:pt x="19" y="4"/>
                  <a:pt x="24" y="4"/>
                </a:cubicBezTo>
                <a:cubicBezTo>
                  <a:pt x="29" y="4"/>
                  <a:pt x="33" y="5"/>
                  <a:pt x="36" y="7"/>
                </a:cubicBezTo>
                <a:cubicBezTo>
                  <a:pt x="39" y="9"/>
                  <a:pt x="43" y="11"/>
                  <a:pt x="48" y="11"/>
                </a:cubicBezTo>
                <a:close/>
                <a:moveTo>
                  <a:pt x="4" y="0"/>
                </a:moveTo>
                <a:cubicBezTo>
                  <a:pt x="6" y="0"/>
                  <a:pt x="8" y="1"/>
                  <a:pt x="8" y="4"/>
                </a:cubicBezTo>
                <a:cubicBezTo>
                  <a:pt x="8" y="65"/>
                  <a:pt x="8" y="65"/>
                  <a:pt x="8" y="65"/>
                </a:cubicBezTo>
                <a:cubicBezTo>
                  <a:pt x="0" y="65"/>
                  <a:pt x="0" y="65"/>
                  <a:pt x="0" y="65"/>
                </a:cubicBezTo>
                <a:cubicBezTo>
                  <a:pt x="0" y="4"/>
                  <a:pt x="0" y="4"/>
                  <a:pt x="0" y="4"/>
                </a:cubicBezTo>
                <a:cubicBezTo>
                  <a:pt x="0" y="1"/>
                  <a:pt x="1" y="0"/>
                  <a:pt x="4" y="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9" name="Freeform 42"/>
          <p:cNvSpPr>
            <a:spLocks noEditPoints="1"/>
          </p:cNvSpPr>
          <p:nvPr/>
        </p:nvSpPr>
        <p:spPr bwMode="auto">
          <a:xfrm>
            <a:off x="9996127" y="2822233"/>
            <a:ext cx="152459" cy="155392"/>
          </a:xfrm>
          <a:custGeom>
            <a:avLst/>
            <a:gdLst>
              <a:gd name="T0" fmla="*/ 54 w 64"/>
              <a:gd name="T1" fmla="*/ 0 h 65"/>
              <a:gd name="T2" fmla="*/ 44 w 64"/>
              <a:gd name="T3" fmla="*/ 11 h 65"/>
              <a:gd name="T4" fmla="*/ 44 w 64"/>
              <a:gd name="T5" fmla="*/ 41 h 65"/>
              <a:gd name="T6" fmla="*/ 52 w 64"/>
              <a:gd name="T7" fmla="*/ 41 h 65"/>
              <a:gd name="T8" fmla="*/ 52 w 64"/>
              <a:gd name="T9" fmla="*/ 65 h 65"/>
              <a:gd name="T10" fmla="*/ 64 w 64"/>
              <a:gd name="T11" fmla="*/ 65 h 65"/>
              <a:gd name="T12" fmla="*/ 64 w 64"/>
              <a:gd name="T13" fmla="*/ 11 h 65"/>
              <a:gd name="T14" fmla="*/ 54 w 64"/>
              <a:gd name="T15" fmla="*/ 0 h 65"/>
              <a:gd name="T16" fmla="*/ 26 w 64"/>
              <a:gd name="T17" fmla="*/ 0 h 65"/>
              <a:gd name="T18" fmla="*/ 24 w 64"/>
              <a:gd name="T19" fmla="*/ 2 h 65"/>
              <a:gd name="T20" fmla="*/ 24 w 64"/>
              <a:gd name="T21" fmla="*/ 17 h 65"/>
              <a:gd name="T22" fmla="*/ 22 w 64"/>
              <a:gd name="T23" fmla="*/ 18 h 65"/>
              <a:gd name="T24" fmla="*/ 20 w 64"/>
              <a:gd name="T25" fmla="*/ 17 h 65"/>
              <a:gd name="T26" fmla="*/ 20 w 64"/>
              <a:gd name="T27" fmla="*/ 2 h 65"/>
              <a:gd name="T28" fmla="*/ 18 w 64"/>
              <a:gd name="T29" fmla="*/ 0 h 65"/>
              <a:gd name="T30" fmla="*/ 16 w 64"/>
              <a:gd name="T31" fmla="*/ 2 h 65"/>
              <a:gd name="T32" fmla="*/ 16 w 64"/>
              <a:gd name="T33" fmla="*/ 17 h 65"/>
              <a:gd name="T34" fmla="*/ 14 w 64"/>
              <a:gd name="T35" fmla="*/ 18 h 65"/>
              <a:gd name="T36" fmla="*/ 12 w 64"/>
              <a:gd name="T37" fmla="*/ 17 h 65"/>
              <a:gd name="T38" fmla="*/ 12 w 64"/>
              <a:gd name="T39" fmla="*/ 2 h 65"/>
              <a:gd name="T40" fmla="*/ 10 w 64"/>
              <a:gd name="T41" fmla="*/ 0 h 65"/>
              <a:gd name="T42" fmla="*/ 8 w 64"/>
              <a:gd name="T43" fmla="*/ 2 h 65"/>
              <a:gd name="T44" fmla="*/ 8 w 64"/>
              <a:gd name="T45" fmla="*/ 17 h 65"/>
              <a:gd name="T46" fmla="*/ 6 w 64"/>
              <a:gd name="T47" fmla="*/ 18 h 65"/>
              <a:gd name="T48" fmla="*/ 4 w 64"/>
              <a:gd name="T49" fmla="*/ 17 h 65"/>
              <a:gd name="T50" fmla="*/ 4 w 64"/>
              <a:gd name="T51" fmla="*/ 2 h 65"/>
              <a:gd name="T52" fmla="*/ 2 w 64"/>
              <a:gd name="T53" fmla="*/ 0 h 65"/>
              <a:gd name="T54" fmla="*/ 0 w 64"/>
              <a:gd name="T55" fmla="*/ 2 h 65"/>
              <a:gd name="T56" fmla="*/ 0 w 64"/>
              <a:gd name="T57" fmla="*/ 17 h 65"/>
              <a:gd name="T58" fmla="*/ 0 w 64"/>
              <a:gd name="T59" fmla="*/ 21 h 65"/>
              <a:gd name="T60" fmla="*/ 3 w 64"/>
              <a:gd name="T61" fmla="*/ 25 h 65"/>
              <a:gd name="T62" fmla="*/ 8 w 64"/>
              <a:gd name="T63" fmla="*/ 33 h 65"/>
              <a:gd name="T64" fmla="*/ 8 w 64"/>
              <a:gd name="T65" fmla="*/ 65 h 65"/>
              <a:gd name="T66" fmla="*/ 20 w 64"/>
              <a:gd name="T67" fmla="*/ 65 h 65"/>
              <a:gd name="T68" fmla="*/ 20 w 64"/>
              <a:gd name="T69" fmla="*/ 33 h 65"/>
              <a:gd name="T70" fmla="*/ 25 w 64"/>
              <a:gd name="T71" fmla="*/ 25 h 65"/>
              <a:gd name="T72" fmla="*/ 28 w 64"/>
              <a:gd name="T73" fmla="*/ 21 h 65"/>
              <a:gd name="T74" fmla="*/ 28 w 64"/>
              <a:gd name="T75" fmla="*/ 17 h 65"/>
              <a:gd name="T76" fmla="*/ 28 w 64"/>
              <a:gd name="T77" fmla="*/ 2 h 65"/>
              <a:gd name="T78" fmla="*/ 26 w 64"/>
              <a:gd name="T7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4" h="65">
                <a:moveTo>
                  <a:pt x="54" y="0"/>
                </a:moveTo>
                <a:cubicBezTo>
                  <a:pt x="49" y="0"/>
                  <a:pt x="44" y="5"/>
                  <a:pt x="44" y="11"/>
                </a:cubicBezTo>
                <a:cubicBezTo>
                  <a:pt x="44" y="41"/>
                  <a:pt x="44" y="41"/>
                  <a:pt x="44" y="41"/>
                </a:cubicBezTo>
                <a:cubicBezTo>
                  <a:pt x="52" y="41"/>
                  <a:pt x="52" y="41"/>
                  <a:pt x="52" y="41"/>
                </a:cubicBezTo>
                <a:cubicBezTo>
                  <a:pt x="52" y="65"/>
                  <a:pt x="52" y="65"/>
                  <a:pt x="52" y="65"/>
                </a:cubicBezTo>
                <a:cubicBezTo>
                  <a:pt x="64" y="65"/>
                  <a:pt x="64" y="65"/>
                  <a:pt x="64" y="65"/>
                </a:cubicBezTo>
                <a:cubicBezTo>
                  <a:pt x="64" y="11"/>
                  <a:pt x="64" y="11"/>
                  <a:pt x="64" y="11"/>
                </a:cubicBezTo>
                <a:cubicBezTo>
                  <a:pt x="64" y="5"/>
                  <a:pt x="60" y="0"/>
                  <a:pt x="54" y="0"/>
                </a:cubicBezTo>
                <a:close/>
                <a:moveTo>
                  <a:pt x="26" y="0"/>
                </a:moveTo>
                <a:cubicBezTo>
                  <a:pt x="25" y="0"/>
                  <a:pt x="24" y="1"/>
                  <a:pt x="24" y="2"/>
                </a:cubicBezTo>
                <a:cubicBezTo>
                  <a:pt x="24" y="17"/>
                  <a:pt x="24" y="17"/>
                  <a:pt x="24" y="17"/>
                </a:cubicBezTo>
                <a:cubicBezTo>
                  <a:pt x="24" y="17"/>
                  <a:pt x="23" y="18"/>
                  <a:pt x="22" y="18"/>
                </a:cubicBezTo>
                <a:cubicBezTo>
                  <a:pt x="21" y="18"/>
                  <a:pt x="20" y="17"/>
                  <a:pt x="20" y="17"/>
                </a:cubicBezTo>
                <a:cubicBezTo>
                  <a:pt x="20" y="2"/>
                  <a:pt x="20" y="2"/>
                  <a:pt x="20" y="2"/>
                </a:cubicBezTo>
                <a:cubicBezTo>
                  <a:pt x="20" y="1"/>
                  <a:pt x="19" y="0"/>
                  <a:pt x="18" y="0"/>
                </a:cubicBezTo>
                <a:cubicBezTo>
                  <a:pt x="17" y="0"/>
                  <a:pt x="16" y="1"/>
                  <a:pt x="16" y="2"/>
                </a:cubicBezTo>
                <a:cubicBezTo>
                  <a:pt x="16" y="17"/>
                  <a:pt x="16" y="17"/>
                  <a:pt x="16" y="17"/>
                </a:cubicBezTo>
                <a:cubicBezTo>
                  <a:pt x="16" y="17"/>
                  <a:pt x="15" y="18"/>
                  <a:pt x="14" y="18"/>
                </a:cubicBezTo>
                <a:cubicBezTo>
                  <a:pt x="13" y="18"/>
                  <a:pt x="12" y="17"/>
                  <a:pt x="12" y="17"/>
                </a:cubicBezTo>
                <a:cubicBezTo>
                  <a:pt x="12" y="2"/>
                  <a:pt x="12" y="2"/>
                  <a:pt x="12" y="2"/>
                </a:cubicBezTo>
                <a:cubicBezTo>
                  <a:pt x="12" y="1"/>
                  <a:pt x="11" y="0"/>
                  <a:pt x="10" y="0"/>
                </a:cubicBezTo>
                <a:cubicBezTo>
                  <a:pt x="9" y="0"/>
                  <a:pt x="8" y="1"/>
                  <a:pt x="8" y="2"/>
                </a:cubicBezTo>
                <a:cubicBezTo>
                  <a:pt x="8" y="17"/>
                  <a:pt x="8" y="17"/>
                  <a:pt x="8" y="17"/>
                </a:cubicBezTo>
                <a:cubicBezTo>
                  <a:pt x="8" y="17"/>
                  <a:pt x="7" y="18"/>
                  <a:pt x="6" y="18"/>
                </a:cubicBezTo>
                <a:cubicBezTo>
                  <a:pt x="5" y="18"/>
                  <a:pt x="4" y="17"/>
                  <a:pt x="4" y="17"/>
                </a:cubicBezTo>
                <a:cubicBezTo>
                  <a:pt x="4" y="2"/>
                  <a:pt x="4" y="2"/>
                  <a:pt x="4" y="2"/>
                </a:cubicBezTo>
                <a:cubicBezTo>
                  <a:pt x="4" y="1"/>
                  <a:pt x="3" y="0"/>
                  <a:pt x="2" y="0"/>
                </a:cubicBezTo>
                <a:cubicBezTo>
                  <a:pt x="0" y="0"/>
                  <a:pt x="0" y="1"/>
                  <a:pt x="0" y="2"/>
                </a:cubicBezTo>
                <a:cubicBezTo>
                  <a:pt x="0" y="17"/>
                  <a:pt x="0" y="17"/>
                  <a:pt x="0" y="17"/>
                </a:cubicBezTo>
                <a:cubicBezTo>
                  <a:pt x="0" y="21"/>
                  <a:pt x="0" y="21"/>
                  <a:pt x="0" y="21"/>
                </a:cubicBezTo>
                <a:cubicBezTo>
                  <a:pt x="0" y="22"/>
                  <a:pt x="1" y="23"/>
                  <a:pt x="3" y="25"/>
                </a:cubicBezTo>
                <a:cubicBezTo>
                  <a:pt x="5" y="26"/>
                  <a:pt x="8" y="28"/>
                  <a:pt x="8" y="33"/>
                </a:cubicBezTo>
                <a:cubicBezTo>
                  <a:pt x="8" y="65"/>
                  <a:pt x="8" y="65"/>
                  <a:pt x="8" y="65"/>
                </a:cubicBezTo>
                <a:cubicBezTo>
                  <a:pt x="20" y="65"/>
                  <a:pt x="20" y="65"/>
                  <a:pt x="20" y="65"/>
                </a:cubicBezTo>
                <a:cubicBezTo>
                  <a:pt x="20" y="33"/>
                  <a:pt x="20" y="33"/>
                  <a:pt x="20" y="33"/>
                </a:cubicBezTo>
                <a:cubicBezTo>
                  <a:pt x="20" y="28"/>
                  <a:pt x="22" y="26"/>
                  <a:pt x="25" y="25"/>
                </a:cubicBezTo>
                <a:cubicBezTo>
                  <a:pt x="26" y="23"/>
                  <a:pt x="28" y="22"/>
                  <a:pt x="28" y="21"/>
                </a:cubicBezTo>
                <a:cubicBezTo>
                  <a:pt x="28" y="17"/>
                  <a:pt x="28" y="17"/>
                  <a:pt x="28" y="17"/>
                </a:cubicBezTo>
                <a:cubicBezTo>
                  <a:pt x="28" y="2"/>
                  <a:pt x="28" y="2"/>
                  <a:pt x="28" y="2"/>
                </a:cubicBezTo>
                <a:cubicBezTo>
                  <a:pt x="28" y="1"/>
                  <a:pt x="27" y="0"/>
                  <a:pt x="26" y="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0" name="Freeform 43"/>
          <p:cNvSpPr>
            <a:spLocks noEditPoints="1"/>
          </p:cNvSpPr>
          <p:nvPr/>
        </p:nvSpPr>
        <p:spPr bwMode="auto">
          <a:xfrm>
            <a:off x="10296648" y="4247139"/>
            <a:ext cx="177380" cy="199370"/>
          </a:xfrm>
          <a:custGeom>
            <a:avLst/>
            <a:gdLst>
              <a:gd name="T0" fmla="*/ 58 w 74"/>
              <a:gd name="T1" fmla="*/ 25 h 83"/>
              <a:gd name="T2" fmla="*/ 63 w 74"/>
              <a:gd name="T3" fmla="*/ 22 h 83"/>
              <a:gd name="T4" fmla="*/ 68 w 74"/>
              <a:gd name="T5" fmla="*/ 12 h 83"/>
              <a:gd name="T6" fmla="*/ 65 w 74"/>
              <a:gd name="T7" fmla="*/ 3 h 83"/>
              <a:gd name="T8" fmla="*/ 58 w 74"/>
              <a:gd name="T9" fmla="*/ 0 h 83"/>
              <a:gd name="T10" fmla="*/ 46 w 74"/>
              <a:gd name="T11" fmla="*/ 6 h 83"/>
              <a:gd name="T12" fmla="*/ 36 w 74"/>
              <a:gd name="T13" fmla="*/ 24 h 83"/>
              <a:gd name="T14" fmla="*/ 27 w 74"/>
              <a:gd name="T15" fmla="*/ 6 h 83"/>
              <a:gd name="T16" fmla="*/ 18 w 74"/>
              <a:gd name="T17" fmla="*/ 2 h 83"/>
              <a:gd name="T18" fmla="*/ 11 w 74"/>
              <a:gd name="T19" fmla="*/ 5 h 83"/>
              <a:gd name="T20" fmla="*/ 12 w 74"/>
              <a:gd name="T21" fmla="*/ 21 h 83"/>
              <a:gd name="T22" fmla="*/ 18 w 74"/>
              <a:gd name="T23" fmla="*/ 25 h 83"/>
              <a:gd name="T24" fmla="*/ 0 w 74"/>
              <a:gd name="T25" fmla="*/ 25 h 83"/>
              <a:gd name="T26" fmla="*/ 0 w 74"/>
              <a:gd name="T27" fmla="*/ 47 h 83"/>
              <a:gd name="T28" fmla="*/ 6 w 74"/>
              <a:gd name="T29" fmla="*/ 47 h 83"/>
              <a:gd name="T30" fmla="*/ 6 w 74"/>
              <a:gd name="T31" fmla="*/ 83 h 83"/>
              <a:gd name="T32" fmla="*/ 69 w 74"/>
              <a:gd name="T33" fmla="*/ 83 h 83"/>
              <a:gd name="T34" fmla="*/ 69 w 74"/>
              <a:gd name="T35" fmla="*/ 47 h 83"/>
              <a:gd name="T36" fmla="*/ 74 w 74"/>
              <a:gd name="T37" fmla="*/ 47 h 83"/>
              <a:gd name="T38" fmla="*/ 74 w 74"/>
              <a:gd name="T39" fmla="*/ 25 h 83"/>
              <a:gd name="T40" fmla="*/ 58 w 74"/>
              <a:gd name="T41" fmla="*/ 25 h 83"/>
              <a:gd name="T42" fmla="*/ 50 w 74"/>
              <a:gd name="T43" fmla="*/ 10 h 83"/>
              <a:gd name="T44" fmla="*/ 58 w 74"/>
              <a:gd name="T45" fmla="*/ 6 h 83"/>
              <a:gd name="T46" fmla="*/ 61 w 74"/>
              <a:gd name="T47" fmla="*/ 7 h 83"/>
              <a:gd name="T48" fmla="*/ 59 w 74"/>
              <a:gd name="T49" fmla="*/ 18 h 83"/>
              <a:gd name="T50" fmla="*/ 46 w 74"/>
              <a:gd name="T51" fmla="*/ 25 h 83"/>
              <a:gd name="T52" fmla="*/ 42 w 74"/>
              <a:gd name="T53" fmla="*/ 25 h 83"/>
              <a:gd name="T54" fmla="*/ 50 w 74"/>
              <a:gd name="T55" fmla="*/ 10 h 83"/>
              <a:gd name="T56" fmla="*/ 14 w 74"/>
              <a:gd name="T57" fmla="*/ 12 h 83"/>
              <a:gd name="T58" fmla="*/ 15 w 74"/>
              <a:gd name="T59" fmla="*/ 9 h 83"/>
              <a:gd name="T60" fmla="*/ 18 w 74"/>
              <a:gd name="T61" fmla="*/ 8 h 83"/>
              <a:gd name="T62" fmla="*/ 18 w 74"/>
              <a:gd name="T63" fmla="*/ 8 h 83"/>
              <a:gd name="T64" fmla="*/ 23 w 74"/>
              <a:gd name="T65" fmla="*/ 10 h 83"/>
              <a:gd name="T66" fmla="*/ 30 w 74"/>
              <a:gd name="T67" fmla="*/ 23 h 83"/>
              <a:gd name="T68" fmla="*/ 30 w 74"/>
              <a:gd name="T69" fmla="*/ 24 h 83"/>
              <a:gd name="T70" fmla="*/ 29 w 74"/>
              <a:gd name="T71" fmla="*/ 24 h 83"/>
              <a:gd name="T72" fmla="*/ 17 w 74"/>
              <a:gd name="T73" fmla="*/ 17 h 83"/>
              <a:gd name="T74" fmla="*/ 14 w 74"/>
              <a:gd name="T75" fmla="*/ 12 h 83"/>
              <a:gd name="T76" fmla="*/ 32 w 74"/>
              <a:gd name="T77" fmla="*/ 78 h 83"/>
              <a:gd name="T78" fmla="*/ 11 w 74"/>
              <a:gd name="T79" fmla="*/ 78 h 83"/>
              <a:gd name="T80" fmla="*/ 11 w 74"/>
              <a:gd name="T81" fmla="*/ 44 h 83"/>
              <a:gd name="T82" fmla="*/ 32 w 74"/>
              <a:gd name="T83" fmla="*/ 44 h 83"/>
              <a:gd name="T84" fmla="*/ 32 w 74"/>
              <a:gd name="T85" fmla="*/ 78 h 83"/>
              <a:gd name="T86" fmla="*/ 32 w 74"/>
              <a:gd name="T87" fmla="*/ 41 h 83"/>
              <a:gd name="T88" fmla="*/ 6 w 74"/>
              <a:gd name="T89" fmla="*/ 41 h 83"/>
              <a:gd name="T90" fmla="*/ 6 w 74"/>
              <a:gd name="T91" fmla="*/ 31 h 83"/>
              <a:gd name="T92" fmla="*/ 32 w 74"/>
              <a:gd name="T93" fmla="*/ 31 h 83"/>
              <a:gd name="T94" fmla="*/ 32 w 74"/>
              <a:gd name="T95" fmla="*/ 41 h 83"/>
              <a:gd name="T96" fmla="*/ 63 w 74"/>
              <a:gd name="T97" fmla="*/ 78 h 83"/>
              <a:gd name="T98" fmla="*/ 42 w 74"/>
              <a:gd name="T99" fmla="*/ 78 h 83"/>
              <a:gd name="T100" fmla="*/ 42 w 74"/>
              <a:gd name="T101" fmla="*/ 44 h 83"/>
              <a:gd name="T102" fmla="*/ 63 w 74"/>
              <a:gd name="T103" fmla="*/ 44 h 83"/>
              <a:gd name="T104" fmla="*/ 63 w 74"/>
              <a:gd name="T105" fmla="*/ 78 h 83"/>
              <a:gd name="T106" fmla="*/ 69 w 74"/>
              <a:gd name="T107" fmla="*/ 41 h 83"/>
              <a:gd name="T108" fmla="*/ 42 w 74"/>
              <a:gd name="T109" fmla="*/ 41 h 83"/>
              <a:gd name="T110" fmla="*/ 42 w 74"/>
              <a:gd name="T111" fmla="*/ 31 h 83"/>
              <a:gd name="T112" fmla="*/ 69 w 74"/>
              <a:gd name="T113" fmla="*/ 31 h 83"/>
              <a:gd name="T114" fmla="*/ 69 w 74"/>
              <a:gd name="T115"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4" h="83">
                <a:moveTo>
                  <a:pt x="58" y="25"/>
                </a:moveTo>
                <a:cubicBezTo>
                  <a:pt x="60" y="24"/>
                  <a:pt x="61" y="23"/>
                  <a:pt x="63" y="22"/>
                </a:cubicBezTo>
                <a:cubicBezTo>
                  <a:pt x="65" y="19"/>
                  <a:pt x="67" y="16"/>
                  <a:pt x="68" y="12"/>
                </a:cubicBezTo>
                <a:cubicBezTo>
                  <a:pt x="69" y="9"/>
                  <a:pt x="68" y="5"/>
                  <a:pt x="65" y="3"/>
                </a:cubicBezTo>
                <a:cubicBezTo>
                  <a:pt x="63" y="1"/>
                  <a:pt x="61" y="0"/>
                  <a:pt x="58" y="0"/>
                </a:cubicBezTo>
                <a:cubicBezTo>
                  <a:pt x="54" y="0"/>
                  <a:pt x="50" y="2"/>
                  <a:pt x="46" y="6"/>
                </a:cubicBezTo>
                <a:cubicBezTo>
                  <a:pt x="41" y="11"/>
                  <a:pt x="38" y="19"/>
                  <a:pt x="36" y="24"/>
                </a:cubicBezTo>
                <a:cubicBezTo>
                  <a:pt x="35" y="19"/>
                  <a:pt x="32" y="11"/>
                  <a:pt x="27" y="6"/>
                </a:cubicBezTo>
                <a:cubicBezTo>
                  <a:pt x="25" y="4"/>
                  <a:pt x="21" y="2"/>
                  <a:pt x="18" y="2"/>
                </a:cubicBezTo>
                <a:cubicBezTo>
                  <a:pt x="15" y="2"/>
                  <a:pt x="13" y="3"/>
                  <a:pt x="11" y="5"/>
                </a:cubicBezTo>
                <a:cubicBezTo>
                  <a:pt x="7" y="9"/>
                  <a:pt x="8" y="16"/>
                  <a:pt x="12" y="21"/>
                </a:cubicBezTo>
                <a:cubicBezTo>
                  <a:pt x="14" y="23"/>
                  <a:pt x="16" y="24"/>
                  <a:pt x="18" y="25"/>
                </a:cubicBezTo>
                <a:cubicBezTo>
                  <a:pt x="0" y="25"/>
                  <a:pt x="0" y="25"/>
                  <a:pt x="0" y="25"/>
                </a:cubicBezTo>
                <a:cubicBezTo>
                  <a:pt x="0" y="47"/>
                  <a:pt x="0" y="47"/>
                  <a:pt x="0" y="47"/>
                </a:cubicBezTo>
                <a:cubicBezTo>
                  <a:pt x="6" y="47"/>
                  <a:pt x="6" y="47"/>
                  <a:pt x="6" y="47"/>
                </a:cubicBezTo>
                <a:cubicBezTo>
                  <a:pt x="6" y="83"/>
                  <a:pt x="6" y="83"/>
                  <a:pt x="6" y="83"/>
                </a:cubicBezTo>
                <a:cubicBezTo>
                  <a:pt x="69" y="83"/>
                  <a:pt x="69" y="83"/>
                  <a:pt x="69" y="83"/>
                </a:cubicBezTo>
                <a:cubicBezTo>
                  <a:pt x="69" y="47"/>
                  <a:pt x="69" y="47"/>
                  <a:pt x="69" y="47"/>
                </a:cubicBezTo>
                <a:cubicBezTo>
                  <a:pt x="74" y="47"/>
                  <a:pt x="74" y="47"/>
                  <a:pt x="74" y="47"/>
                </a:cubicBezTo>
                <a:cubicBezTo>
                  <a:pt x="74" y="25"/>
                  <a:pt x="74" y="25"/>
                  <a:pt x="74" y="25"/>
                </a:cubicBezTo>
                <a:lnTo>
                  <a:pt x="58" y="25"/>
                </a:lnTo>
                <a:close/>
                <a:moveTo>
                  <a:pt x="50" y="10"/>
                </a:moveTo>
                <a:cubicBezTo>
                  <a:pt x="53" y="7"/>
                  <a:pt x="56" y="6"/>
                  <a:pt x="58" y="6"/>
                </a:cubicBezTo>
                <a:cubicBezTo>
                  <a:pt x="59" y="6"/>
                  <a:pt x="60" y="6"/>
                  <a:pt x="61" y="7"/>
                </a:cubicBezTo>
                <a:cubicBezTo>
                  <a:pt x="63" y="9"/>
                  <a:pt x="62" y="14"/>
                  <a:pt x="59" y="18"/>
                </a:cubicBezTo>
                <a:cubicBezTo>
                  <a:pt x="55" y="21"/>
                  <a:pt x="50" y="24"/>
                  <a:pt x="46" y="25"/>
                </a:cubicBezTo>
                <a:cubicBezTo>
                  <a:pt x="42" y="25"/>
                  <a:pt x="42" y="25"/>
                  <a:pt x="42" y="25"/>
                </a:cubicBezTo>
                <a:cubicBezTo>
                  <a:pt x="43" y="21"/>
                  <a:pt x="46" y="14"/>
                  <a:pt x="50" y="10"/>
                </a:cubicBezTo>
                <a:close/>
                <a:moveTo>
                  <a:pt x="14" y="12"/>
                </a:moveTo>
                <a:cubicBezTo>
                  <a:pt x="14" y="12"/>
                  <a:pt x="14" y="10"/>
                  <a:pt x="15" y="9"/>
                </a:cubicBezTo>
                <a:cubicBezTo>
                  <a:pt x="16" y="8"/>
                  <a:pt x="17" y="8"/>
                  <a:pt x="18" y="8"/>
                </a:cubicBezTo>
                <a:cubicBezTo>
                  <a:pt x="18" y="8"/>
                  <a:pt x="18" y="8"/>
                  <a:pt x="18" y="8"/>
                </a:cubicBezTo>
                <a:cubicBezTo>
                  <a:pt x="20" y="8"/>
                  <a:pt x="22" y="9"/>
                  <a:pt x="23" y="10"/>
                </a:cubicBezTo>
                <a:cubicBezTo>
                  <a:pt x="26" y="13"/>
                  <a:pt x="28" y="18"/>
                  <a:pt x="30" y="23"/>
                </a:cubicBezTo>
                <a:cubicBezTo>
                  <a:pt x="30" y="23"/>
                  <a:pt x="30" y="24"/>
                  <a:pt x="30" y="24"/>
                </a:cubicBezTo>
                <a:cubicBezTo>
                  <a:pt x="30" y="24"/>
                  <a:pt x="29" y="24"/>
                  <a:pt x="29" y="24"/>
                </a:cubicBezTo>
                <a:cubicBezTo>
                  <a:pt x="24" y="22"/>
                  <a:pt x="19" y="20"/>
                  <a:pt x="17" y="17"/>
                </a:cubicBezTo>
                <a:cubicBezTo>
                  <a:pt x="15" y="16"/>
                  <a:pt x="14" y="14"/>
                  <a:pt x="14" y="12"/>
                </a:cubicBezTo>
                <a:close/>
                <a:moveTo>
                  <a:pt x="32" y="78"/>
                </a:moveTo>
                <a:cubicBezTo>
                  <a:pt x="11" y="78"/>
                  <a:pt x="11" y="78"/>
                  <a:pt x="11" y="78"/>
                </a:cubicBezTo>
                <a:cubicBezTo>
                  <a:pt x="11" y="44"/>
                  <a:pt x="11" y="44"/>
                  <a:pt x="11" y="44"/>
                </a:cubicBezTo>
                <a:cubicBezTo>
                  <a:pt x="32" y="44"/>
                  <a:pt x="32" y="44"/>
                  <a:pt x="32" y="44"/>
                </a:cubicBezTo>
                <a:lnTo>
                  <a:pt x="32" y="78"/>
                </a:lnTo>
                <a:close/>
                <a:moveTo>
                  <a:pt x="32" y="41"/>
                </a:moveTo>
                <a:cubicBezTo>
                  <a:pt x="6" y="41"/>
                  <a:pt x="6" y="41"/>
                  <a:pt x="6" y="41"/>
                </a:cubicBezTo>
                <a:cubicBezTo>
                  <a:pt x="6" y="31"/>
                  <a:pt x="6" y="31"/>
                  <a:pt x="6" y="31"/>
                </a:cubicBezTo>
                <a:cubicBezTo>
                  <a:pt x="32" y="31"/>
                  <a:pt x="32" y="31"/>
                  <a:pt x="32" y="31"/>
                </a:cubicBezTo>
                <a:lnTo>
                  <a:pt x="32" y="41"/>
                </a:lnTo>
                <a:close/>
                <a:moveTo>
                  <a:pt x="63" y="78"/>
                </a:moveTo>
                <a:cubicBezTo>
                  <a:pt x="42" y="78"/>
                  <a:pt x="42" y="78"/>
                  <a:pt x="42" y="78"/>
                </a:cubicBezTo>
                <a:cubicBezTo>
                  <a:pt x="42" y="44"/>
                  <a:pt x="42" y="44"/>
                  <a:pt x="42" y="44"/>
                </a:cubicBezTo>
                <a:cubicBezTo>
                  <a:pt x="63" y="44"/>
                  <a:pt x="63" y="44"/>
                  <a:pt x="63" y="44"/>
                </a:cubicBezTo>
                <a:lnTo>
                  <a:pt x="63" y="78"/>
                </a:lnTo>
                <a:close/>
                <a:moveTo>
                  <a:pt x="69" y="41"/>
                </a:moveTo>
                <a:cubicBezTo>
                  <a:pt x="42" y="41"/>
                  <a:pt x="42" y="41"/>
                  <a:pt x="42" y="41"/>
                </a:cubicBezTo>
                <a:cubicBezTo>
                  <a:pt x="42" y="31"/>
                  <a:pt x="42" y="31"/>
                  <a:pt x="42" y="31"/>
                </a:cubicBezTo>
                <a:cubicBezTo>
                  <a:pt x="69" y="31"/>
                  <a:pt x="69" y="31"/>
                  <a:pt x="69" y="31"/>
                </a:cubicBezTo>
                <a:lnTo>
                  <a:pt x="69" y="41"/>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1" name="Freeform 44"/>
          <p:cNvSpPr>
            <a:spLocks noEditPoints="1"/>
          </p:cNvSpPr>
          <p:nvPr/>
        </p:nvSpPr>
        <p:spPr bwMode="auto">
          <a:xfrm>
            <a:off x="10243874" y="5145767"/>
            <a:ext cx="184710" cy="150993"/>
          </a:xfrm>
          <a:custGeom>
            <a:avLst/>
            <a:gdLst>
              <a:gd name="T0" fmla="*/ 1 w 77"/>
              <a:gd name="T1" fmla="*/ 42 h 63"/>
              <a:gd name="T2" fmla="*/ 8 w 77"/>
              <a:gd name="T3" fmla="*/ 55 h 63"/>
              <a:gd name="T4" fmla="*/ 21 w 77"/>
              <a:gd name="T5" fmla="*/ 61 h 63"/>
              <a:gd name="T6" fmla="*/ 38 w 77"/>
              <a:gd name="T7" fmla="*/ 63 h 63"/>
              <a:gd name="T8" fmla="*/ 56 w 77"/>
              <a:gd name="T9" fmla="*/ 61 h 63"/>
              <a:gd name="T10" fmla="*/ 69 w 77"/>
              <a:gd name="T11" fmla="*/ 55 h 63"/>
              <a:gd name="T12" fmla="*/ 76 w 77"/>
              <a:gd name="T13" fmla="*/ 42 h 63"/>
              <a:gd name="T14" fmla="*/ 71 w 77"/>
              <a:gd name="T15" fmla="*/ 16 h 63"/>
              <a:gd name="T16" fmla="*/ 72 w 77"/>
              <a:gd name="T17" fmla="*/ 11 h 63"/>
              <a:gd name="T18" fmla="*/ 70 w 77"/>
              <a:gd name="T19" fmla="*/ 0 h 63"/>
              <a:gd name="T20" fmla="*/ 67 w 77"/>
              <a:gd name="T21" fmla="*/ 0 h 63"/>
              <a:gd name="T22" fmla="*/ 60 w 77"/>
              <a:gd name="T23" fmla="*/ 3 h 63"/>
              <a:gd name="T24" fmla="*/ 38 w 77"/>
              <a:gd name="T25" fmla="*/ 5 h 63"/>
              <a:gd name="T26" fmla="*/ 17 w 77"/>
              <a:gd name="T27" fmla="*/ 3 h 63"/>
              <a:gd name="T28" fmla="*/ 9 w 77"/>
              <a:gd name="T29" fmla="*/ 0 h 63"/>
              <a:gd name="T30" fmla="*/ 7 w 77"/>
              <a:gd name="T31" fmla="*/ 0 h 63"/>
              <a:gd name="T32" fmla="*/ 5 w 77"/>
              <a:gd name="T33" fmla="*/ 11 h 63"/>
              <a:gd name="T34" fmla="*/ 6 w 77"/>
              <a:gd name="T35" fmla="*/ 16 h 63"/>
              <a:gd name="T36" fmla="*/ 9 w 77"/>
              <a:gd name="T37" fmla="*/ 42 h 63"/>
              <a:gd name="T38" fmla="*/ 18 w 77"/>
              <a:gd name="T39" fmla="*/ 30 h 63"/>
              <a:gd name="T40" fmla="*/ 27 w 77"/>
              <a:gd name="T41" fmla="*/ 29 h 63"/>
              <a:gd name="T42" fmla="*/ 38 w 77"/>
              <a:gd name="T43" fmla="*/ 30 h 63"/>
              <a:gd name="T44" fmla="*/ 49 w 77"/>
              <a:gd name="T45" fmla="*/ 29 h 63"/>
              <a:gd name="T46" fmla="*/ 59 w 77"/>
              <a:gd name="T47" fmla="*/ 30 h 63"/>
              <a:gd name="T48" fmla="*/ 67 w 77"/>
              <a:gd name="T49" fmla="*/ 42 h 63"/>
              <a:gd name="T50" fmla="*/ 64 w 77"/>
              <a:gd name="T51" fmla="*/ 52 h 63"/>
              <a:gd name="T52" fmla="*/ 56 w 77"/>
              <a:gd name="T53" fmla="*/ 57 h 63"/>
              <a:gd name="T54" fmla="*/ 45 w 77"/>
              <a:gd name="T55" fmla="*/ 58 h 63"/>
              <a:gd name="T56" fmla="*/ 31 w 77"/>
              <a:gd name="T57" fmla="*/ 58 h 63"/>
              <a:gd name="T58" fmla="*/ 20 w 77"/>
              <a:gd name="T59" fmla="*/ 57 h 63"/>
              <a:gd name="T60" fmla="*/ 12 w 77"/>
              <a:gd name="T61" fmla="*/ 52 h 63"/>
              <a:gd name="T62" fmla="*/ 9 w 77"/>
              <a:gd name="T63" fmla="*/ 42 h 63"/>
              <a:gd name="T64" fmla="*/ 53 w 77"/>
              <a:gd name="T65" fmla="*/ 48 h 63"/>
              <a:gd name="T66" fmla="*/ 53 w 77"/>
              <a:gd name="T67" fmla="*/ 34 h 63"/>
              <a:gd name="T68" fmla="*/ 19 w 77"/>
              <a:gd name="T69" fmla="*/ 41 h 63"/>
              <a:gd name="T70" fmla="*/ 29 w 77"/>
              <a:gd name="T71" fmla="*/ 41 h 63"/>
              <a:gd name="T72" fmla="*/ 19 w 77"/>
              <a:gd name="T73" fmla="*/ 4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7" h="63">
                <a:moveTo>
                  <a:pt x="0" y="33"/>
                </a:moveTo>
                <a:cubicBezTo>
                  <a:pt x="0" y="36"/>
                  <a:pt x="0" y="39"/>
                  <a:pt x="1" y="42"/>
                </a:cubicBezTo>
                <a:cubicBezTo>
                  <a:pt x="1" y="45"/>
                  <a:pt x="2" y="47"/>
                  <a:pt x="3" y="49"/>
                </a:cubicBezTo>
                <a:cubicBezTo>
                  <a:pt x="5" y="51"/>
                  <a:pt x="6" y="53"/>
                  <a:pt x="8" y="55"/>
                </a:cubicBezTo>
                <a:cubicBezTo>
                  <a:pt x="10" y="56"/>
                  <a:pt x="12" y="58"/>
                  <a:pt x="14" y="59"/>
                </a:cubicBezTo>
                <a:cubicBezTo>
                  <a:pt x="16" y="60"/>
                  <a:pt x="18" y="61"/>
                  <a:pt x="21" y="61"/>
                </a:cubicBezTo>
                <a:cubicBezTo>
                  <a:pt x="23" y="62"/>
                  <a:pt x="26" y="62"/>
                  <a:pt x="29" y="63"/>
                </a:cubicBezTo>
                <a:cubicBezTo>
                  <a:pt x="32" y="63"/>
                  <a:pt x="35" y="63"/>
                  <a:pt x="38" y="63"/>
                </a:cubicBezTo>
                <a:cubicBezTo>
                  <a:pt x="42" y="63"/>
                  <a:pt x="45" y="63"/>
                  <a:pt x="47" y="63"/>
                </a:cubicBezTo>
                <a:cubicBezTo>
                  <a:pt x="50" y="62"/>
                  <a:pt x="53" y="62"/>
                  <a:pt x="56" y="61"/>
                </a:cubicBezTo>
                <a:cubicBezTo>
                  <a:pt x="58" y="61"/>
                  <a:pt x="61" y="60"/>
                  <a:pt x="63" y="59"/>
                </a:cubicBezTo>
                <a:cubicBezTo>
                  <a:pt x="65" y="58"/>
                  <a:pt x="67" y="56"/>
                  <a:pt x="69" y="55"/>
                </a:cubicBezTo>
                <a:cubicBezTo>
                  <a:pt x="71" y="53"/>
                  <a:pt x="72" y="51"/>
                  <a:pt x="73" y="49"/>
                </a:cubicBezTo>
                <a:cubicBezTo>
                  <a:pt x="74" y="47"/>
                  <a:pt x="75" y="45"/>
                  <a:pt x="76" y="42"/>
                </a:cubicBezTo>
                <a:cubicBezTo>
                  <a:pt x="77" y="39"/>
                  <a:pt x="77" y="36"/>
                  <a:pt x="77" y="33"/>
                </a:cubicBezTo>
                <a:cubicBezTo>
                  <a:pt x="77" y="26"/>
                  <a:pt x="75" y="21"/>
                  <a:pt x="71" y="16"/>
                </a:cubicBezTo>
                <a:cubicBezTo>
                  <a:pt x="71" y="16"/>
                  <a:pt x="71" y="15"/>
                  <a:pt x="71" y="14"/>
                </a:cubicBezTo>
                <a:cubicBezTo>
                  <a:pt x="71" y="13"/>
                  <a:pt x="72" y="12"/>
                  <a:pt x="72" y="11"/>
                </a:cubicBezTo>
                <a:cubicBezTo>
                  <a:pt x="72" y="10"/>
                  <a:pt x="72" y="8"/>
                  <a:pt x="72" y="6"/>
                </a:cubicBezTo>
                <a:cubicBezTo>
                  <a:pt x="71" y="4"/>
                  <a:pt x="71" y="2"/>
                  <a:pt x="70" y="0"/>
                </a:cubicBezTo>
                <a:cubicBezTo>
                  <a:pt x="69" y="0"/>
                  <a:pt x="69" y="0"/>
                  <a:pt x="69" y="0"/>
                </a:cubicBezTo>
                <a:cubicBezTo>
                  <a:pt x="69" y="0"/>
                  <a:pt x="68" y="0"/>
                  <a:pt x="67" y="0"/>
                </a:cubicBezTo>
                <a:cubicBezTo>
                  <a:pt x="67" y="0"/>
                  <a:pt x="65" y="1"/>
                  <a:pt x="64" y="1"/>
                </a:cubicBezTo>
                <a:cubicBezTo>
                  <a:pt x="63" y="1"/>
                  <a:pt x="61" y="2"/>
                  <a:pt x="60" y="3"/>
                </a:cubicBezTo>
                <a:cubicBezTo>
                  <a:pt x="58" y="4"/>
                  <a:pt x="56" y="5"/>
                  <a:pt x="53" y="7"/>
                </a:cubicBezTo>
                <a:cubicBezTo>
                  <a:pt x="50" y="6"/>
                  <a:pt x="45" y="5"/>
                  <a:pt x="38" y="5"/>
                </a:cubicBezTo>
                <a:cubicBezTo>
                  <a:pt x="32" y="5"/>
                  <a:pt x="27" y="6"/>
                  <a:pt x="23" y="7"/>
                </a:cubicBezTo>
                <a:cubicBezTo>
                  <a:pt x="21" y="5"/>
                  <a:pt x="19" y="4"/>
                  <a:pt x="17" y="3"/>
                </a:cubicBezTo>
                <a:cubicBezTo>
                  <a:pt x="15" y="2"/>
                  <a:pt x="14" y="1"/>
                  <a:pt x="12" y="1"/>
                </a:cubicBezTo>
                <a:cubicBezTo>
                  <a:pt x="11" y="1"/>
                  <a:pt x="10" y="0"/>
                  <a:pt x="9" y="0"/>
                </a:cubicBezTo>
                <a:cubicBezTo>
                  <a:pt x="8" y="0"/>
                  <a:pt x="8" y="0"/>
                  <a:pt x="7" y="0"/>
                </a:cubicBezTo>
                <a:cubicBezTo>
                  <a:pt x="7" y="0"/>
                  <a:pt x="7" y="0"/>
                  <a:pt x="7" y="0"/>
                </a:cubicBezTo>
                <a:cubicBezTo>
                  <a:pt x="6" y="2"/>
                  <a:pt x="5" y="4"/>
                  <a:pt x="5" y="6"/>
                </a:cubicBezTo>
                <a:cubicBezTo>
                  <a:pt x="5" y="8"/>
                  <a:pt x="5" y="10"/>
                  <a:pt x="5" y="11"/>
                </a:cubicBezTo>
                <a:cubicBezTo>
                  <a:pt x="5" y="12"/>
                  <a:pt x="5" y="13"/>
                  <a:pt x="5" y="14"/>
                </a:cubicBezTo>
                <a:cubicBezTo>
                  <a:pt x="6" y="15"/>
                  <a:pt x="6" y="16"/>
                  <a:pt x="6" y="16"/>
                </a:cubicBezTo>
                <a:cubicBezTo>
                  <a:pt x="2" y="21"/>
                  <a:pt x="0" y="26"/>
                  <a:pt x="0" y="33"/>
                </a:cubicBezTo>
                <a:close/>
                <a:moveTo>
                  <a:pt x="9" y="42"/>
                </a:moveTo>
                <a:cubicBezTo>
                  <a:pt x="9" y="38"/>
                  <a:pt x="11" y="35"/>
                  <a:pt x="14" y="32"/>
                </a:cubicBezTo>
                <a:cubicBezTo>
                  <a:pt x="15" y="31"/>
                  <a:pt x="16" y="30"/>
                  <a:pt x="18" y="30"/>
                </a:cubicBezTo>
                <a:cubicBezTo>
                  <a:pt x="19" y="30"/>
                  <a:pt x="20" y="29"/>
                  <a:pt x="22" y="29"/>
                </a:cubicBezTo>
                <a:cubicBezTo>
                  <a:pt x="24" y="29"/>
                  <a:pt x="25" y="29"/>
                  <a:pt x="27" y="29"/>
                </a:cubicBezTo>
                <a:cubicBezTo>
                  <a:pt x="28" y="29"/>
                  <a:pt x="30" y="29"/>
                  <a:pt x="32" y="30"/>
                </a:cubicBezTo>
                <a:cubicBezTo>
                  <a:pt x="35" y="30"/>
                  <a:pt x="36" y="30"/>
                  <a:pt x="38" y="30"/>
                </a:cubicBezTo>
                <a:cubicBezTo>
                  <a:pt x="40" y="30"/>
                  <a:pt x="42" y="30"/>
                  <a:pt x="44" y="30"/>
                </a:cubicBezTo>
                <a:cubicBezTo>
                  <a:pt x="46" y="29"/>
                  <a:pt x="48" y="29"/>
                  <a:pt x="49" y="29"/>
                </a:cubicBezTo>
                <a:cubicBezTo>
                  <a:pt x="51" y="29"/>
                  <a:pt x="52" y="29"/>
                  <a:pt x="54" y="29"/>
                </a:cubicBezTo>
                <a:cubicBezTo>
                  <a:pt x="56" y="29"/>
                  <a:pt x="57" y="30"/>
                  <a:pt x="59" y="30"/>
                </a:cubicBezTo>
                <a:cubicBezTo>
                  <a:pt x="60" y="30"/>
                  <a:pt x="61" y="31"/>
                  <a:pt x="62" y="32"/>
                </a:cubicBezTo>
                <a:cubicBezTo>
                  <a:pt x="65" y="35"/>
                  <a:pt x="67" y="38"/>
                  <a:pt x="67" y="42"/>
                </a:cubicBezTo>
                <a:cubicBezTo>
                  <a:pt x="67" y="44"/>
                  <a:pt x="67" y="46"/>
                  <a:pt x="66" y="48"/>
                </a:cubicBezTo>
                <a:cubicBezTo>
                  <a:pt x="66" y="49"/>
                  <a:pt x="65" y="51"/>
                  <a:pt x="64" y="52"/>
                </a:cubicBezTo>
                <a:cubicBezTo>
                  <a:pt x="63" y="53"/>
                  <a:pt x="62" y="54"/>
                  <a:pt x="61" y="55"/>
                </a:cubicBezTo>
                <a:cubicBezTo>
                  <a:pt x="59" y="56"/>
                  <a:pt x="58" y="56"/>
                  <a:pt x="56" y="57"/>
                </a:cubicBezTo>
                <a:cubicBezTo>
                  <a:pt x="55" y="57"/>
                  <a:pt x="53" y="57"/>
                  <a:pt x="51" y="58"/>
                </a:cubicBezTo>
                <a:cubicBezTo>
                  <a:pt x="48" y="58"/>
                  <a:pt x="46" y="58"/>
                  <a:pt x="45" y="58"/>
                </a:cubicBezTo>
                <a:cubicBezTo>
                  <a:pt x="43" y="58"/>
                  <a:pt x="41" y="58"/>
                  <a:pt x="38" y="58"/>
                </a:cubicBezTo>
                <a:cubicBezTo>
                  <a:pt x="35" y="58"/>
                  <a:pt x="33" y="58"/>
                  <a:pt x="31" y="58"/>
                </a:cubicBezTo>
                <a:cubicBezTo>
                  <a:pt x="30" y="58"/>
                  <a:pt x="28" y="58"/>
                  <a:pt x="25" y="58"/>
                </a:cubicBezTo>
                <a:cubicBezTo>
                  <a:pt x="23" y="57"/>
                  <a:pt x="21" y="57"/>
                  <a:pt x="20" y="57"/>
                </a:cubicBezTo>
                <a:cubicBezTo>
                  <a:pt x="19" y="56"/>
                  <a:pt x="17" y="56"/>
                  <a:pt x="16" y="55"/>
                </a:cubicBezTo>
                <a:cubicBezTo>
                  <a:pt x="14" y="54"/>
                  <a:pt x="13" y="53"/>
                  <a:pt x="12" y="52"/>
                </a:cubicBezTo>
                <a:cubicBezTo>
                  <a:pt x="11" y="51"/>
                  <a:pt x="11" y="49"/>
                  <a:pt x="10" y="48"/>
                </a:cubicBezTo>
                <a:cubicBezTo>
                  <a:pt x="9" y="46"/>
                  <a:pt x="9" y="44"/>
                  <a:pt x="9" y="42"/>
                </a:cubicBezTo>
                <a:close/>
                <a:moveTo>
                  <a:pt x="48" y="41"/>
                </a:moveTo>
                <a:cubicBezTo>
                  <a:pt x="48" y="45"/>
                  <a:pt x="50" y="48"/>
                  <a:pt x="53" y="48"/>
                </a:cubicBezTo>
                <a:cubicBezTo>
                  <a:pt x="55" y="48"/>
                  <a:pt x="58" y="45"/>
                  <a:pt x="58" y="41"/>
                </a:cubicBezTo>
                <a:cubicBezTo>
                  <a:pt x="58" y="37"/>
                  <a:pt x="55" y="34"/>
                  <a:pt x="53" y="34"/>
                </a:cubicBezTo>
                <a:cubicBezTo>
                  <a:pt x="50" y="34"/>
                  <a:pt x="48" y="37"/>
                  <a:pt x="48" y="41"/>
                </a:cubicBezTo>
                <a:close/>
                <a:moveTo>
                  <a:pt x="19" y="41"/>
                </a:moveTo>
                <a:cubicBezTo>
                  <a:pt x="19" y="45"/>
                  <a:pt x="21" y="48"/>
                  <a:pt x="24" y="48"/>
                </a:cubicBezTo>
                <a:cubicBezTo>
                  <a:pt x="27" y="48"/>
                  <a:pt x="29" y="45"/>
                  <a:pt x="29" y="41"/>
                </a:cubicBezTo>
                <a:cubicBezTo>
                  <a:pt x="29" y="37"/>
                  <a:pt x="27" y="34"/>
                  <a:pt x="24" y="34"/>
                </a:cubicBezTo>
                <a:cubicBezTo>
                  <a:pt x="21" y="34"/>
                  <a:pt x="19" y="37"/>
                  <a:pt x="19" y="41"/>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2" name="Freeform 45"/>
          <p:cNvSpPr>
            <a:spLocks noEditPoints="1"/>
          </p:cNvSpPr>
          <p:nvPr/>
        </p:nvSpPr>
        <p:spPr bwMode="auto">
          <a:xfrm>
            <a:off x="10054765" y="3178459"/>
            <a:ext cx="300521" cy="300520"/>
          </a:xfrm>
          <a:custGeom>
            <a:avLst/>
            <a:gdLst>
              <a:gd name="T0" fmla="*/ 0 w 125"/>
              <a:gd name="T1" fmla="*/ 63 h 125"/>
              <a:gd name="T2" fmla="*/ 125 w 125"/>
              <a:gd name="T3" fmla="*/ 63 h 125"/>
              <a:gd name="T4" fmla="*/ 98 w 125"/>
              <a:gd name="T5" fmla="*/ 83 h 125"/>
              <a:gd name="T6" fmla="*/ 117 w 125"/>
              <a:gd name="T7" fmla="*/ 67 h 125"/>
              <a:gd name="T8" fmla="*/ 98 w 125"/>
              <a:gd name="T9" fmla="*/ 83 h 125"/>
              <a:gd name="T10" fmla="*/ 25 w 125"/>
              <a:gd name="T11" fmla="*/ 59 h 125"/>
              <a:gd name="T12" fmla="*/ 13 w 125"/>
              <a:gd name="T13" fmla="*/ 42 h 125"/>
              <a:gd name="T14" fmla="*/ 90 w 125"/>
              <a:gd name="T15" fmla="*/ 42 h 125"/>
              <a:gd name="T16" fmla="*/ 67 w 125"/>
              <a:gd name="T17" fmla="*/ 59 h 125"/>
              <a:gd name="T18" fmla="*/ 90 w 125"/>
              <a:gd name="T19" fmla="*/ 42 h 125"/>
              <a:gd name="T20" fmla="*/ 67 w 125"/>
              <a:gd name="T21" fmla="*/ 9 h 125"/>
              <a:gd name="T22" fmla="*/ 82 w 125"/>
              <a:gd name="T23" fmla="*/ 23 h 125"/>
              <a:gd name="T24" fmla="*/ 67 w 125"/>
              <a:gd name="T25" fmla="*/ 34 h 125"/>
              <a:gd name="T26" fmla="*/ 53 w 125"/>
              <a:gd name="T27" fmla="*/ 12 h 125"/>
              <a:gd name="T28" fmla="*/ 59 w 125"/>
              <a:gd name="T29" fmla="*/ 34 h 125"/>
              <a:gd name="T30" fmla="*/ 43 w 125"/>
              <a:gd name="T31" fmla="*/ 23 h 125"/>
              <a:gd name="T32" fmla="*/ 59 w 125"/>
              <a:gd name="T33" fmla="*/ 59 h 125"/>
              <a:gd name="T34" fmla="*/ 36 w 125"/>
              <a:gd name="T35" fmla="*/ 42 h 125"/>
              <a:gd name="T36" fmla="*/ 13 w 125"/>
              <a:gd name="T37" fmla="*/ 83 h 125"/>
              <a:gd name="T38" fmla="*/ 25 w 125"/>
              <a:gd name="T39" fmla="*/ 67 h 125"/>
              <a:gd name="T40" fmla="*/ 13 w 125"/>
              <a:gd name="T41" fmla="*/ 83 h 125"/>
              <a:gd name="T42" fmla="*/ 59 w 125"/>
              <a:gd name="T43" fmla="*/ 67 h 125"/>
              <a:gd name="T44" fmla="*/ 36 w 125"/>
              <a:gd name="T45" fmla="*/ 83 h 125"/>
              <a:gd name="T46" fmla="*/ 59 w 125"/>
              <a:gd name="T47" fmla="*/ 92 h 125"/>
              <a:gd name="T48" fmla="*/ 53 w 125"/>
              <a:gd name="T49" fmla="*/ 113 h 125"/>
              <a:gd name="T50" fmla="*/ 38 w 125"/>
              <a:gd name="T51" fmla="*/ 92 h 125"/>
              <a:gd name="T52" fmla="*/ 82 w 125"/>
              <a:gd name="T53" fmla="*/ 102 h 125"/>
              <a:gd name="T54" fmla="*/ 67 w 125"/>
              <a:gd name="T55" fmla="*/ 116 h 125"/>
              <a:gd name="T56" fmla="*/ 87 w 125"/>
              <a:gd name="T57" fmla="*/ 92 h 125"/>
              <a:gd name="T58" fmla="*/ 67 w 125"/>
              <a:gd name="T59" fmla="*/ 83 h 125"/>
              <a:gd name="T60" fmla="*/ 92 w 125"/>
              <a:gd name="T61" fmla="*/ 67 h 125"/>
              <a:gd name="T62" fmla="*/ 67 w 125"/>
              <a:gd name="T63" fmla="*/ 83 h 125"/>
              <a:gd name="T64" fmla="*/ 98 w 125"/>
              <a:gd name="T65" fmla="*/ 42 h 125"/>
              <a:gd name="T66" fmla="*/ 117 w 125"/>
              <a:gd name="T67" fmla="*/ 59 h 125"/>
              <a:gd name="T68" fmla="*/ 108 w 125"/>
              <a:gd name="T69" fmla="*/ 34 h 125"/>
              <a:gd name="T70" fmla="*/ 86 w 125"/>
              <a:gd name="T71" fmla="*/ 14 h 125"/>
              <a:gd name="T72" fmla="*/ 108 w 125"/>
              <a:gd name="T73" fmla="*/ 34 h 125"/>
              <a:gd name="T74" fmla="*/ 39 w 125"/>
              <a:gd name="T75" fmla="*/ 14 h 125"/>
              <a:gd name="T76" fmla="*/ 17 w 125"/>
              <a:gd name="T77" fmla="*/ 34 h 125"/>
              <a:gd name="T78" fmla="*/ 17 w 125"/>
              <a:gd name="T79" fmla="*/ 92 h 125"/>
              <a:gd name="T80" fmla="*/ 39 w 125"/>
              <a:gd name="T81" fmla="*/ 111 h 125"/>
              <a:gd name="T82" fmla="*/ 17 w 125"/>
              <a:gd name="T83" fmla="*/ 92 h 125"/>
              <a:gd name="T84" fmla="*/ 86 w 125"/>
              <a:gd name="T85" fmla="*/ 111 h 125"/>
              <a:gd name="T86" fmla="*/ 108 w 125"/>
              <a:gd name="T87" fmla="*/ 9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5" h="125">
                <a:moveTo>
                  <a:pt x="63" y="0"/>
                </a:moveTo>
                <a:cubicBezTo>
                  <a:pt x="28" y="0"/>
                  <a:pt x="0" y="28"/>
                  <a:pt x="0" y="63"/>
                </a:cubicBezTo>
                <a:cubicBezTo>
                  <a:pt x="0" y="97"/>
                  <a:pt x="28" y="125"/>
                  <a:pt x="63" y="125"/>
                </a:cubicBezTo>
                <a:cubicBezTo>
                  <a:pt x="97" y="125"/>
                  <a:pt x="125" y="97"/>
                  <a:pt x="125" y="63"/>
                </a:cubicBezTo>
                <a:cubicBezTo>
                  <a:pt x="125" y="28"/>
                  <a:pt x="97" y="0"/>
                  <a:pt x="63" y="0"/>
                </a:cubicBezTo>
                <a:close/>
                <a:moveTo>
                  <a:pt x="98" y="83"/>
                </a:moveTo>
                <a:cubicBezTo>
                  <a:pt x="99" y="78"/>
                  <a:pt x="100" y="73"/>
                  <a:pt x="100" y="67"/>
                </a:cubicBezTo>
                <a:cubicBezTo>
                  <a:pt x="117" y="67"/>
                  <a:pt x="117" y="67"/>
                  <a:pt x="117" y="67"/>
                </a:cubicBezTo>
                <a:cubicBezTo>
                  <a:pt x="116" y="73"/>
                  <a:pt x="115" y="78"/>
                  <a:pt x="113" y="83"/>
                </a:cubicBezTo>
                <a:lnTo>
                  <a:pt x="98" y="83"/>
                </a:lnTo>
                <a:close/>
                <a:moveTo>
                  <a:pt x="27" y="42"/>
                </a:moveTo>
                <a:cubicBezTo>
                  <a:pt x="26" y="47"/>
                  <a:pt x="26" y="53"/>
                  <a:pt x="25" y="59"/>
                </a:cubicBezTo>
                <a:cubicBezTo>
                  <a:pt x="9" y="59"/>
                  <a:pt x="9" y="59"/>
                  <a:pt x="9" y="59"/>
                </a:cubicBezTo>
                <a:cubicBezTo>
                  <a:pt x="9" y="53"/>
                  <a:pt x="11" y="47"/>
                  <a:pt x="13" y="42"/>
                </a:cubicBezTo>
                <a:lnTo>
                  <a:pt x="27" y="42"/>
                </a:lnTo>
                <a:close/>
                <a:moveTo>
                  <a:pt x="90" y="42"/>
                </a:moveTo>
                <a:cubicBezTo>
                  <a:pt x="91" y="47"/>
                  <a:pt x="92" y="53"/>
                  <a:pt x="92" y="59"/>
                </a:cubicBezTo>
                <a:cubicBezTo>
                  <a:pt x="67" y="59"/>
                  <a:pt x="67" y="59"/>
                  <a:pt x="67" y="59"/>
                </a:cubicBezTo>
                <a:cubicBezTo>
                  <a:pt x="67" y="42"/>
                  <a:pt x="67" y="42"/>
                  <a:pt x="67" y="42"/>
                </a:cubicBezTo>
                <a:lnTo>
                  <a:pt x="90" y="42"/>
                </a:lnTo>
                <a:close/>
                <a:moveTo>
                  <a:pt x="67" y="34"/>
                </a:moveTo>
                <a:cubicBezTo>
                  <a:pt x="67" y="9"/>
                  <a:pt x="67" y="9"/>
                  <a:pt x="67" y="9"/>
                </a:cubicBezTo>
                <a:cubicBezTo>
                  <a:pt x="69" y="10"/>
                  <a:pt x="71" y="11"/>
                  <a:pt x="73" y="12"/>
                </a:cubicBezTo>
                <a:cubicBezTo>
                  <a:pt x="76" y="14"/>
                  <a:pt x="79" y="18"/>
                  <a:pt x="82" y="23"/>
                </a:cubicBezTo>
                <a:cubicBezTo>
                  <a:pt x="84" y="26"/>
                  <a:pt x="86" y="30"/>
                  <a:pt x="87" y="34"/>
                </a:cubicBezTo>
                <a:cubicBezTo>
                  <a:pt x="67" y="34"/>
                  <a:pt x="67" y="34"/>
                  <a:pt x="67" y="34"/>
                </a:cubicBezTo>
                <a:close/>
                <a:moveTo>
                  <a:pt x="43" y="23"/>
                </a:moveTo>
                <a:cubicBezTo>
                  <a:pt x="46" y="18"/>
                  <a:pt x="50" y="14"/>
                  <a:pt x="53" y="12"/>
                </a:cubicBezTo>
                <a:cubicBezTo>
                  <a:pt x="55" y="11"/>
                  <a:pt x="57" y="10"/>
                  <a:pt x="59" y="9"/>
                </a:cubicBezTo>
                <a:cubicBezTo>
                  <a:pt x="59" y="34"/>
                  <a:pt x="59" y="34"/>
                  <a:pt x="59" y="34"/>
                </a:cubicBezTo>
                <a:cubicBezTo>
                  <a:pt x="38" y="34"/>
                  <a:pt x="38" y="34"/>
                  <a:pt x="38" y="34"/>
                </a:cubicBezTo>
                <a:cubicBezTo>
                  <a:pt x="40" y="30"/>
                  <a:pt x="41" y="26"/>
                  <a:pt x="43" y="23"/>
                </a:cubicBezTo>
                <a:close/>
                <a:moveTo>
                  <a:pt x="59" y="42"/>
                </a:moveTo>
                <a:cubicBezTo>
                  <a:pt x="59" y="59"/>
                  <a:pt x="59" y="59"/>
                  <a:pt x="59" y="59"/>
                </a:cubicBezTo>
                <a:cubicBezTo>
                  <a:pt x="34" y="59"/>
                  <a:pt x="34" y="59"/>
                  <a:pt x="34" y="59"/>
                </a:cubicBezTo>
                <a:cubicBezTo>
                  <a:pt x="34" y="53"/>
                  <a:pt x="35" y="47"/>
                  <a:pt x="36" y="42"/>
                </a:cubicBezTo>
                <a:lnTo>
                  <a:pt x="59" y="42"/>
                </a:lnTo>
                <a:close/>
                <a:moveTo>
                  <a:pt x="13" y="83"/>
                </a:moveTo>
                <a:cubicBezTo>
                  <a:pt x="11" y="78"/>
                  <a:pt x="9" y="73"/>
                  <a:pt x="9" y="67"/>
                </a:cubicBezTo>
                <a:cubicBezTo>
                  <a:pt x="25" y="67"/>
                  <a:pt x="25" y="67"/>
                  <a:pt x="25" y="67"/>
                </a:cubicBezTo>
                <a:cubicBezTo>
                  <a:pt x="26" y="73"/>
                  <a:pt x="26" y="78"/>
                  <a:pt x="27" y="83"/>
                </a:cubicBezTo>
                <a:lnTo>
                  <a:pt x="13" y="83"/>
                </a:lnTo>
                <a:close/>
                <a:moveTo>
                  <a:pt x="34" y="67"/>
                </a:moveTo>
                <a:cubicBezTo>
                  <a:pt x="59" y="67"/>
                  <a:pt x="59" y="67"/>
                  <a:pt x="59" y="67"/>
                </a:cubicBezTo>
                <a:cubicBezTo>
                  <a:pt x="59" y="83"/>
                  <a:pt x="59" y="83"/>
                  <a:pt x="59" y="83"/>
                </a:cubicBezTo>
                <a:cubicBezTo>
                  <a:pt x="36" y="83"/>
                  <a:pt x="36" y="83"/>
                  <a:pt x="36" y="83"/>
                </a:cubicBezTo>
                <a:cubicBezTo>
                  <a:pt x="35" y="78"/>
                  <a:pt x="34" y="73"/>
                  <a:pt x="34" y="67"/>
                </a:cubicBezTo>
                <a:close/>
                <a:moveTo>
                  <a:pt x="59" y="92"/>
                </a:moveTo>
                <a:cubicBezTo>
                  <a:pt x="59" y="116"/>
                  <a:pt x="59" y="116"/>
                  <a:pt x="59" y="116"/>
                </a:cubicBezTo>
                <a:cubicBezTo>
                  <a:pt x="57" y="116"/>
                  <a:pt x="55" y="115"/>
                  <a:pt x="53" y="113"/>
                </a:cubicBezTo>
                <a:cubicBezTo>
                  <a:pt x="50" y="111"/>
                  <a:pt x="46" y="107"/>
                  <a:pt x="43" y="102"/>
                </a:cubicBezTo>
                <a:cubicBezTo>
                  <a:pt x="41" y="99"/>
                  <a:pt x="40" y="96"/>
                  <a:pt x="38" y="92"/>
                </a:cubicBezTo>
                <a:cubicBezTo>
                  <a:pt x="59" y="92"/>
                  <a:pt x="59" y="92"/>
                  <a:pt x="59" y="92"/>
                </a:cubicBezTo>
                <a:close/>
                <a:moveTo>
                  <a:pt x="82" y="102"/>
                </a:moveTo>
                <a:cubicBezTo>
                  <a:pt x="79" y="107"/>
                  <a:pt x="76" y="111"/>
                  <a:pt x="73" y="113"/>
                </a:cubicBezTo>
                <a:cubicBezTo>
                  <a:pt x="71" y="115"/>
                  <a:pt x="69" y="116"/>
                  <a:pt x="67" y="116"/>
                </a:cubicBezTo>
                <a:cubicBezTo>
                  <a:pt x="67" y="92"/>
                  <a:pt x="67" y="92"/>
                  <a:pt x="67" y="92"/>
                </a:cubicBezTo>
                <a:cubicBezTo>
                  <a:pt x="87" y="92"/>
                  <a:pt x="87" y="92"/>
                  <a:pt x="87" y="92"/>
                </a:cubicBezTo>
                <a:cubicBezTo>
                  <a:pt x="86" y="96"/>
                  <a:pt x="84" y="99"/>
                  <a:pt x="82" y="102"/>
                </a:cubicBezTo>
                <a:close/>
                <a:moveTo>
                  <a:pt x="67" y="83"/>
                </a:moveTo>
                <a:cubicBezTo>
                  <a:pt x="67" y="67"/>
                  <a:pt x="67" y="67"/>
                  <a:pt x="67" y="67"/>
                </a:cubicBezTo>
                <a:cubicBezTo>
                  <a:pt x="92" y="67"/>
                  <a:pt x="92" y="67"/>
                  <a:pt x="92" y="67"/>
                </a:cubicBezTo>
                <a:cubicBezTo>
                  <a:pt x="92" y="73"/>
                  <a:pt x="91" y="78"/>
                  <a:pt x="90" y="83"/>
                </a:cubicBezTo>
                <a:lnTo>
                  <a:pt x="67" y="83"/>
                </a:lnTo>
                <a:close/>
                <a:moveTo>
                  <a:pt x="100" y="59"/>
                </a:moveTo>
                <a:cubicBezTo>
                  <a:pt x="100" y="53"/>
                  <a:pt x="99" y="47"/>
                  <a:pt x="98" y="42"/>
                </a:cubicBezTo>
                <a:cubicBezTo>
                  <a:pt x="113" y="42"/>
                  <a:pt x="113" y="42"/>
                  <a:pt x="113" y="42"/>
                </a:cubicBezTo>
                <a:cubicBezTo>
                  <a:pt x="115" y="47"/>
                  <a:pt x="116" y="53"/>
                  <a:pt x="117" y="59"/>
                </a:cubicBezTo>
                <a:lnTo>
                  <a:pt x="100" y="59"/>
                </a:lnTo>
                <a:close/>
                <a:moveTo>
                  <a:pt x="108" y="34"/>
                </a:moveTo>
                <a:cubicBezTo>
                  <a:pt x="96" y="34"/>
                  <a:pt x="96" y="34"/>
                  <a:pt x="96" y="34"/>
                </a:cubicBezTo>
                <a:cubicBezTo>
                  <a:pt x="93" y="26"/>
                  <a:pt x="90" y="19"/>
                  <a:pt x="86" y="14"/>
                </a:cubicBezTo>
                <a:cubicBezTo>
                  <a:pt x="92" y="17"/>
                  <a:pt x="97" y="20"/>
                  <a:pt x="101" y="24"/>
                </a:cubicBezTo>
                <a:cubicBezTo>
                  <a:pt x="104" y="27"/>
                  <a:pt x="106" y="30"/>
                  <a:pt x="108" y="34"/>
                </a:cubicBezTo>
                <a:close/>
                <a:moveTo>
                  <a:pt x="25" y="24"/>
                </a:moveTo>
                <a:cubicBezTo>
                  <a:pt x="29" y="20"/>
                  <a:pt x="34" y="17"/>
                  <a:pt x="39" y="14"/>
                </a:cubicBezTo>
                <a:cubicBezTo>
                  <a:pt x="35" y="19"/>
                  <a:pt x="32" y="26"/>
                  <a:pt x="30" y="34"/>
                </a:cubicBezTo>
                <a:cubicBezTo>
                  <a:pt x="17" y="34"/>
                  <a:pt x="17" y="34"/>
                  <a:pt x="17" y="34"/>
                </a:cubicBezTo>
                <a:cubicBezTo>
                  <a:pt x="19" y="30"/>
                  <a:pt x="22" y="27"/>
                  <a:pt x="25" y="24"/>
                </a:cubicBezTo>
                <a:close/>
                <a:moveTo>
                  <a:pt x="17" y="92"/>
                </a:moveTo>
                <a:cubicBezTo>
                  <a:pt x="30" y="92"/>
                  <a:pt x="30" y="92"/>
                  <a:pt x="30" y="92"/>
                </a:cubicBezTo>
                <a:cubicBezTo>
                  <a:pt x="32" y="99"/>
                  <a:pt x="35" y="106"/>
                  <a:pt x="39" y="111"/>
                </a:cubicBezTo>
                <a:cubicBezTo>
                  <a:pt x="34" y="109"/>
                  <a:pt x="29" y="105"/>
                  <a:pt x="25" y="101"/>
                </a:cubicBezTo>
                <a:cubicBezTo>
                  <a:pt x="22" y="98"/>
                  <a:pt x="19" y="95"/>
                  <a:pt x="17" y="92"/>
                </a:cubicBezTo>
                <a:close/>
                <a:moveTo>
                  <a:pt x="101" y="101"/>
                </a:moveTo>
                <a:cubicBezTo>
                  <a:pt x="97" y="105"/>
                  <a:pt x="92" y="109"/>
                  <a:pt x="86" y="111"/>
                </a:cubicBezTo>
                <a:cubicBezTo>
                  <a:pt x="90" y="106"/>
                  <a:pt x="93" y="99"/>
                  <a:pt x="96" y="92"/>
                </a:cubicBezTo>
                <a:cubicBezTo>
                  <a:pt x="108" y="92"/>
                  <a:pt x="108" y="92"/>
                  <a:pt x="108" y="92"/>
                </a:cubicBezTo>
                <a:cubicBezTo>
                  <a:pt x="106" y="95"/>
                  <a:pt x="104" y="98"/>
                  <a:pt x="101" y="101"/>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3" name="Freeform 46"/>
          <p:cNvSpPr>
            <a:spLocks noEditPoints="1"/>
          </p:cNvSpPr>
          <p:nvPr/>
        </p:nvSpPr>
        <p:spPr bwMode="auto">
          <a:xfrm>
            <a:off x="9997593" y="3021602"/>
            <a:ext cx="142197" cy="140732"/>
          </a:xfrm>
          <a:custGeom>
            <a:avLst/>
            <a:gdLst>
              <a:gd name="T0" fmla="*/ 49 w 59"/>
              <a:gd name="T1" fmla="*/ 0 h 59"/>
              <a:gd name="T2" fmla="*/ 9 w 59"/>
              <a:gd name="T3" fmla="*/ 0 h 59"/>
              <a:gd name="T4" fmla="*/ 0 w 59"/>
              <a:gd name="T5" fmla="*/ 10 h 59"/>
              <a:gd name="T6" fmla="*/ 0 w 59"/>
              <a:gd name="T7" fmla="*/ 49 h 59"/>
              <a:gd name="T8" fmla="*/ 9 w 59"/>
              <a:gd name="T9" fmla="*/ 59 h 59"/>
              <a:gd name="T10" fmla="*/ 49 w 59"/>
              <a:gd name="T11" fmla="*/ 59 h 59"/>
              <a:gd name="T12" fmla="*/ 59 w 59"/>
              <a:gd name="T13" fmla="*/ 49 h 59"/>
              <a:gd name="T14" fmla="*/ 59 w 59"/>
              <a:gd name="T15" fmla="*/ 10 h 59"/>
              <a:gd name="T16" fmla="*/ 49 w 59"/>
              <a:gd name="T17" fmla="*/ 0 h 59"/>
              <a:gd name="T18" fmla="*/ 40 w 59"/>
              <a:gd name="T19" fmla="*/ 2 h 59"/>
              <a:gd name="T20" fmla="*/ 40 w 59"/>
              <a:gd name="T21" fmla="*/ 11 h 59"/>
              <a:gd name="T22" fmla="*/ 31 w 59"/>
              <a:gd name="T23" fmla="*/ 11 h 59"/>
              <a:gd name="T24" fmla="*/ 31 w 59"/>
              <a:gd name="T25" fmla="*/ 2 h 59"/>
              <a:gd name="T26" fmla="*/ 40 w 59"/>
              <a:gd name="T27" fmla="*/ 2 h 59"/>
              <a:gd name="T28" fmla="*/ 27 w 59"/>
              <a:gd name="T29" fmla="*/ 2 h 59"/>
              <a:gd name="T30" fmla="*/ 27 w 59"/>
              <a:gd name="T31" fmla="*/ 11 h 59"/>
              <a:gd name="T32" fmla="*/ 18 w 59"/>
              <a:gd name="T33" fmla="*/ 11 h 59"/>
              <a:gd name="T34" fmla="*/ 18 w 59"/>
              <a:gd name="T35" fmla="*/ 2 h 59"/>
              <a:gd name="T36" fmla="*/ 27 w 59"/>
              <a:gd name="T37" fmla="*/ 2 h 59"/>
              <a:gd name="T38" fmla="*/ 1 w 59"/>
              <a:gd name="T39" fmla="*/ 11 h 59"/>
              <a:gd name="T40" fmla="*/ 1 w 59"/>
              <a:gd name="T41" fmla="*/ 10 h 59"/>
              <a:gd name="T42" fmla="*/ 9 w 59"/>
              <a:gd name="T43" fmla="*/ 2 h 59"/>
              <a:gd name="T44" fmla="*/ 14 w 59"/>
              <a:gd name="T45" fmla="*/ 2 h 59"/>
              <a:gd name="T46" fmla="*/ 14 w 59"/>
              <a:gd name="T47" fmla="*/ 11 h 59"/>
              <a:gd name="T48" fmla="*/ 1 w 59"/>
              <a:gd name="T49" fmla="*/ 11 h 59"/>
              <a:gd name="T50" fmla="*/ 44 w 59"/>
              <a:gd name="T51" fmla="*/ 37 h 59"/>
              <a:gd name="T52" fmla="*/ 33 w 59"/>
              <a:gd name="T53" fmla="*/ 37 h 59"/>
              <a:gd name="T54" fmla="*/ 33 w 59"/>
              <a:gd name="T55" fmla="*/ 48 h 59"/>
              <a:gd name="T56" fmla="*/ 25 w 59"/>
              <a:gd name="T57" fmla="*/ 48 h 59"/>
              <a:gd name="T58" fmla="*/ 25 w 59"/>
              <a:gd name="T59" fmla="*/ 37 h 59"/>
              <a:gd name="T60" fmla="*/ 14 w 59"/>
              <a:gd name="T61" fmla="*/ 37 h 59"/>
              <a:gd name="T62" fmla="*/ 14 w 59"/>
              <a:gd name="T63" fmla="*/ 30 h 59"/>
              <a:gd name="T64" fmla="*/ 25 w 59"/>
              <a:gd name="T65" fmla="*/ 30 h 59"/>
              <a:gd name="T66" fmla="*/ 25 w 59"/>
              <a:gd name="T67" fmla="*/ 18 h 59"/>
              <a:gd name="T68" fmla="*/ 33 w 59"/>
              <a:gd name="T69" fmla="*/ 18 h 59"/>
              <a:gd name="T70" fmla="*/ 33 w 59"/>
              <a:gd name="T71" fmla="*/ 30 h 59"/>
              <a:gd name="T72" fmla="*/ 44 w 59"/>
              <a:gd name="T73" fmla="*/ 30 h 59"/>
              <a:gd name="T74" fmla="*/ 44 w 59"/>
              <a:gd name="T75" fmla="*/ 37 h 59"/>
              <a:gd name="T76" fmla="*/ 57 w 59"/>
              <a:gd name="T77" fmla="*/ 11 h 59"/>
              <a:gd name="T78" fmla="*/ 44 w 59"/>
              <a:gd name="T79" fmla="*/ 11 h 59"/>
              <a:gd name="T80" fmla="*/ 44 w 59"/>
              <a:gd name="T81" fmla="*/ 2 h 59"/>
              <a:gd name="T82" fmla="*/ 49 w 59"/>
              <a:gd name="T83" fmla="*/ 2 h 59"/>
              <a:gd name="T84" fmla="*/ 57 w 59"/>
              <a:gd name="T85" fmla="*/ 10 h 59"/>
              <a:gd name="T86" fmla="*/ 57 w 59"/>
              <a:gd name="T87" fmla="*/ 11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9" h="59">
                <a:moveTo>
                  <a:pt x="49" y="0"/>
                </a:moveTo>
                <a:cubicBezTo>
                  <a:pt x="9" y="0"/>
                  <a:pt x="9" y="0"/>
                  <a:pt x="9" y="0"/>
                </a:cubicBezTo>
                <a:cubicBezTo>
                  <a:pt x="4" y="0"/>
                  <a:pt x="0" y="4"/>
                  <a:pt x="0" y="10"/>
                </a:cubicBezTo>
                <a:cubicBezTo>
                  <a:pt x="0" y="49"/>
                  <a:pt x="0" y="49"/>
                  <a:pt x="0" y="49"/>
                </a:cubicBezTo>
                <a:cubicBezTo>
                  <a:pt x="0" y="55"/>
                  <a:pt x="4" y="59"/>
                  <a:pt x="9" y="59"/>
                </a:cubicBezTo>
                <a:cubicBezTo>
                  <a:pt x="49" y="59"/>
                  <a:pt x="49" y="59"/>
                  <a:pt x="49" y="59"/>
                </a:cubicBezTo>
                <a:cubicBezTo>
                  <a:pt x="54" y="59"/>
                  <a:pt x="59" y="55"/>
                  <a:pt x="59" y="49"/>
                </a:cubicBezTo>
                <a:cubicBezTo>
                  <a:pt x="59" y="10"/>
                  <a:pt x="59" y="10"/>
                  <a:pt x="59" y="10"/>
                </a:cubicBezTo>
                <a:cubicBezTo>
                  <a:pt x="59" y="4"/>
                  <a:pt x="54" y="0"/>
                  <a:pt x="49" y="0"/>
                </a:cubicBezTo>
                <a:close/>
                <a:moveTo>
                  <a:pt x="40" y="2"/>
                </a:moveTo>
                <a:cubicBezTo>
                  <a:pt x="40" y="11"/>
                  <a:pt x="40" y="11"/>
                  <a:pt x="40" y="11"/>
                </a:cubicBezTo>
                <a:cubicBezTo>
                  <a:pt x="31" y="11"/>
                  <a:pt x="31" y="11"/>
                  <a:pt x="31" y="11"/>
                </a:cubicBezTo>
                <a:cubicBezTo>
                  <a:pt x="31" y="2"/>
                  <a:pt x="31" y="2"/>
                  <a:pt x="31" y="2"/>
                </a:cubicBezTo>
                <a:lnTo>
                  <a:pt x="40" y="2"/>
                </a:lnTo>
                <a:close/>
                <a:moveTo>
                  <a:pt x="27" y="2"/>
                </a:moveTo>
                <a:cubicBezTo>
                  <a:pt x="27" y="11"/>
                  <a:pt x="27" y="11"/>
                  <a:pt x="27" y="11"/>
                </a:cubicBezTo>
                <a:cubicBezTo>
                  <a:pt x="18" y="11"/>
                  <a:pt x="18" y="11"/>
                  <a:pt x="18" y="11"/>
                </a:cubicBezTo>
                <a:cubicBezTo>
                  <a:pt x="18" y="2"/>
                  <a:pt x="18" y="2"/>
                  <a:pt x="18" y="2"/>
                </a:cubicBezTo>
                <a:lnTo>
                  <a:pt x="27" y="2"/>
                </a:lnTo>
                <a:close/>
                <a:moveTo>
                  <a:pt x="1" y="11"/>
                </a:moveTo>
                <a:cubicBezTo>
                  <a:pt x="1" y="10"/>
                  <a:pt x="1" y="10"/>
                  <a:pt x="1" y="10"/>
                </a:cubicBezTo>
                <a:cubicBezTo>
                  <a:pt x="1" y="5"/>
                  <a:pt x="5" y="2"/>
                  <a:pt x="9" y="2"/>
                </a:cubicBezTo>
                <a:cubicBezTo>
                  <a:pt x="14" y="2"/>
                  <a:pt x="14" y="2"/>
                  <a:pt x="14" y="2"/>
                </a:cubicBezTo>
                <a:cubicBezTo>
                  <a:pt x="14" y="11"/>
                  <a:pt x="14" y="11"/>
                  <a:pt x="14" y="11"/>
                </a:cubicBezTo>
                <a:lnTo>
                  <a:pt x="1" y="11"/>
                </a:lnTo>
                <a:close/>
                <a:moveTo>
                  <a:pt x="44" y="37"/>
                </a:moveTo>
                <a:cubicBezTo>
                  <a:pt x="33" y="37"/>
                  <a:pt x="33" y="37"/>
                  <a:pt x="33" y="37"/>
                </a:cubicBezTo>
                <a:cubicBezTo>
                  <a:pt x="33" y="48"/>
                  <a:pt x="33" y="48"/>
                  <a:pt x="33" y="48"/>
                </a:cubicBezTo>
                <a:cubicBezTo>
                  <a:pt x="25" y="48"/>
                  <a:pt x="25" y="48"/>
                  <a:pt x="25" y="48"/>
                </a:cubicBezTo>
                <a:cubicBezTo>
                  <a:pt x="25" y="37"/>
                  <a:pt x="25" y="37"/>
                  <a:pt x="25" y="37"/>
                </a:cubicBezTo>
                <a:cubicBezTo>
                  <a:pt x="14" y="37"/>
                  <a:pt x="14" y="37"/>
                  <a:pt x="14" y="37"/>
                </a:cubicBezTo>
                <a:cubicBezTo>
                  <a:pt x="14" y="30"/>
                  <a:pt x="14" y="30"/>
                  <a:pt x="14" y="30"/>
                </a:cubicBezTo>
                <a:cubicBezTo>
                  <a:pt x="25" y="30"/>
                  <a:pt x="25" y="30"/>
                  <a:pt x="25" y="30"/>
                </a:cubicBezTo>
                <a:cubicBezTo>
                  <a:pt x="25" y="18"/>
                  <a:pt x="25" y="18"/>
                  <a:pt x="25" y="18"/>
                </a:cubicBezTo>
                <a:cubicBezTo>
                  <a:pt x="33" y="18"/>
                  <a:pt x="33" y="18"/>
                  <a:pt x="33" y="18"/>
                </a:cubicBezTo>
                <a:cubicBezTo>
                  <a:pt x="33" y="30"/>
                  <a:pt x="33" y="30"/>
                  <a:pt x="33" y="30"/>
                </a:cubicBezTo>
                <a:cubicBezTo>
                  <a:pt x="44" y="30"/>
                  <a:pt x="44" y="30"/>
                  <a:pt x="44" y="30"/>
                </a:cubicBezTo>
                <a:lnTo>
                  <a:pt x="44" y="37"/>
                </a:lnTo>
                <a:close/>
                <a:moveTo>
                  <a:pt x="57" y="11"/>
                </a:moveTo>
                <a:cubicBezTo>
                  <a:pt x="44" y="11"/>
                  <a:pt x="44" y="11"/>
                  <a:pt x="44" y="11"/>
                </a:cubicBezTo>
                <a:cubicBezTo>
                  <a:pt x="44" y="2"/>
                  <a:pt x="44" y="2"/>
                  <a:pt x="44" y="2"/>
                </a:cubicBezTo>
                <a:cubicBezTo>
                  <a:pt x="49" y="2"/>
                  <a:pt x="49" y="2"/>
                  <a:pt x="49" y="2"/>
                </a:cubicBezTo>
                <a:cubicBezTo>
                  <a:pt x="53" y="2"/>
                  <a:pt x="57" y="5"/>
                  <a:pt x="57" y="10"/>
                </a:cubicBezTo>
                <a:lnTo>
                  <a:pt x="57" y="11"/>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4" name="Freeform 47"/>
          <p:cNvSpPr>
            <a:spLocks noEditPoints="1"/>
          </p:cNvSpPr>
          <p:nvPr/>
        </p:nvSpPr>
        <p:spPr bwMode="auto">
          <a:xfrm>
            <a:off x="10158848" y="3052387"/>
            <a:ext cx="131936" cy="102617"/>
          </a:xfrm>
          <a:custGeom>
            <a:avLst/>
            <a:gdLst>
              <a:gd name="T0" fmla="*/ 34 w 90"/>
              <a:gd name="T1" fmla="*/ 70 h 70"/>
              <a:gd name="T2" fmla="*/ 0 w 90"/>
              <a:gd name="T3" fmla="*/ 36 h 70"/>
              <a:gd name="T4" fmla="*/ 18 w 90"/>
              <a:gd name="T5" fmla="*/ 19 h 70"/>
              <a:gd name="T6" fmla="*/ 34 w 90"/>
              <a:gd name="T7" fmla="*/ 36 h 70"/>
              <a:gd name="T8" fmla="*/ 72 w 90"/>
              <a:gd name="T9" fmla="*/ 0 h 70"/>
              <a:gd name="T10" fmla="*/ 90 w 90"/>
              <a:gd name="T11" fmla="*/ 16 h 70"/>
              <a:gd name="T12" fmla="*/ 34 w 90"/>
              <a:gd name="T13" fmla="*/ 70 h 70"/>
              <a:gd name="T14" fmla="*/ 9 w 90"/>
              <a:gd name="T15" fmla="*/ 36 h 70"/>
              <a:gd name="T16" fmla="*/ 34 w 90"/>
              <a:gd name="T17" fmla="*/ 60 h 70"/>
              <a:gd name="T18" fmla="*/ 80 w 90"/>
              <a:gd name="T19" fmla="*/ 16 h 70"/>
              <a:gd name="T20" fmla="*/ 72 w 90"/>
              <a:gd name="T21" fmla="*/ 8 h 70"/>
              <a:gd name="T22" fmla="*/ 34 w 90"/>
              <a:gd name="T23" fmla="*/ 46 h 70"/>
              <a:gd name="T24" fmla="*/ 18 w 90"/>
              <a:gd name="T25" fmla="*/ 28 h 70"/>
              <a:gd name="T26" fmla="*/ 9 w 90"/>
              <a:gd name="T27" fmla="*/ 3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70">
                <a:moveTo>
                  <a:pt x="34" y="70"/>
                </a:moveTo>
                <a:lnTo>
                  <a:pt x="0" y="36"/>
                </a:lnTo>
                <a:lnTo>
                  <a:pt x="18" y="19"/>
                </a:lnTo>
                <a:lnTo>
                  <a:pt x="34" y="36"/>
                </a:lnTo>
                <a:lnTo>
                  <a:pt x="72" y="0"/>
                </a:lnTo>
                <a:lnTo>
                  <a:pt x="90" y="16"/>
                </a:lnTo>
                <a:lnTo>
                  <a:pt x="34" y="70"/>
                </a:lnTo>
                <a:close/>
                <a:moveTo>
                  <a:pt x="9" y="36"/>
                </a:moveTo>
                <a:lnTo>
                  <a:pt x="34" y="60"/>
                </a:lnTo>
                <a:lnTo>
                  <a:pt x="80" y="16"/>
                </a:lnTo>
                <a:lnTo>
                  <a:pt x="72" y="8"/>
                </a:lnTo>
                <a:lnTo>
                  <a:pt x="34" y="46"/>
                </a:lnTo>
                <a:lnTo>
                  <a:pt x="18" y="28"/>
                </a:lnTo>
                <a:lnTo>
                  <a:pt x="9" y="36"/>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5" name="Freeform 93"/>
          <p:cNvSpPr>
            <a:spLocks noEditPoints="1"/>
          </p:cNvSpPr>
          <p:nvPr/>
        </p:nvSpPr>
        <p:spPr bwMode="auto">
          <a:xfrm>
            <a:off x="10155917" y="5304091"/>
            <a:ext cx="189108" cy="193505"/>
          </a:xfrm>
          <a:custGeom>
            <a:avLst/>
            <a:gdLst>
              <a:gd name="T0" fmla="*/ 69 w 79"/>
              <a:gd name="T1" fmla="*/ 22 h 81"/>
              <a:gd name="T2" fmla="*/ 22 w 79"/>
              <a:gd name="T3" fmla="*/ 14 h 81"/>
              <a:gd name="T4" fmla="*/ 19 w 79"/>
              <a:gd name="T5" fmla="*/ 3 h 81"/>
              <a:gd name="T6" fmla="*/ 0 w 79"/>
              <a:gd name="T7" fmla="*/ 5 h 81"/>
              <a:gd name="T8" fmla="*/ 12 w 79"/>
              <a:gd name="T9" fmla="*/ 12 h 81"/>
              <a:gd name="T10" fmla="*/ 14 w 79"/>
              <a:gd name="T11" fmla="*/ 54 h 81"/>
              <a:gd name="T12" fmla="*/ 61 w 79"/>
              <a:gd name="T13" fmla="*/ 59 h 81"/>
              <a:gd name="T14" fmla="*/ 76 w 79"/>
              <a:gd name="T15" fmla="*/ 20 h 81"/>
              <a:gd name="T16" fmla="*/ 36 w 79"/>
              <a:gd name="T17" fmla="*/ 32 h 81"/>
              <a:gd name="T18" fmla="*/ 45 w 79"/>
              <a:gd name="T19" fmla="*/ 39 h 81"/>
              <a:gd name="T20" fmla="*/ 44 w 79"/>
              <a:gd name="T21" fmla="*/ 44 h 81"/>
              <a:gd name="T22" fmla="*/ 33 w 79"/>
              <a:gd name="T23" fmla="*/ 47 h 81"/>
              <a:gd name="T24" fmla="*/ 44 w 79"/>
              <a:gd name="T25" fmla="*/ 44 h 81"/>
              <a:gd name="T26" fmla="*/ 38 w 79"/>
              <a:gd name="T27" fmla="*/ 23 h 81"/>
              <a:gd name="T28" fmla="*/ 47 w 79"/>
              <a:gd name="T29" fmla="*/ 29 h 81"/>
              <a:gd name="T30" fmla="*/ 22 w 79"/>
              <a:gd name="T31" fmla="*/ 19 h 81"/>
              <a:gd name="T32" fmla="*/ 32 w 79"/>
              <a:gd name="T33" fmla="*/ 27 h 81"/>
              <a:gd name="T34" fmla="*/ 22 w 79"/>
              <a:gd name="T35" fmla="*/ 19 h 81"/>
              <a:gd name="T36" fmla="*/ 31 w 79"/>
              <a:gd name="T37" fmla="*/ 32 h 81"/>
              <a:gd name="T38" fmla="*/ 21 w 79"/>
              <a:gd name="T39" fmla="*/ 35 h 81"/>
              <a:gd name="T40" fmla="*/ 20 w 79"/>
              <a:gd name="T41" fmla="*/ 40 h 81"/>
              <a:gd name="T42" fmla="*/ 28 w 79"/>
              <a:gd name="T43" fmla="*/ 46 h 81"/>
              <a:gd name="T44" fmla="*/ 20 w 79"/>
              <a:gd name="T45" fmla="*/ 40 h 81"/>
              <a:gd name="T46" fmla="*/ 48 w 79"/>
              <a:gd name="T47" fmla="*/ 50 h 81"/>
              <a:gd name="T48" fmla="*/ 57 w 79"/>
              <a:gd name="T49" fmla="*/ 47 h 81"/>
              <a:gd name="T50" fmla="*/ 59 w 79"/>
              <a:gd name="T51" fmla="*/ 42 h 81"/>
              <a:gd name="T52" fmla="*/ 51 w 79"/>
              <a:gd name="T53" fmla="*/ 35 h 81"/>
              <a:gd name="T54" fmla="*/ 59 w 79"/>
              <a:gd name="T55" fmla="*/ 42 h 81"/>
              <a:gd name="T56" fmla="*/ 52 w 79"/>
              <a:gd name="T57" fmla="*/ 30 h 81"/>
              <a:gd name="T58" fmla="*/ 66 w 79"/>
              <a:gd name="T59" fmla="*/ 28 h 81"/>
              <a:gd name="T60" fmla="*/ 9 w 79"/>
              <a:gd name="T61" fmla="*/ 66 h 81"/>
              <a:gd name="T62" fmla="*/ 24 w 79"/>
              <a:gd name="T63" fmla="*/ 69 h 81"/>
              <a:gd name="T64" fmla="*/ 18 w 79"/>
              <a:gd name="T65" fmla="*/ 60 h 81"/>
              <a:gd name="T66" fmla="*/ 39 w 79"/>
              <a:gd name="T67" fmla="*/ 72 h 81"/>
              <a:gd name="T68" fmla="*/ 54 w 79"/>
              <a:gd name="T69" fmla="*/ 75 h 81"/>
              <a:gd name="T70" fmla="*/ 48 w 79"/>
              <a:gd name="T71"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9" h="81">
                <a:moveTo>
                  <a:pt x="76" y="20"/>
                </a:moveTo>
                <a:cubicBezTo>
                  <a:pt x="73" y="19"/>
                  <a:pt x="70" y="20"/>
                  <a:pt x="69" y="22"/>
                </a:cubicBezTo>
                <a:cubicBezTo>
                  <a:pt x="68" y="23"/>
                  <a:pt x="68" y="23"/>
                  <a:pt x="68" y="23"/>
                </a:cubicBezTo>
                <a:cubicBezTo>
                  <a:pt x="22" y="14"/>
                  <a:pt x="22" y="14"/>
                  <a:pt x="22" y="14"/>
                </a:cubicBezTo>
                <a:cubicBezTo>
                  <a:pt x="23" y="9"/>
                  <a:pt x="23" y="9"/>
                  <a:pt x="23" y="9"/>
                </a:cubicBezTo>
                <a:cubicBezTo>
                  <a:pt x="23" y="6"/>
                  <a:pt x="21" y="4"/>
                  <a:pt x="19" y="3"/>
                </a:cubicBezTo>
                <a:cubicBezTo>
                  <a:pt x="6" y="1"/>
                  <a:pt x="6" y="1"/>
                  <a:pt x="6" y="1"/>
                </a:cubicBezTo>
                <a:cubicBezTo>
                  <a:pt x="3" y="0"/>
                  <a:pt x="1" y="2"/>
                  <a:pt x="0" y="5"/>
                </a:cubicBezTo>
                <a:cubicBezTo>
                  <a:pt x="0" y="8"/>
                  <a:pt x="1" y="10"/>
                  <a:pt x="4" y="11"/>
                </a:cubicBezTo>
                <a:cubicBezTo>
                  <a:pt x="12" y="12"/>
                  <a:pt x="12" y="12"/>
                  <a:pt x="12" y="12"/>
                </a:cubicBezTo>
                <a:cubicBezTo>
                  <a:pt x="10" y="49"/>
                  <a:pt x="10" y="49"/>
                  <a:pt x="10" y="49"/>
                </a:cubicBezTo>
                <a:cubicBezTo>
                  <a:pt x="10" y="51"/>
                  <a:pt x="11" y="53"/>
                  <a:pt x="14" y="54"/>
                </a:cubicBezTo>
                <a:cubicBezTo>
                  <a:pt x="56" y="62"/>
                  <a:pt x="56" y="62"/>
                  <a:pt x="56" y="62"/>
                </a:cubicBezTo>
                <a:cubicBezTo>
                  <a:pt x="58" y="63"/>
                  <a:pt x="60" y="62"/>
                  <a:pt x="61" y="59"/>
                </a:cubicBezTo>
                <a:cubicBezTo>
                  <a:pt x="78" y="27"/>
                  <a:pt x="78" y="27"/>
                  <a:pt x="78" y="27"/>
                </a:cubicBezTo>
                <a:cubicBezTo>
                  <a:pt x="79" y="24"/>
                  <a:pt x="78" y="21"/>
                  <a:pt x="76" y="20"/>
                </a:cubicBezTo>
                <a:close/>
                <a:moveTo>
                  <a:pt x="35" y="37"/>
                </a:moveTo>
                <a:cubicBezTo>
                  <a:pt x="36" y="32"/>
                  <a:pt x="36" y="32"/>
                  <a:pt x="36" y="32"/>
                </a:cubicBezTo>
                <a:cubicBezTo>
                  <a:pt x="46" y="34"/>
                  <a:pt x="46" y="34"/>
                  <a:pt x="46" y="34"/>
                </a:cubicBezTo>
                <a:cubicBezTo>
                  <a:pt x="45" y="39"/>
                  <a:pt x="45" y="39"/>
                  <a:pt x="45" y="39"/>
                </a:cubicBezTo>
                <a:lnTo>
                  <a:pt x="35" y="37"/>
                </a:lnTo>
                <a:close/>
                <a:moveTo>
                  <a:pt x="44" y="44"/>
                </a:moveTo>
                <a:cubicBezTo>
                  <a:pt x="43" y="49"/>
                  <a:pt x="43" y="49"/>
                  <a:pt x="43" y="49"/>
                </a:cubicBezTo>
                <a:cubicBezTo>
                  <a:pt x="33" y="47"/>
                  <a:pt x="33" y="47"/>
                  <a:pt x="33" y="47"/>
                </a:cubicBezTo>
                <a:cubicBezTo>
                  <a:pt x="34" y="42"/>
                  <a:pt x="34" y="42"/>
                  <a:pt x="34" y="42"/>
                </a:cubicBezTo>
                <a:lnTo>
                  <a:pt x="44" y="44"/>
                </a:lnTo>
                <a:close/>
                <a:moveTo>
                  <a:pt x="37" y="28"/>
                </a:moveTo>
                <a:cubicBezTo>
                  <a:pt x="38" y="23"/>
                  <a:pt x="38" y="23"/>
                  <a:pt x="38" y="23"/>
                </a:cubicBezTo>
                <a:cubicBezTo>
                  <a:pt x="48" y="25"/>
                  <a:pt x="48" y="25"/>
                  <a:pt x="48" y="25"/>
                </a:cubicBezTo>
                <a:cubicBezTo>
                  <a:pt x="47" y="29"/>
                  <a:pt x="47" y="29"/>
                  <a:pt x="47" y="29"/>
                </a:cubicBezTo>
                <a:lnTo>
                  <a:pt x="37" y="28"/>
                </a:lnTo>
                <a:close/>
                <a:moveTo>
                  <a:pt x="22" y="19"/>
                </a:moveTo>
                <a:cubicBezTo>
                  <a:pt x="33" y="22"/>
                  <a:pt x="33" y="22"/>
                  <a:pt x="33" y="22"/>
                </a:cubicBezTo>
                <a:cubicBezTo>
                  <a:pt x="32" y="27"/>
                  <a:pt x="32" y="27"/>
                  <a:pt x="32" y="27"/>
                </a:cubicBezTo>
                <a:cubicBezTo>
                  <a:pt x="21" y="25"/>
                  <a:pt x="21" y="25"/>
                  <a:pt x="21" y="25"/>
                </a:cubicBezTo>
                <a:lnTo>
                  <a:pt x="22" y="19"/>
                </a:lnTo>
                <a:close/>
                <a:moveTo>
                  <a:pt x="21" y="30"/>
                </a:moveTo>
                <a:cubicBezTo>
                  <a:pt x="31" y="32"/>
                  <a:pt x="31" y="32"/>
                  <a:pt x="31" y="32"/>
                </a:cubicBezTo>
                <a:cubicBezTo>
                  <a:pt x="30" y="36"/>
                  <a:pt x="30" y="36"/>
                  <a:pt x="30" y="36"/>
                </a:cubicBezTo>
                <a:cubicBezTo>
                  <a:pt x="21" y="35"/>
                  <a:pt x="21" y="35"/>
                  <a:pt x="21" y="35"/>
                </a:cubicBezTo>
                <a:lnTo>
                  <a:pt x="21" y="30"/>
                </a:lnTo>
                <a:close/>
                <a:moveTo>
                  <a:pt x="20" y="40"/>
                </a:moveTo>
                <a:cubicBezTo>
                  <a:pt x="29" y="41"/>
                  <a:pt x="29" y="41"/>
                  <a:pt x="29" y="41"/>
                </a:cubicBezTo>
                <a:cubicBezTo>
                  <a:pt x="28" y="46"/>
                  <a:pt x="28" y="46"/>
                  <a:pt x="28" y="46"/>
                </a:cubicBezTo>
                <a:cubicBezTo>
                  <a:pt x="20" y="45"/>
                  <a:pt x="20" y="45"/>
                  <a:pt x="20" y="45"/>
                </a:cubicBezTo>
                <a:lnTo>
                  <a:pt x="20" y="40"/>
                </a:lnTo>
                <a:close/>
                <a:moveTo>
                  <a:pt x="54" y="52"/>
                </a:moveTo>
                <a:cubicBezTo>
                  <a:pt x="48" y="50"/>
                  <a:pt x="48" y="50"/>
                  <a:pt x="48" y="50"/>
                </a:cubicBezTo>
                <a:cubicBezTo>
                  <a:pt x="49" y="45"/>
                  <a:pt x="49" y="45"/>
                  <a:pt x="49" y="45"/>
                </a:cubicBezTo>
                <a:cubicBezTo>
                  <a:pt x="57" y="47"/>
                  <a:pt x="57" y="47"/>
                  <a:pt x="57" y="47"/>
                </a:cubicBezTo>
                <a:lnTo>
                  <a:pt x="54" y="52"/>
                </a:lnTo>
                <a:close/>
                <a:moveTo>
                  <a:pt x="59" y="42"/>
                </a:moveTo>
                <a:cubicBezTo>
                  <a:pt x="50" y="40"/>
                  <a:pt x="50" y="40"/>
                  <a:pt x="50" y="40"/>
                </a:cubicBezTo>
                <a:cubicBezTo>
                  <a:pt x="51" y="35"/>
                  <a:pt x="51" y="35"/>
                  <a:pt x="51" y="35"/>
                </a:cubicBezTo>
                <a:cubicBezTo>
                  <a:pt x="61" y="37"/>
                  <a:pt x="61" y="37"/>
                  <a:pt x="61" y="37"/>
                </a:cubicBezTo>
                <a:lnTo>
                  <a:pt x="59" y="42"/>
                </a:lnTo>
                <a:close/>
                <a:moveTo>
                  <a:pt x="64" y="33"/>
                </a:moveTo>
                <a:cubicBezTo>
                  <a:pt x="52" y="30"/>
                  <a:pt x="52" y="30"/>
                  <a:pt x="52" y="30"/>
                </a:cubicBezTo>
                <a:cubicBezTo>
                  <a:pt x="53" y="25"/>
                  <a:pt x="53" y="25"/>
                  <a:pt x="53" y="25"/>
                </a:cubicBezTo>
                <a:cubicBezTo>
                  <a:pt x="66" y="28"/>
                  <a:pt x="66" y="28"/>
                  <a:pt x="66" y="28"/>
                </a:cubicBezTo>
                <a:lnTo>
                  <a:pt x="64" y="33"/>
                </a:lnTo>
                <a:close/>
                <a:moveTo>
                  <a:pt x="9" y="66"/>
                </a:moveTo>
                <a:cubicBezTo>
                  <a:pt x="8" y="70"/>
                  <a:pt x="11" y="74"/>
                  <a:pt x="15" y="75"/>
                </a:cubicBezTo>
                <a:cubicBezTo>
                  <a:pt x="19" y="76"/>
                  <a:pt x="23" y="73"/>
                  <a:pt x="24" y="69"/>
                </a:cubicBezTo>
                <a:cubicBezTo>
                  <a:pt x="24" y="69"/>
                  <a:pt x="24" y="69"/>
                  <a:pt x="24" y="69"/>
                </a:cubicBezTo>
                <a:cubicBezTo>
                  <a:pt x="25" y="65"/>
                  <a:pt x="22" y="61"/>
                  <a:pt x="18" y="60"/>
                </a:cubicBezTo>
                <a:cubicBezTo>
                  <a:pt x="14" y="59"/>
                  <a:pt x="10" y="62"/>
                  <a:pt x="9" y="66"/>
                </a:cubicBezTo>
                <a:close/>
                <a:moveTo>
                  <a:pt x="39" y="72"/>
                </a:moveTo>
                <a:cubicBezTo>
                  <a:pt x="38" y="76"/>
                  <a:pt x="41" y="80"/>
                  <a:pt x="45" y="81"/>
                </a:cubicBezTo>
                <a:cubicBezTo>
                  <a:pt x="49" y="81"/>
                  <a:pt x="53" y="79"/>
                  <a:pt x="54" y="75"/>
                </a:cubicBezTo>
                <a:cubicBezTo>
                  <a:pt x="54" y="75"/>
                  <a:pt x="54" y="75"/>
                  <a:pt x="54" y="75"/>
                </a:cubicBezTo>
                <a:cubicBezTo>
                  <a:pt x="54" y="70"/>
                  <a:pt x="52" y="66"/>
                  <a:pt x="48" y="66"/>
                </a:cubicBezTo>
                <a:cubicBezTo>
                  <a:pt x="43" y="65"/>
                  <a:pt x="39" y="68"/>
                  <a:pt x="39" y="72"/>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6" name="Freeform 94"/>
          <p:cNvSpPr>
            <a:spLocks noEditPoints="1"/>
          </p:cNvSpPr>
          <p:nvPr/>
        </p:nvSpPr>
        <p:spPr bwMode="auto">
          <a:xfrm>
            <a:off x="10295181" y="5016763"/>
            <a:ext cx="112878" cy="114344"/>
          </a:xfrm>
          <a:custGeom>
            <a:avLst/>
            <a:gdLst>
              <a:gd name="T0" fmla="*/ 24 w 47"/>
              <a:gd name="T1" fmla="*/ 0 h 48"/>
              <a:gd name="T2" fmla="*/ 0 w 47"/>
              <a:gd name="T3" fmla="*/ 24 h 48"/>
              <a:gd name="T4" fmla="*/ 24 w 47"/>
              <a:gd name="T5" fmla="*/ 48 h 48"/>
              <a:gd name="T6" fmla="*/ 47 w 47"/>
              <a:gd name="T7" fmla="*/ 24 h 48"/>
              <a:gd name="T8" fmla="*/ 24 w 47"/>
              <a:gd name="T9" fmla="*/ 0 h 48"/>
              <a:gd name="T10" fmla="*/ 6 w 47"/>
              <a:gd name="T11" fmla="*/ 24 h 48"/>
              <a:gd name="T12" fmla="*/ 24 w 47"/>
              <a:gd name="T13" fmla="*/ 6 h 48"/>
              <a:gd name="T14" fmla="*/ 24 w 47"/>
              <a:gd name="T15" fmla="*/ 42 h 48"/>
              <a:gd name="T16" fmla="*/ 6 w 47"/>
              <a:gd name="T17"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48">
                <a:moveTo>
                  <a:pt x="24" y="0"/>
                </a:moveTo>
                <a:cubicBezTo>
                  <a:pt x="11" y="0"/>
                  <a:pt x="0" y="11"/>
                  <a:pt x="0" y="24"/>
                </a:cubicBezTo>
                <a:cubicBezTo>
                  <a:pt x="0" y="37"/>
                  <a:pt x="11" y="48"/>
                  <a:pt x="24" y="48"/>
                </a:cubicBezTo>
                <a:cubicBezTo>
                  <a:pt x="37" y="48"/>
                  <a:pt x="47" y="37"/>
                  <a:pt x="47" y="24"/>
                </a:cubicBezTo>
                <a:cubicBezTo>
                  <a:pt x="47" y="11"/>
                  <a:pt x="37" y="0"/>
                  <a:pt x="24" y="0"/>
                </a:cubicBezTo>
                <a:close/>
                <a:moveTo>
                  <a:pt x="6" y="24"/>
                </a:moveTo>
                <a:cubicBezTo>
                  <a:pt x="6" y="14"/>
                  <a:pt x="14" y="6"/>
                  <a:pt x="24" y="6"/>
                </a:cubicBezTo>
                <a:cubicBezTo>
                  <a:pt x="24" y="42"/>
                  <a:pt x="24" y="42"/>
                  <a:pt x="24" y="42"/>
                </a:cubicBezTo>
                <a:cubicBezTo>
                  <a:pt x="14" y="42"/>
                  <a:pt x="6" y="34"/>
                  <a:pt x="6" y="24"/>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7" name="Freeform 95"/>
          <p:cNvSpPr>
            <a:spLocks noEditPoints="1"/>
          </p:cNvSpPr>
          <p:nvPr/>
        </p:nvSpPr>
        <p:spPr bwMode="auto">
          <a:xfrm>
            <a:off x="10045969" y="4631218"/>
            <a:ext cx="284395" cy="277064"/>
          </a:xfrm>
          <a:custGeom>
            <a:avLst/>
            <a:gdLst>
              <a:gd name="T0" fmla="*/ 22 w 119"/>
              <a:gd name="T1" fmla="*/ 19 h 116"/>
              <a:gd name="T2" fmla="*/ 58 w 119"/>
              <a:gd name="T3" fmla="*/ 33 h 116"/>
              <a:gd name="T4" fmla="*/ 62 w 119"/>
              <a:gd name="T5" fmla="*/ 12 h 116"/>
              <a:gd name="T6" fmla="*/ 82 w 119"/>
              <a:gd name="T7" fmla="*/ 3 h 116"/>
              <a:gd name="T8" fmla="*/ 91 w 119"/>
              <a:gd name="T9" fmla="*/ 23 h 116"/>
              <a:gd name="T10" fmla="*/ 95 w 119"/>
              <a:gd name="T11" fmla="*/ 49 h 116"/>
              <a:gd name="T12" fmla="*/ 95 w 119"/>
              <a:gd name="T13" fmla="*/ 50 h 116"/>
              <a:gd name="T14" fmla="*/ 99 w 119"/>
              <a:gd name="T15" fmla="*/ 41 h 116"/>
              <a:gd name="T16" fmla="*/ 119 w 119"/>
              <a:gd name="T17" fmla="*/ 49 h 116"/>
              <a:gd name="T18" fmla="*/ 93 w 119"/>
              <a:gd name="T19" fmla="*/ 116 h 116"/>
              <a:gd name="T20" fmla="*/ 73 w 119"/>
              <a:gd name="T21" fmla="*/ 109 h 116"/>
              <a:gd name="T22" fmla="*/ 75 w 119"/>
              <a:gd name="T23" fmla="*/ 103 h 116"/>
              <a:gd name="T24" fmla="*/ 63 w 119"/>
              <a:gd name="T25" fmla="*/ 103 h 116"/>
              <a:gd name="T26" fmla="*/ 53 w 119"/>
              <a:gd name="T27" fmla="*/ 106 h 116"/>
              <a:gd name="T28" fmla="*/ 35 w 119"/>
              <a:gd name="T29" fmla="*/ 102 h 116"/>
              <a:gd name="T30" fmla="*/ 30 w 119"/>
              <a:gd name="T31" fmla="*/ 100 h 116"/>
              <a:gd name="T32" fmla="*/ 28 w 119"/>
              <a:gd name="T33" fmla="*/ 99 h 116"/>
              <a:gd name="T34" fmla="*/ 21 w 119"/>
              <a:gd name="T35" fmla="*/ 83 h 116"/>
              <a:gd name="T36" fmla="*/ 22 w 119"/>
              <a:gd name="T37" fmla="*/ 80 h 116"/>
              <a:gd name="T38" fmla="*/ 22 w 119"/>
              <a:gd name="T39" fmla="*/ 70 h 116"/>
              <a:gd name="T40" fmla="*/ 24 w 119"/>
              <a:gd name="T41" fmla="*/ 67 h 116"/>
              <a:gd name="T42" fmla="*/ 24 w 119"/>
              <a:gd name="T43" fmla="*/ 57 h 116"/>
              <a:gd name="T44" fmla="*/ 27 w 119"/>
              <a:gd name="T45" fmla="*/ 52 h 116"/>
              <a:gd name="T46" fmla="*/ 11 w 119"/>
              <a:gd name="T47" fmla="*/ 46 h 116"/>
              <a:gd name="T48" fmla="*/ 3 w 119"/>
              <a:gd name="T49" fmla="*/ 28 h 116"/>
              <a:gd name="T50" fmla="*/ 22 w 119"/>
              <a:gd name="T51" fmla="*/ 19 h 116"/>
              <a:gd name="T52" fmla="*/ 86 w 119"/>
              <a:gd name="T53" fmla="*/ 106 h 116"/>
              <a:gd name="T54" fmla="*/ 90 w 119"/>
              <a:gd name="T55" fmla="*/ 104 h 116"/>
              <a:gd name="T56" fmla="*/ 88 w 119"/>
              <a:gd name="T57" fmla="*/ 99 h 116"/>
              <a:gd name="T58" fmla="*/ 84 w 119"/>
              <a:gd name="T59" fmla="*/ 101 h 116"/>
              <a:gd name="T60" fmla="*/ 86 w 119"/>
              <a:gd name="T61" fmla="*/ 106 h 116"/>
              <a:gd name="T62" fmla="*/ 15 w 119"/>
              <a:gd name="T63" fmla="*/ 40 h 116"/>
              <a:gd name="T64" fmla="*/ 41 w 119"/>
              <a:gd name="T65" fmla="*/ 50 h 116"/>
              <a:gd name="T66" fmla="*/ 42 w 119"/>
              <a:gd name="T67" fmla="*/ 50 h 116"/>
              <a:gd name="T68" fmla="*/ 39 w 119"/>
              <a:gd name="T69" fmla="*/ 57 h 116"/>
              <a:gd name="T70" fmla="*/ 38 w 119"/>
              <a:gd name="T71" fmla="*/ 57 h 116"/>
              <a:gd name="T72" fmla="*/ 31 w 119"/>
              <a:gd name="T73" fmla="*/ 60 h 116"/>
              <a:gd name="T74" fmla="*/ 32 w 119"/>
              <a:gd name="T75" fmla="*/ 66 h 116"/>
              <a:gd name="T76" fmla="*/ 34 w 119"/>
              <a:gd name="T77" fmla="*/ 68 h 116"/>
              <a:gd name="T78" fmla="*/ 31 w 119"/>
              <a:gd name="T79" fmla="*/ 70 h 116"/>
              <a:gd name="T80" fmla="*/ 30 w 119"/>
              <a:gd name="T81" fmla="*/ 73 h 116"/>
              <a:gd name="T82" fmla="*/ 30 w 119"/>
              <a:gd name="T83" fmla="*/ 78 h 116"/>
              <a:gd name="T84" fmla="*/ 32 w 119"/>
              <a:gd name="T85" fmla="*/ 81 h 116"/>
              <a:gd name="T86" fmla="*/ 30 w 119"/>
              <a:gd name="T87" fmla="*/ 83 h 116"/>
              <a:gd name="T88" fmla="*/ 28 w 119"/>
              <a:gd name="T89" fmla="*/ 85 h 116"/>
              <a:gd name="T90" fmla="*/ 31 w 119"/>
              <a:gd name="T91" fmla="*/ 93 h 116"/>
              <a:gd name="T92" fmla="*/ 33 w 119"/>
              <a:gd name="T93" fmla="*/ 93 h 116"/>
              <a:gd name="T94" fmla="*/ 38 w 119"/>
              <a:gd name="T95" fmla="*/ 95 h 116"/>
              <a:gd name="T96" fmla="*/ 60 w 119"/>
              <a:gd name="T97" fmla="*/ 96 h 116"/>
              <a:gd name="T98" fmla="*/ 78 w 119"/>
              <a:gd name="T99" fmla="*/ 95 h 116"/>
              <a:gd name="T100" fmla="*/ 92 w 119"/>
              <a:gd name="T101" fmla="*/ 59 h 116"/>
              <a:gd name="T102" fmla="*/ 88 w 119"/>
              <a:gd name="T103" fmla="*/ 55 h 116"/>
              <a:gd name="T104" fmla="*/ 83 w 119"/>
              <a:gd name="T105" fmla="*/ 20 h 116"/>
              <a:gd name="T106" fmla="*/ 79 w 119"/>
              <a:gd name="T107" fmla="*/ 12 h 116"/>
              <a:gd name="T108" fmla="*/ 70 w 119"/>
              <a:gd name="T109" fmla="*/ 15 h 116"/>
              <a:gd name="T110" fmla="*/ 67 w 119"/>
              <a:gd name="T111" fmla="*/ 37 h 116"/>
              <a:gd name="T112" fmla="*/ 66 w 119"/>
              <a:gd name="T113" fmla="*/ 44 h 116"/>
              <a:gd name="T114" fmla="*/ 20 w 119"/>
              <a:gd name="T115" fmla="*/ 26 h 116"/>
              <a:gd name="T116" fmla="*/ 10 w 119"/>
              <a:gd name="T117" fmla="*/ 31 h 116"/>
              <a:gd name="T118" fmla="*/ 15 w 119"/>
              <a:gd name="T119" fmla="*/ 4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9" h="116">
                <a:moveTo>
                  <a:pt x="22" y="19"/>
                </a:moveTo>
                <a:cubicBezTo>
                  <a:pt x="58" y="33"/>
                  <a:pt x="58" y="33"/>
                  <a:pt x="58" y="33"/>
                </a:cubicBezTo>
                <a:cubicBezTo>
                  <a:pt x="59" y="24"/>
                  <a:pt x="59" y="21"/>
                  <a:pt x="62" y="12"/>
                </a:cubicBezTo>
                <a:cubicBezTo>
                  <a:pt x="65" y="4"/>
                  <a:pt x="74" y="0"/>
                  <a:pt x="82" y="3"/>
                </a:cubicBezTo>
                <a:cubicBezTo>
                  <a:pt x="90" y="6"/>
                  <a:pt x="94" y="15"/>
                  <a:pt x="91" y="23"/>
                </a:cubicBezTo>
                <a:cubicBezTo>
                  <a:pt x="87" y="34"/>
                  <a:pt x="89" y="41"/>
                  <a:pt x="95" y="49"/>
                </a:cubicBezTo>
                <a:cubicBezTo>
                  <a:pt x="95" y="50"/>
                  <a:pt x="95" y="50"/>
                  <a:pt x="95" y="50"/>
                </a:cubicBezTo>
                <a:cubicBezTo>
                  <a:pt x="99" y="41"/>
                  <a:pt x="99" y="41"/>
                  <a:pt x="99" y="41"/>
                </a:cubicBezTo>
                <a:cubicBezTo>
                  <a:pt x="119" y="49"/>
                  <a:pt x="119" y="49"/>
                  <a:pt x="119" y="49"/>
                </a:cubicBezTo>
                <a:cubicBezTo>
                  <a:pt x="93" y="116"/>
                  <a:pt x="93" y="116"/>
                  <a:pt x="93" y="116"/>
                </a:cubicBezTo>
                <a:cubicBezTo>
                  <a:pt x="73" y="109"/>
                  <a:pt x="73" y="109"/>
                  <a:pt x="73" y="109"/>
                </a:cubicBezTo>
                <a:cubicBezTo>
                  <a:pt x="75" y="103"/>
                  <a:pt x="75" y="103"/>
                  <a:pt x="75" y="103"/>
                </a:cubicBezTo>
                <a:cubicBezTo>
                  <a:pt x="68" y="101"/>
                  <a:pt x="66" y="102"/>
                  <a:pt x="63" y="103"/>
                </a:cubicBezTo>
                <a:cubicBezTo>
                  <a:pt x="60" y="104"/>
                  <a:pt x="57" y="106"/>
                  <a:pt x="53" y="106"/>
                </a:cubicBezTo>
                <a:cubicBezTo>
                  <a:pt x="48" y="106"/>
                  <a:pt x="42" y="105"/>
                  <a:pt x="35" y="102"/>
                </a:cubicBezTo>
                <a:cubicBezTo>
                  <a:pt x="30" y="100"/>
                  <a:pt x="30" y="100"/>
                  <a:pt x="30" y="100"/>
                </a:cubicBezTo>
                <a:cubicBezTo>
                  <a:pt x="28" y="99"/>
                  <a:pt x="28" y="99"/>
                  <a:pt x="28" y="99"/>
                </a:cubicBezTo>
                <a:cubicBezTo>
                  <a:pt x="21" y="97"/>
                  <a:pt x="18" y="89"/>
                  <a:pt x="21" y="83"/>
                </a:cubicBezTo>
                <a:cubicBezTo>
                  <a:pt x="21" y="82"/>
                  <a:pt x="22" y="81"/>
                  <a:pt x="22" y="80"/>
                </a:cubicBezTo>
                <a:cubicBezTo>
                  <a:pt x="21" y="77"/>
                  <a:pt x="21" y="73"/>
                  <a:pt x="22" y="70"/>
                </a:cubicBezTo>
                <a:cubicBezTo>
                  <a:pt x="23" y="69"/>
                  <a:pt x="23" y="68"/>
                  <a:pt x="24" y="67"/>
                </a:cubicBezTo>
                <a:cubicBezTo>
                  <a:pt x="23" y="64"/>
                  <a:pt x="23" y="60"/>
                  <a:pt x="24" y="57"/>
                </a:cubicBezTo>
                <a:cubicBezTo>
                  <a:pt x="25" y="55"/>
                  <a:pt x="26" y="54"/>
                  <a:pt x="27" y="52"/>
                </a:cubicBezTo>
                <a:cubicBezTo>
                  <a:pt x="11" y="46"/>
                  <a:pt x="11" y="46"/>
                  <a:pt x="11" y="46"/>
                </a:cubicBezTo>
                <a:cubicBezTo>
                  <a:pt x="4" y="44"/>
                  <a:pt x="0" y="35"/>
                  <a:pt x="3" y="28"/>
                </a:cubicBezTo>
                <a:cubicBezTo>
                  <a:pt x="6" y="20"/>
                  <a:pt x="14" y="16"/>
                  <a:pt x="22" y="19"/>
                </a:cubicBezTo>
                <a:close/>
                <a:moveTo>
                  <a:pt x="86" y="106"/>
                </a:moveTo>
                <a:cubicBezTo>
                  <a:pt x="88" y="106"/>
                  <a:pt x="90" y="106"/>
                  <a:pt x="90" y="104"/>
                </a:cubicBezTo>
                <a:cubicBezTo>
                  <a:pt x="91" y="102"/>
                  <a:pt x="90" y="100"/>
                  <a:pt x="88" y="99"/>
                </a:cubicBezTo>
                <a:cubicBezTo>
                  <a:pt x="86" y="98"/>
                  <a:pt x="84" y="99"/>
                  <a:pt x="84" y="101"/>
                </a:cubicBezTo>
                <a:cubicBezTo>
                  <a:pt x="83" y="103"/>
                  <a:pt x="84" y="105"/>
                  <a:pt x="86" y="106"/>
                </a:cubicBezTo>
                <a:close/>
                <a:moveTo>
                  <a:pt x="15" y="40"/>
                </a:moveTo>
                <a:cubicBezTo>
                  <a:pt x="41" y="50"/>
                  <a:pt x="41" y="50"/>
                  <a:pt x="41" y="50"/>
                </a:cubicBezTo>
                <a:cubicBezTo>
                  <a:pt x="42" y="50"/>
                  <a:pt x="42" y="50"/>
                  <a:pt x="42" y="50"/>
                </a:cubicBezTo>
                <a:cubicBezTo>
                  <a:pt x="39" y="57"/>
                  <a:pt x="39" y="57"/>
                  <a:pt x="39" y="57"/>
                </a:cubicBezTo>
                <a:cubicBezTo>
                  <a:pt x="38" y="57"/>
                  <a:pt x="38" y="57"/>
                  <a:pt x="38" y="57"/>
                </a:cubicBezTo>
                <a:cubicBezTo>
                  <a:pt x="36" y="56"/>
                  <a:pt x="32" y="57"/>
                  <a:pt x="31" y="60"/>
                </a:cubicBezTo>
                <a:cubicBezTo>
                  <a:pt x="31" y="62"/>
                  <a:pt x="31" y="64"/>
                  <a:pt x="32" y="66"/>
                </a:cubicBezTo>
                <a:cubicBezTo>
                  <a:pt x="34" y="68"/>
                  <a:pt x="34" y="68"/>
                  <a:pt x="34" y="68"/>
                </a:cubicBezTo>
                <a:cubicBezTo>
                  <a:pt x="31" y="70"/>
                  <a:pt x="31" y="70"/>
                  <a:pt x="31" y="70"/>
                </a:cubicBezTo>
                <a:cubicBezTo>
                  <a:pt x="31" y="71"/>
                  <a:pt x="30" y="72"/>
                  <a:pt x="30" y="73"/>
                </a:cubicBezTo>
                <a:cubicBezTo>
                  <a:pt x="29" y="75"/>
                  <a:pt x="29" y="77"/>
                  <a:pt x="30" y="78"/>
                </a:cubicBezTo>
                <a:cubicBezTo>
                  <a:pt x="32" y="81"/>
                  <a:pt x="32" y="81"/>
                  <a:pt x="32" y="81"/>
                </a:cubicBezTo>
                <a:cubicBezTo>
                  <a:pt x="30" y="83"/>
                  <a:pt x="30" y="83"/>
                  <a:pt x="30" y="83"/>
                </a:cubicBezTo>
                <a:cubicBezTo>
                  <a:pt x="29" y="84"/>
                  <a:pt x="28" y="85"/>
                  <a:pt x="28" y="85"/>
                </a:cubicBezTo>
                <a:cubicBezTo>
                  <a:pt x="27" y="88"/>
                  <a:pt x="28" y="92"/>
                  <a:pt x="31" y="93"/>
                </a:cubicBezTo>
                <a:cubicBezTo>
                  <a:pt x="33" y="93"/>
                  <a:pt x="33" y="93"/>
                  <a:pt x="33" y="93"/>
                </a:cubicBezTo>
                <a:cubicBezTo>
                  <a:pt x="38" y="95"/>
                  <a:pt x="38" y="95"/>
                  <a:pt x="38" y="95"/>
                </a:cubicBezTo>
                <a:cubicBezTo>
                  <a:pt x="51" y="100"/>
                  <a:pt x="56" y="97"/>
                  <a:pt x="60" y="96"/>
                </a:cubicBezTo>
                <a:cubicBezTo>
                  <a:pt x="64" y="94"/>
                  <a:pt x="68" y="92"/>
                  <a:pt x="78" y="95"/>
                </a:cubicBezTo>
                <a:cubicBezTo>
                  <a:pt x="92" y="59"/>
                  <a:pt x="92" y="59"/>
                  <a:pt x="92" y="59"/>
                </a:cubicBezTo>
                <a:cubicBezTo>
                  <a:pt x="90" y="58"/>
                  <a:pt x="89" y="56"/>
                  <a:pt x="88" y="55"/>
                </a:cubicBezTo>
                <a:cubicBezTo>
                  <a:pt x="81" y="43"/>
                  <a:pt x="78" y="34"/>
                  <a:pt x="83" y="20"/>
                </a:cubicBezTo>
                <a:cubicBezTo>
                  <a:pt x="85" y="17"/>
                  <a:pt x="83" y="13"/>
                  <a:pt x="79" y="12"/>
                </a:cubicBezTo>
                <a:cubicBezTo>
                  <a:pt x="76" y="10"/>
                  <a:pt x="72" y="12"/>
                  <a:pt x="70" y="15"/>
                </a:cubicBezTo>
                <a:cubicBezTo>
                  <a:pt x="67" y="24"/>
                  <a:pt x="67" y="27"/>
                  <a:pt x="67" y="37"/>
                </a:cubicBezTo>
                <a:cubicBezTo>
                  <a:pt x="67" y="39"/>
                  <a:pt x="66" y="42"/>
                  <a:pt x="66" y="44"/>
                </a:cubicBezTo>
                <a:cubicBezTo>
                  <a:pt x="20" y="26"/>
                  <a:pt x="20" y="26"/>
                  <a:pt x="20" y="26"/>
                </a:cubicBezTo>
                <a:cubicBezTo>
                  <a:pt x="16" y="25"/>
                  <a:pt x="12" y="27"/>
                  <a:pt x="10" y="31"/>
                </a:cubicBezTo>
                <a:cubicBezTo>
                  <a:pt x="9" y="34"/>
                  <a:pt x="11" y="38"/>
                  <a:pt x="15" y="4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8" name="Freeform 96"/>
          <p:cNvSpPr>
            <a:spLocks noEditPoints="1"/>
          </p:cNvSpPr>
          <p:nvPr/>
        </p:nvSpPr>
        <p:spPr bwMode="auto">
          <a:xfrm>
            <a:off x="9936023" y="4922942"/>
            <a:ext cx="344500" cy="301987"/>
          </a:xfrm>
          <a:custGeom>
            <a:avLst/>
            <a:gdLst>
              <a:gd name="T0" fmla="*/ 144 w 144"/>
              <a:gd name="T1" fmla="*/ 41 h 126"/>
              <a:gd name="T2" fmla="*/ 102 w 144"/>
              <a:gd name="T3" fmla="*/ 0 h 126"/>
              <a:gd name="T4" fmla="*/ 72 w 144"/>
              <a:gd name="T5" fmla="*/ 14 h 126"/>
              <a:gd name="T6" fmla="*/ 41 w 144"/>
              <a:gd name="T7" fmla="*/ 0 h 126"/>
              <a:gd name="T8" fmla="*/ 0 w 144"/>
              <a:gd name="T9" fmla="*/ 41 h 126"/>
              <a:gd name="T10" fmla="*/ 13 w 144"/>
              <a:gd name="T11" fmla="*/ 72 h 126"/>
              <a:gd name="T12" fmla="*/ 13 w 144"/>
              <a:gd name="T13" fmla="*/ 72 h 126"/>
              <a:gd name="T14" fmla="*/ 58 w 144"/>
              <a:gd name="T15" fmla="*/ 117 h 126"/>
              <a:gd name="T16" fmla="*/ 72 w 144"/>
              <a:gd name="T17" fmla="*/ 126 h 126"/>
              <a:gd name="T18" fmla="*/ 85 w 144"/>
              <a:gd name="T19" fmla="*/ 117 h 126"/>
              <a:gd name="T20" fmla="*/ 130 w 144"/>
              <a:gd name="T21" fmla="*/ 72 h 126"/>
              <a:gd name="T22" fmla="*/ 130 w 144"/>
              <a:gd name="T23" fmla="*/ 72 h 126"/>
              <a:gd name="T24" fmla="*/ 144 w 144"/>
              <a:gd name="T25" fmla="*/ 41 h 126"/>
              <a:gd name="T26" fmla="*/ 118 w 144"/>
              <a:gd name="T27" fmla="*/ 59 h 126"/>
              <a:gd name="T28" fmla="*/ 73 w 144"/>
              <a:gd name="T29" fmla="*/ 104 h 126"/>
              <a:gd name="T30" fmla="*/ 72 w 144"/>
              <a:gd name="T31" fmla="*/ 105 h 126"/>
              <a:gd name="T32" fmla="*/ 71 w 144"/>
              <a:gd name="T33" fmla="*/ 104 h 126"/>
              <a:gd name="T34" fmla="*/ 25 w 144"/>
              <a:gd name="T35" fmla="*/ 59 h 126"/>
              <a:gd name="T36" fmla="*/ 18 w 144"/>
              <a:gd name="T37" fmla="*/ 41 h 126"/>
              <a:gd name="T38" fmla="*/ 41 w 144"/>
              <a:gd name="T39" fmla="*/ 18 h 126"/>
              <a:gd name="T40" fmla="*/ 58 w 144"/>
              <a:gd name="T41" fmla="*/ 26 h 126"/>
              <a:gd name="T42" fmla="*/ 72 w 144"/>
              <a:gd name="T43" fmla="*/ 40 h 126"/>
              <a:gd name="T44" fmla="*/ 85 w 144"/>
              <a:gd name="T45" fmla="*/ 26 h 126"/>
              <a:gd name="T46" fmla="*/ 102 w 144"/>
              <a:gd name="T47" fmla="*/ 18 h 126"/>
              <a:gd name="T48" fmla="*/ 126 w 144"/>
              <a:gd name="T49" fmla="*/ 41 h 126"/>
              <a:gd name="T50" fmla="*/ 118 w 144"/>
              <a:gd name="T51" fmla="*/ 59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126">
                <a:moveTo>
                  <a:pt x="144" y="41"/>
                </a:moveTo>
                <a:cubicBezTo>
                  <a:pt x="144" y="19"/>
                  <a:pt x="125" y="0"/>
                  <a:pt x="102" y="0"/>
                </a:cubicBezTo>
                <a:cubicBezTo>
                  <a:pt x="90" y="0"/>
                  <a:pt x="79" y="5"/>
                  <a:pt x="72" y="14"/>
                </a:cubicBezTo>
                <a:cubicBezTo>
                  <a:pt x="64" y="5"/>
                  <a:pt x="53" y="0"/>
                  <a:pt x="41" y="0"/>
                </a:cubicBezTo>
                <a:cubicBezTo>
                  <a:pt x="18" y="0"/>
                  <a:pt x="0" y="19"/>
                  <a:pt x="0" y="41"/>
                </a:cubicBezTo>
                <a:cubicBezTo>
                  <a:pt x="0" y="54"/>
                  <a:pt x="5" y="65"/>
                  <a:pt x="13" y="72"/>
                </a:cubicBezTo>
                <a:cubicBezTo>
                  <a:pt x="13" y="72"/>
                  <a:pt x="13" y="72"/>
                  <a:pt x="13" y="72"/>
                </a:cubicBezTo>
                <a:cubicBezTo>
                  <a:pt x="58" y="117"/>
                  <a:pt x="58" y="117"/>
                  <a:pt x="58" y="117"/>
                </a:cubicBezTo>
                <a:cubicBezTo>
                  <a:pt x="63" y="122"/>
                  <a:pt x="67" y="126"/>
                  <a:pt x="72" y="126"/>
                </a:cubicBezTo>
                <a:cubicBezTo>
                  <a:pt x="76" y="126"/>
                  <a:pt x="81" y="122"/>
                  <a:pt x="85" y="117"/>
                </a:cubicBezTo>
                <a:cubicBezTo>
                  <a:pt x="130" y="72"/>
                  <a:pt x="130" y="72"/>
                  <a:pt x="130" y="72"/>
                </a:cubicBezTo>
                <a:cubicBezTo>
                  <a:pt x="130" y="72"/>
                  <a:pt x="130" y="72"/>
                  <a:pt x="130" y="72"/>
                </a:cubicBezTo>
                <a:cubicBezTo>
                  <a:pt x="139" y="65"/>
                  <a:pt x="144" y="54"/>
                  <a:pt x="144" y="41"/>
                </a:cubicBezTo>
                <a:close/>
                <a:moveTo>
                  <a:pt x="118" y="59"/>
                </a:moveTo>
                <a:cubicBezTo>
                  <a:pt x="73" y="104"/>
                  <a:pt x="73" y="104"/>
                  <a:pt x="73" y="104"/>
                </a:cubicBezTo>
                <a:cubicBezTo>
                  <a:pt x="72" y="105"/>
                  <a:pt x="72" y="105"/>
                  <a:pt x="72" y="105"/>
                </a:cubicBezTo>
                <a:cubicBezTo>
                  <a:pt x="72" y="105"/>
                  <a:pt x="71" y="105"/>
                  <a:pt x="71" y="104"/>
                </a:cubicBezTo>
                <a:cubicBezTo>
                  <a:pt x="25" y="59"/>
                  <a:pt x="25" y="59"/>
                  <a:pt x="25" y="59"/>
                </a:cubicBezTo>
                <a:cubicBezTo>
                  <a:pt x="20" y="54"/>
                  <a:pt x="18" y="48"/>
                  <a:pt x="18" y="41"/>
                </a:cubicBezTo>
                <a:cubicBezTo>
                  <a:pt x="18" y="29"/>
                  <a:pt x="28" y="18"/>
                  <a:pt x="41" y="18"/>
                </a:cubicBezTo>
                <a:cubicBezTo>
                  <a:pt x="48" y="18"/>
                  <a:pt x="54" y="21"/>
                  <a:pt x="58" y="26"/>
                </a:cubicBezTo>
                <a:cubicBezTo>
                  <a:pt x="72" y="40"/>
                  <a:pt x="72" y="40"/>
                  <a:pt x="72" y="40"/>
                </a:cubicBezTo>
                <a:cubicBezTo>
                  <a:pt x="85" y="26"/>
                  <a:pt x="85" y="26"/>
                  <a:pt x="85" y="26"/>
                </a:cubicBezTo>
                <a:cubicBezTo>
                  <a:pt x="90" y="21"/>
                  <a:pt x="96" y="18"/>
                  <a:pt x="102" y="18"/>
                </a:cubicBezTo>
                <a:cubicBezTo>
                  <a:pt x="115" y="18"/>
                  <a:pt x="126" y="29"/>
                  <a:pt x="126" y="41"/>
                </a:cubicBezTo>
                <a:cubicBezTo>
                  <a:pt x="126" y="48"/>
                  <a:pt x="123" y="54"/>
                  <a:pt x="118" y="59"/>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9" name="Freeform 97"/>
          <p:cNvSpPr>
            <a:spLocks noEditPoints="1"/>
          </p:cNvSpPr>
          <p:nvPr/>
        </p:nvSpPr>
        <p:spPr bwMode="auto">
          <a:xfrm>
            <a:off x="9982933" y="5248384"/>
            <a:ext cx="146595" cy="146595"/>
          </a:xfrm>
          <a:custGeom>
            <a:avLst/>
            <a:gdLst>
              <a:gd name="T0" fmla="*/ 31 w 61"/>
              <a:gd name="T1" fmla="*/ 0 h 61"/>
              <a:gd name="T2" fmla="*/ 0 w 61"/>
              <a:gd name="T3" fmla="*/ 30 h 61"/>
              <a:gd name="T4" fmla="*/ 31 w 61"/>
              <a:gd name="T5" fmla="*/ 61 h 61"/>
              <a:gd name="T6" fmla="*/ 61 w 61"/>
              <a:gd name="T7" fmla="*/ 30 h 61"/>
              <a:gd name="T8" fmla="*/ 31 w 61"/>
              <a:gd name="T9" fmla="*/ 0 h 61"/>
              <a:gd name="T10" fmla="*/ 31 w 61"/>
              <a:gd name="T11" fmla="*/ 55 h 61"/>
              <a:gd name="T12" fmla="*/ 6 w 61"/>
              <a:gd name="T13" fmla="*/ 30 h 61"/>
              <a:gd name="T14" fmla="*/ 31 w 61"/>
              <a:gd name="T15" fmla="*/ 6 h 61"/>
              <a:gd name="T16" fmla="*/ 55 w 61"/>
              <a:gd name="T17" fmla="*/ 30 h 61"/>
              <a:gd name="T18" fmla="*/ 31 w 61"/>
              <a:gd name="T19" fmla="*/ 55 h 61"/>
              <a:gd name="T20" fmla="*/ 27 w 61"/>
              <a:gd name="T21" fmla="*/ 15 h 61"/>
              <a:gd name="T22" fmla="*/ 34 w 61"/>
              <a:gd name="T23" fmla="*/ 15 h 61"/>
              <a:gd name="T24" fmla="*/ 34 w 61"/>
              <a:gd name="T25" fmla="*/ 23 h 61"/>
              <a:gd name="T26" fmla="*/ 27 w 61"/>
              <a:gd name="T27" fmla="*/ 23 h 61"/>
              <a:gd name="T28" fmla="*/ 27 w 61"/>
              <a:gd name="T29" fmla="*/ 15 h 61"/>
              <a:gd name="T30" fmla="*/ 38 w 61"/>
              <a:gd name="T31" fmla="*/ 46 h 61"/>
              <a:gd name="T32" fmla="*/ 23 w 61"/>
              <a:gd name="T33" fmla="*/ 46 h 61"/>
              <a:gd name="T34" fmla="*/ 23 w 61"/>
              <a:gd name="T35" fmla="*/ 42 h 61"/>
              <a:gd name="T36" fmla="*/ 27 w 61"/>
              <a:gd name="T37" fmla="*/ 42 h 61"/>
              <a:gd name="T38" fmla="*/ 27 w 61"/>
              <a:gd name="T39" fmla="*/ 30 h 61"/>
              <a:gd name="T40" fmla="*/ 23 w 61"/>
              <a:gd name="T41" fmla="*/ 30 h 61"/>
              <a:gd name="T42" fmla="*/ 23 w 61"/>
              <a:gd name="T43" fmla="*/ 27 h 61"/>
              <a:gd name="T44" fmla="*/ 34 w 61"/>
              <a:gd name="T45" fmla="*/ 27 h 61"/>
              <a:gd name="T46" fmla="*/ 34 w 61"/>
              <a:gd name="T47" fmla="*/ 42 h 61"/>
              <a:gd name="T48" fmla="*/ 38 w 61"/>
              <a:gd name="T49" fmla="*/ 42 h 61"/>
              <a:gd name="T50" fmla="*/ 38 w 61"/>
              <a:gd name="T51" fmla="*/ 4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1">
                <a:moveTo>
                  <a:pt x="31" y="0"/>
                </a:moveTo>
                <a:cubicBezTo>
                  <a:pt x="14" y="0"/>
                  <a:pt x="0" y="14"/>
                  <a:pt x="0" y="30"/>
                </a:cubicBezTo>
                <a:cubicBezTo>
                  <a:pt x="0" y="47"/>
                  <a:pt x="14" y="61"/>
                  <a:pt x="31" y="61"/>
                </a:cubicBezTo>
                <a:cubicBezTo>
                  <a:pt x="47" y="61"/>
                  <a:pt x="61" y="47"/>
                  <a:pt x="61" y="30"/>
                </a:cubicBezTo>
                <a:cubicBezTo>
                  <a:pt x="61" y="14"/>
                  <a:pt x="47" y="0"/>
                  <a:pt x="31" y="0"/>
                </a:cubicBezTo>
                <a:close/>
                <a:moveTo>
                  <a:pt x="31" y="55"/>
                </a:moveTo>
                <a:cubicBezTo>
                  <a:pt x="17" y="55"/>
                  <a:pt x="6" y="44"/>
                  <a:pt x="6" y="30"/>
                </a:cubicBezTo>
                <a:cubicBezTo>
                  <a:pt x="6" y="17"/>
                  <a:pt x="17" y="6"/>
                  <a:pt x="31" y="6"/>
                </a:cubicBezTo>
                <a:cubicBezTo>
                  <a:pt x="44" y="6"/>
                  <a:pt x="55" y="17"/>
                  <a:pt x="55" y="30"/>
                </a:cubicBezTo>
                <a:cubicBezTo>
                  <a:pt x="55" y="44"/>
                  <a:pt x="44" y="55"/>
                  <a:pt x="31" y="55"/>
                </a:cubicBezTo>
                <a:close/>
                <a:moveTo>
                  <a:pt x="27" y="15"/>
                </a:moveTo>
                <a:cubicBezTo>
                  <a:pt x="34" y="15"/>
                  <a:pt x="34" y="15"/>
                  <a:pt x="34" y="15"/>
                </a:cubicBezTo>
                <a:cubicBezTo>
                  <a:pt x="34" y="23"/>
                  <a:pt x="34" y="23"/>
                  <a:pt x="34" y="23"/>
                </a:cubicBezTo>
                <a:cubicBezTo>
                  <a:pt x="27" y="23"/>
                  <a:pt x="27" y="23"/>
                  <a:pt x="27" y="23"/>
                </a:cubicBezTo>
                <a:lnTo>
                  <a:pt x="27" y="15"/>
                </a:lnTo>
                <a:close/>
                <a:moveTo>
                  <a:pt x="38" y="46"/>
                </a:moveTo>
                <a:cubicBezTo>
                  <a:pt x="23" y="46"/>
                  <a:pt x="23" y="46"/>
                  <a:pt x="23" y="46"/>
                </a:cubicBezTo>
                <a:cubicBezTo>
                  <a:pt x="23" y="42"/>
                  <a:pt x="23" y="42"/>
                  <a:pt x="23" y="42"/>
                </a:cubicBezTo>
                <a:cubicBezTo>
                  <a:pt x="27" y="42"/>
                  <a:pt x="27" y="42"/>
                  <a:pt x="27" y="42"/>
                </a:cubicBezTo>
                <a:cubicBezTo>
                  <a:pt x="27" y="30"/>
                  <a:pt x="27" y="30"/>
                  <a:pt x="27" y="30"/>
                </a:cubicBezTo>
                <a:cubicBezTo>
                  <a:pt x="23" y="30"/>
                  <a:pt x="23" y="30"/>
                  <a:pt x="23" y="30"/>
                </a:cubicBezTo>
                <a:cubicBezTo>
                  <a:pt x="23" y="27"/>
                  <a:pt x="23" y="27"/>
                  <a:pt x="23" y="27"/>
                </a:cubicBezTo>
                <a:cubicBezTo>
                  <a:pt x="34" y="27"/>
                  <a:pt x="34" y="27"/>
                  <a:pt x="34" y="27"/>
                </a:cubicBezTo>
                <a:cubicBezTo>
                  <a:pt x="34" y="42"/>
                  <a:pt x="34" y="42"/>
                  <a:pt x="34" y="42"/>
                </a:cubicBezTo>
                <a:cubicBezTo>
                  <a:pt x="38" y="42"/>
                  <a:pt x="38" y="42"/>
                  <a:pt x="38" y="42"/>
                </a:cubicBezTo>
                <a:lnTo>
                  <a:pt x="38" y="46"/>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0" name="Freeform 98"/>
          <p:cNvSpPr>
            <a:spLocks noEditPoints="1"/>
          </p:cNvSpPr>
          <p:nvPr/>
        </p:nvSpPr>
        <p:spPr bwMode="auto">
          <a:xfrm>
            <a:off x="10019582" y="5493199"/>
            <a:ext cx="224291" cy="225757"/>
          </a:xfrm>
          <a:custGeom>
            <a:avLst/>
            <a:gdLst>
              <a:gd name="T0" fmla="*/ 85 w 94"/>
              <a:gd name="T1" fmla="*/ 20 h 94"/>
              <a:gd name="T2" fmla="*/ 37 w 94"/>
              <a:gd name="T3" fmla="*/ 2 h 94"/>
              <a:gd name="T4" fmla="*/ 20 w 94"/>
              <a:gd name="T5" fmla="*/ 10 h 94"/>
              <a:gd name="T6" fmla="*/ 2 w 94"/>
              <a:gd name="T7" fmla="*/ 57 h 94"/>
              <a:gd name="T8" fmla="*/ 10 w 94"/>
              <a:gd name="T9" fmla="*/ 74 h 94"/>
              <a:gd name="T10" fmla="*/ 57 w 94"/>
              <a:gd name="T11" fmla="*/ 92 h 94"/>
              <a:gd name="T12" fmla="*/ 74 w 94"/>
              <a:gd name="T13" fmla="*/ 84 h 94"/>
              <a:gd name="T14" fmla="*/ 92 w 94"/>
              <a:gd name="T15" fmla="*/ 37 h 94"/>
              <a:gd name="T16" fmla="*/ 85 w 94"/>
              <a:gd name="T17" fmla="*/ 20 h 94"/>
              <a:gd name="T18" fmla="*/ 36 w 94"/>
              <a:gd name="T19" fmla="*/ 38 h 94"/>
              <a:gd name="T20" fmla="*/ 62 w 94"/>
              <a:gd name="T21" fmla="*/ 47 h 94"/>
              <a:gd name="T22" fmla="*/ 61 w 94"/>
              <a:gd name="T23" fmla="*/ 52 h 94"/>
              <a:gd name="T24" fmla="*/ 42 w 94"/>
              <a:gd name="T25" fmla="*/ 61 h 94"/>
              <a:gd name="T26" fmla="*/ 33 w 94"/>
              <a:gd name="T27" fmla="*/ 42 h 94"/>
              <a:gd name="T28" fmla="*/ 36 w 94"/>
              <a:gd name="T29" fmla="*/ 38 h 94"/>
              <a:gd name="T30" fmla="*/ 76 w 94"/>
              <a:gd name="T31" fmla="*/ 53 h 94"/>
              <a:gd name="T32" fmla="*/ 69 w 94"/>
              <a:gd name="T33" fmla="*/ 71 h 94"/>
              <a:gd name="T34" fmla="*/ 66 w 94"/>
              <a:gd name="T35" fmla="*/ 80 h 94"/>
              <a:gd name="T36" fmla="*/ 59 w 94"/>
              <a:gd name="T37" fmla="*/ 82 h 94"/>
              <a:gd name="T38" fmla="*/ 15 w 94"/>
              <a:gd name="T39" fmla="*/ 65 h 94"/>
              <a:gd name="T40" fmla="*/ 12 w 94"/>
              <a:gd name="T41" fmla="*/ 59 h 94"/>
              <a:gd name="T42" fmla="*/ 15 w 94"/>
              <a:gd name="T43" fmla="*/ 50 h 94"/>
              <a:gd name="T44" fmla="*/ 22 w 94"/>
              <a:gd name="T45" fmla="*/ 32 h 94"/>
              <a:gd name="T46" fmla="*/ 22 w 94"/>
              <a:gd name="T47" fmla="*/ 32 h 94"/>
              <a:gd name="T48" fmla="*/ 29 w 94"/>
              <a:gd name="T49" fmla="*/ 35 h 94"/>
              <a:gd name="T50" fmla="*/ 27 w 94"/>
              <a:gd name="T51" fmla="*/ 39 h 94"/>
              <a:gd name="T52" fmla="*/ 39 w 94"/>
              <a:gd name="T53" fmla="*/ 67 h 94"/>
              <a:gd name="T54" fmla="*/ 67 w 94"/>
              <a:gd name="T55" fmla="*/ 55 h 94"/>
              <a:gd name="T56" fmla="*/ 69 w 94"/>
              <a:gd name="T57" fmla="*/ 50 h 94"/>
              <a:gd name="T58" fmla="*/ 76 w 94"/>
              <a:gd name="T59" fmla="*/ 53 h 94"/>
              <a:gd name="T60" fmla="*/ 82 w 94"/>
              <a:gd name="T61" fmla="*/ 37 h 94"/>
              <a:gd name="T62" fmla="*/ 79 w 94"/>
              <a:gd name="T63" fmla="*/ 38 h 94"/>
              <a:gd name="T64" fmla="*/ 74 w 94"/>
              <a:gd name="T65" fmla="*/ 37 h 94"/>
              <a:gd name="T66" fmla="*/ 73 w 94"/>
              <a:gd name="T67" fmla="*/ 34 h 94"/>
              <a:gd name="T68" fmla="*/ 74 w 94"/>
              <a:gd name="T69" fmla="*/ 29 h 94"/>
              <a:gd name="T70" fmla="*/ 77 w 94"/>
              <a:gd name="T71" fmla="*/ 28 h 94"/>
              <a:gd name="T72" fmla="*/ 82 w 94"/>
              <a:gd name="T73" fmla="*/ 29 h 94"/>
              <a:gd name="T74" fmla="*/ 83 w 94"/>
              <a:gd name="T75" fmla="*/ 33 h 94"/>
              <a:gd name="T76" fmla="*/ 82 w 94"/>
              <a:gd name="T77" fmla="*/ 3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4" h="94">
                <a:moveTo>
                  <a:pt x="85" y="20"/>
                </a:moveTo>
                <a:cubicBezTo>
                  <a:pt x="37" y="2"/>
                  <a:pt x="37" y="2"/>
                  <a:pt x="37" y="2"/>
                </a:cubicBezTo>
                <a:cubicBezTo>
                  <a:pt x="30" y="0"/>
                  <a:pt x="23" y="3"/>
                  <a:pt x="20" y="10"/>
                </a:cubicBezTo>
                <a:cubicBezTo>
                  <a:pt x="2" y="57"/>
                  <a:pt x="2" y="57"/>
                  <a:pt x="2" y="57"/>
                </a:cubicBezTo>
                <a:cubicBezTo>
                  <a:pt x="0" y="64"/>
                  <a:pt x="3" y="71"/>
                  <a:pt x="10" y="74"/>
                </a:cubicBezTo>
                <a:cubicBezTo>
                  <a:pt x="57" y="92"/>
                  <a:pt x="57" y="92"/>
                  <a:pt x="57" y="92"/>
                </a:cubicBezTo>
                <a:cubicBezTo>
                  <a:pt x="64" y="94"/>
                  <a:pt x="71" y="91"/>
                  <a:pt x="74" y="84"/>
                </a:cubicBezTo>
                <a:cubicBezTo>
                  <a:pt x="92" y="37"/>
                  <a:pt x="92" y="37"/>
                  <a:pt x="92" y="37"/>
                </a:cubicBezTo>
                <a:cubicBezTo>
                  <a:pt x="94" y="30"/>
                  <a:pt x="91" y="23"/>
                  <a:pt x="85" y="20"/>
                </a:cubicBezTo>
                <a:close/>
                <a:moveTo>
                  <a:pt x="36" y="38"/>
                </a:moveTo>
                <a:cubicBezTo>
                  <a:pt x="62" y="47"/>
                  <a:pt x="62" y="47"/>
                  <a:pt x="62" y="47"/>
                </a:cubicBezTo>
                <a:cubicBezTo>
                  <a:pt x="62" y="49"/>
                  <a:pt x="61" y="51"/>
                  <a:pt x="61" y="52"/>
                </a:cubicBezTo>
                <a:cubicBezTo>
                  <a:pt x="58" y="60"/>
                  <a:pt x="49" y="64"/>
                  <a:pt x="42" y="61"/>
                </a:cubicBezTo>
                <a:cubicBezTo>
                  <a:pt x="34" y="58"/>
                  <a:pt x="31" y="49"/>
                  <a:pt x="33" y="42"/>
                </a:cubicBezTo>
                <a:cubicBezTo>
                  <a:pt x="34" y="40"/>
                  <a:pt x="35" y="39"/>
                  <a:pt x="36" y="38"/>
                </a:cubicBezTo>
                <a:close/>
                <a:moveTo>
                  <a:pt x="76" y="53"/>
                </a:moveTo>
                <a:cubicBezTo>
                  <a:pt x="69" y="71"/>
                  <a:pt x="69" y="71"/>
                  <a:pt x="69" y="71"/>
                </a:cubicBezTo>
                <a:cubicBezTo>
                  <a:pt x="66" y="80"/>
                  <a:pt x="66" y="80"/>
                  <a:pt x="66" y="80"/>
                </a:cubicBezTo>
                <a:cubicBezTo>
                  <a:pt x="65" y="82"/>
                  <a:pt x="62" y="83"/>
                  <a:pt x="59" y="82"/>
                </a:cubicBezTo>
                <a:cubicBezTo>
                  <a:pt x="15" y="65"/>
                  <a:pt x="15" y="65"/>
                  <a:pt x="15" y="65"/>
                </a:cubicBezTo>
                <a:cubicBezTo>
                  <a:pt x="12" y="64"/>
                  <a:pt x="11" y="62"/>
                  <a:pt x="12" y="59"/>
                </a:cubicBezTo>
                <a:cubicBezTo>
                  <a:pt x="15" y="50"/>
                  <a:pt x="15" y="50"/>
                  <a:pt x="15" y="50"/>
                </a:cubicBezTo>
                <a:cubicBezTo>
                  <a:pt x="22" y="32"/>
                  <a:pt x="22" y="32"/>
                  <a:pt x="22" y="32"/>
                </a:cubicBezTo>
                <a:cubicBezTo>
                  <a:pt x="22" y="32"/>
                  <a:pt x="22" y="32"/>
                  <a:pt x="22" y="32"/>
                </a:cubicBezTo>
                <a:cubicBezTo>
                  <a:pt x="29" y="35"/>
                  <a:pt x="29" y="35"/>
                  <a:pt x="29" y="35"/>
                </a:cubicBezTo>
                <a:cubicBezTo>
                  <a:pt x="28" y="36"/>
                  <a:pt x="27" y="38"/>
                  <a:pt x="27" y="39"/>
                </a:cubicBezTo>
                <a:cubicBezTo>
                  <a:pt x="23" y="51"/>
                  <a:pt x="28" y="63"/>
                  <a:pt x="39" y="67"/>
                </a:cubicBezTo>
                <a:cubicBezTo>
                  <a:pt x="51" y="72"/>
                  <a:pt x="63" y="66"/>
                  <a:pt x="67" y="55"/>
                </a:cubicBezTo>
                <a:cubicBezTo>
                  <a:pt x="68" y="53"/>
                  <a:pt x="68" y="52"/>
                  <a:pt x="69" y="50"/>
                </a:cubicBezTo>
                <a:cubicBezTo>
                  <a:pt x="76" y="53"/>
                  <a:pt x="76" y="53"/>
                  <a:pt x="76" y="53"/>
                </a:cubicBezTo>
                <a:close/>
                <a:moveTo>
                  <a:pt x="82" y="37"/>
                </a:moveTo>
                <a:cubicBezTo>
                  <a:pt x="81" y="38"/>
                  <a:pt x="80" y="39"/>
                  <a:pt x="79" y="38"/>
                </a:cubicBezTo>
                <a:cubicBezTo>
                  <a:pt x="74" y="37"/>
                  <a:pt x="74" y="37"/>
                  <a:pt x="74" y="37"/>
                </a:cubicBezTo>
                <a:cubicBezTo>
                  <a:pt x="73" y="36"/>
                  <a:pt x="72" y="35"/>
                  <a:pt x="73" y="34"/>
                </a:cubicBezTo>
                <a:cubicBezTo>
                  <a:pt x="74" y="29"/>
                  <a:pt x="74" y="29"/>
                  <a:pt x="74" y="29"/>
                </a:cubicBezTo>
                <a:cubicBezTo>
                  <a:pt x="75" y="28"/>
                  <a:pt x="76" y="27"/>
                  <a:pt x="77" y="28"/>
                </a:cubicBezTo>
                <a:cubicBezTo>
                  <a:pt x="82" y="29"/>
                  <a:pt x="82" y="29"/>
                  <a:pt x="82" y="29"/>
                </a:cubicBezTo>
                <a:cubicBezTo>
                  <a:pt x="83" y="30"/>
                  <a:pt x="84" y="31"/>
                  <a:pt x="83" y="33"/>
                </a:cubicBezTo>
                <a:lnTo>
                  <a:pt x="82" y="3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1" name="Freeform 99"/>
          <p:cNvSpPr>
            <a:spLocks noEditPoints="1"/>
          </p:cNvSpPr>
          <p:nvPr/>
        </p:nvSpPr>
        <p:spPr bwMode="auto">
          <a:xfrm>
            <a:off x="10158848" y="4472896"/>
            <a:ext cx="126072" cy="126072"/>
          </a:xfrm>
          <a:custGeom>
            <a:avLst/>
            <a:gdLst>
              <a:gd name="T0" fmla="*/ 44 w 53"/>
              <a:gd name="T1" fmla="*/ 0 h 53"/>
              <a:gd name="T2" fmla="*/ 9 w 53"/>
              <a:gd name="T3" fmla="*/ 0 h 53"/>
              <a:gd name="T4" fmla="*/ 0 w 53"/>
              <a:gd name="T5" fmla="*/ 9 h 53"/>
              <a:gd name="T6" fmla="*/ 0 w 53"/>
              <a:gd name="T7" fmla="*/ 44 h 53"/>
              <a:gd name="T8" fmla="*/ 9 w 53"/>
              <a:gd name="T9" fmla="*/ 53 h 53"/>
              <a:gd name="T10" fmla="*/ 44 w 53"/>
              <a:gd name="T11" fmla="*/ 53 h 53"/>
              <a:gd name="T12" fmla="*/ 53 w 53"/>
              <a:gd name="T13" fmla="*/ 44 h 53"/>
              <a:gd name="T14" fmla="*/ 53 w 53"/>
              <a:gd name="T15" fmla="*/ 9 h 53"/>
              <a:gd name="T16" fmla="*/ 44 w 53"/>
              <a:gd name="T17" fmla="*/ 0 h 53"/>
              <a:gd name="T18" fmla="*/ 20 w 53"/>
              <a:gd name="T19" fmla="*/ 43 h 53"/>
              <a:gd name="T20" fmla="*/ 13 w 53"/>
              <a:gd name="T21" fmla="*/ 43 h 53"/>
              <a:gd name="T22" fmla="*/ 13 w 53"/>
              <a:gd name="T23" fmla="*/ 20 h 53"/>
              <a:gd name="T24" fmla="*/ 20 w 53"/>
              <a:gd name="T25" fmla="*/ 20 h 53"/>
              <a:gd name="T26" fmla="*/ 20 w 53"/>
              <a:gd name="T27" fmla="*/ 43 h 53"/>
              <a:gd name="T28" fmla="*/ 17 w 53"/>
              <a:gd name="T29" fmla="*/ 16 h 53"/>
              <a:gd name="T30" fmla="*/ 13 w 53"/>
              <a:gd name="T31" fmla="*/ 13 h 53"/>
              <a:gd name="T32" fmla="*/ 17 w 53"/>
              <a:gd name="T33" fmla="*/ 10 h 53"/>
              <a:gd name="T34" fmla="*/ 20 w 53"/>
              <a:gd name="T35" fmla="*/ 13 h 53"/>
              <a:gd name="T36" fmla="*/ 17 w 53"/>
              <a:gd name="T37" fmla="*/ 16 h 53"/>
              <a:gd name="T38" fmla="*/ 43 w 53"/>
              <a:gd name="T39" fmla="*/ 43 h 53"/>
              <a:gd name="T40" fmla="*/ 37 w 53"/>
              <a:gd name="T41" fmla="*/ 43 h 53"/>
              <a:gd name="T42" fmla="*/ 37 w 53"/>
              <a:gd name="T43" fmla="*/ 30 h 53"/>
              <a:gd name="T44" fmla="*/ 33 w 53"/>
              <a:gd name="T45" fmla="*/ 26 h 53"/>
              <a:gd name="T46" fmla="*/ 30 w 53"/>
              <a:gd name="T47" fmla="*/ 30 h 53"/>
              <a:gd name="T48" fmla="*/ 30 w 53"/>
              <a:gd name="T49" fmla="*/ 43 h 53"/>
              <a:gd name="T50" fmla="*/ 23 w 53"/>
              <a:gd name="T51" fmla="*/ 43 h 53"/>
              <a:gd name="T52" fmla="*/ 23 w 53"/>
              <a:gd name="T53" fmla="*/ 20 h 53"/>
              <a:gd name="T54" fmla="*/ 30 w 53"/>
              <a:gd name="T55" fmla="*/ 20 h 53"/>
              <a:gd name="T56" fmla="*/ 30 w 53"/>
              <a:gd name="T57" fmla="*/ 24 h 53"/>
              <a:gd name="T58" fmla="*/ 36 w 53"/>
              <a:gd name="T59" fmla="*/ 20 h 53"/>
              <a:gd name="T60" fmla="*/ 43 w 53"/>
              <a:gd name="T61" fmla="*/ 28 h 53"/>
              <a:gd name="T62" fmla="*/ 43 w 53"/>
              <a:gd name="T63"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3" h="53">
                <a:moveTo>
                  <a:pt x="44" y="0"/>
                </a:moveTo>
                <a:cubicBezTo>
                  <a:pt x="9" y="0"/>
                  <a:pt x="9" y="0"/>
                  <a:pt x="9" y="0"/>
                </a:cubicBezTo>
                <a:cubicBezTo>
                  <a:pt x="4" y="0"/>
                  <a:pt x="0" y="4"/>
                  <a:pt x="0" y="9"/>
                </a:cubicBezTo>
                <a:cubicBezTo>
                  <a:pt x="0" y="44"/>
                  <a:pt x="0" y="44"/>
                  <a:pt x="0" y="44"/>
                </a:cubicBezTo>
                <a:cubicBezTo>
                  <a:pt x="0" y="49"/>
                  <a:pt x="4" y="53"/>
                  <a:pt x="9" y="53"/>
                </a:cubicBezTo>
                <a:cubicBezTo>
                  <a:pt x="44" y="53"/>
                  <a:pt x="44" y="53"/>
                  <a:pt x="44" y="53"/>
                </a:cubicBezTo>
                <a:cubicBezTo>
                  <a:pt x="49" y="53"/>
                  <a:pt x="53" y="49"/>
                  <a:pt x="53" y="44"/>
                </a:cubicBezTo>
                <a:cubicBezTo>
                  <a:pt x="53" y="9"/>
                  <a:pt x="53" y="9"/>
                  <a:pt x="53" y="9"/>
                </a:cubicBezTo>
                <a:cubicBezTo>
                  <a:pt x="53" y="4"/>
                  <a:pt x="49" y="0"/>
                  <a:pt x="44" y="0"/>
                </a:cubicBezTo>
                <a:close/>
                <a:moveTo>
                  <a:pt x="20" y="43"/>
                </a:moveTo>
                <a:cubicBezTo>
                  <a:pt x="13" y="43"/>
                  <a:pt x="13" y="43"/>
                  <a:pt x="13" y="43"/>
                </a:cubicBezTo>
                <a:cubicBezTo>
                  <a:pt x="13" y="20"/>
                  <a:pt x="13" y="20"/>
                  <a:pt x="13" y="20"/>
                </a:cubicBezTo>
                <a:cubicBezTo>
                  <a:pt x="20" y="20"/>
                  <a:pt x="20" y="20"/>
                  <a:pt x="20" y="20"/>
                </a:cubicBezTo>
                <a:lnTo>
                  <a:pt x="20" y="43"/>
                </a:lnTo>
                <a:close/>
                <a:moveTo>
                  <a:pt x="17" y="16"/>
                </a:moveTo>
                <a:cubicBezTo>
                  <a:pt x="15" y="16"/>
                  <a:pt x="13" y="15"/>
                  <a:pt x="13" y="13"/>
                </a:cubicBezTo>
                <a:cubicBezTo>
                  <a:pt x="13" y="11"/>
                  <a:pt x="15" y="10"/>
                  <a:pt x="17" y="10"/>
                </a:cubicBezTo>
                <a:cubicBezTo>
                  <a:pt x="18" y="10"/>
                  <a:pt x="20" y="11"/>
                  <a:pt x="20" y="13"/>
                </a:cubicBezTo>
                <a:cubicBezTo>
                  <a:pt x="20" y="15"/>
                  <a:pt x="18" y="16"/>
                  <a:pt x="17" y="16"/>
                </a:cubicBezTo>
                <a:close/>
                <a:moveTo>
                  <a:pt x="43" y="43"/>
                </a:moveTo>
                <a:cubicBezTo>
                  <a:pt x="37" y="43"/>
                  <a:pt x="37" y="43"/>
                  <a:pt x="37" y="43"/>
                </a:cubicBezTo>
                <a:cubicBezTo>
                  <a:pt x="37" y="30"/>
                  <a:pt x="37" y="30"/>
                  <a:pt x="37" y="30"/>
                </a:cubicBezTo>
                <a:cubicBezTo>
                  <a:pt x="37" y="28"/>
                  <a:pt x="35" y="26"/>
                  <a:pt x="33" y="26"/>
                </a:cubicBezTo>
                <a:cubicBezTo>
                  <a:pt x="31" y="26"/>
                  <a:pt x="30" y="28"/>
                  <a:pt x="30" y="30"/>
                </a:cubicBezTo>
                <a:cubicBezTo>
                  <a:pt x="30" y="43"/>
                  <a:pt x="30" y="43"/>
                  <a:pt x="30" y="43"/>
                </a:cubicBezTo>
                <a:cubicBezTo>
                  <a:pt x="23" y="43"/>
                  <a:pt x="23" y="43"/>
                  <a:pt x="23" y="43"/>
                </a:cubicBezTo>
                <a:cubicBezTo>
                  <a:pt x="23" y="20"/>
                  <a:pt x="23" y="20"/>
                  <a:pt x="23" y="20"/>
                </a:cubicBezTo>
                <a:cubicBezTo>
                  <a:pt x="30" y="20"/>
                  <a:pt x="30" y="20"/>
                  <a:pt x="30" y="20"/>
                </a:cubicBezTo>
                <a:cubicBezTo>
                  <a:pt x="30" y="24"/>
                  <a:pt x="30" y="24"/>
                  <a:pt x="30" y="24"/>
                </a:cubicBezTo>
                <a:cubicBezTo>
                  <a:pt x="31" y="22"/>
                  <a:pt x="33" y="20"/>
                  <a:pt x="36" y="20"/>
                </a:cubicBezTo>
                <a:cubicBezTo>
                  <a:pt x="40" y="20"/>
                  <a:pt x="43" y="23"/>
                  <a:pt x="43" y="28"/>
                </a:cubicBezTo>
                <a:lnTo>
                  <a:pt x="43" y="43"/>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2" name="Freeform 100"/>
          <p:cNvSpPr>
            <a:spLocks noEditPoints="1"/>
          </p:cNvSpPr>
          <p:nvPr/>
        </p:nvSpPr>
        <p:spPr bwMode="auto">
          <a:xfrm>
            <a:off x="10048902" y="4298446"/>
            <a:ext cx="231620" cy="145129"/>
          </a:xfrm>
          <a:custGeom>
            <a:avLst/>
            <a:gdLst>
              <a:gd name="T0" fmla="*/ 49 w 158"/>
              <a:gd name="T1" fmla="*/ 70 h 99"/>
              <a:gd name="T2" fmla="*/ 49 w 158"/>
              <a:gd name="T3" fmla="*/ 39 h 99"/>
              <a:gd name="T4" fmla="*/ 78 w 158"/>
              <a:gd name="T5" fmla="*/ 39 h 99"/>
              <a:gd name="T6" fmla="*/ 39 w 158"/>
              <a:gd name="T7" fmla="*/ 0 h 99"/>
              <a:gd name="T8" fmla="*/ 0 w 158"/>
              <a:gd name="T9" fmla="*/ 39 h 99"/>
              <a:gd name="T10" fmla="*/ 29 w 158"/>
              <a:gd name="T11" fmla="*/ 39 h 99"/>
              <a:gd name="T12" fmla="*/ 29 w 158"/>
              <a:gd name="T13" fmla="*/ 89 h 99"/>
              <a:gd name="T14" fmla="*/ 88 w 158"/>
              <a:gd name="T15" fmla="*/ 89 h 99"/>
              <a:gd name="T16" fmla="*/ 68 w 158"/>
              <a:gd name="T17" fmla="*/ 70 h 99"/>
              <a:gd name="T18" fmla="*/ 49 w 158"/>
              <a:gd name="T19" fmla="*/ 70 h 99"/>
              <a:gd name="T20" fmla="*/ 129 w 158"/>
              <a:gd name="T21" fmla="*/ 58 h 99"/>
              <a:gd name="T22" fmla="*/ 129 w 158"/>
              <a:gd name="T23" fmla="*/ 9 h 99"/>
              <a:gd name="T24" fmla="*/ 68 w 158"/>
              <a:gd name="T25" fmla="*/ 9 h 99"/>
              <a:gd name="T26" fmla="*/ 88 w 158"/>
              <a:gd name="T27" fmla="*/ 29 h 99"/>
              <a:gd name="T28" fmla="*/ 107 w 158"/>
              <a:gd name="T29" fmla="*/ 29 h 99"/>
              <a:gd name="T30" fmla="*/ 107 w 158"/>
              <a:gd name="T31" fmla="*/ 58 h 99"/>
              <a:gd name="T32" fmla="*/ 78 w 158"/>
              <a:gd name="T33" fmla="*/ 58 h 99"/>
              <a:gd name="T34" fmla="*/ 119 w 158"/>
              <a:gd name="T35" fmla="*/ 99 h 99"/>
              <a:gd name="T36" fmla="*/ 158 w 158"/>
              <a:gd name="T37" fmla="*/ 58 h 99"/>
              <a:gd name="T38" fmla="*/ 129 w 158"/>
              <a:gd name="T39" fmla="*/ 5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8" h="99">
                <a:moveTo>
                  <a:pt x="49" y="70"/>
                </a:moveTo>
                <a:lnTo>
                  <a:pt x="49" y="39"/>
                </a:lnTo>
                <a:lnTo>
                  <a:pt x="78" y="39"/>
                </a:lnTo>
                <a:lnTo>
                  <a:pt x="39" y="0"/>
                </a:lnTo>
                <a:lnTo>
                  <a:pt x="0" y="39"/>
                </a:lnTo>
                <a:lnTo>
                  <a:pt x="29" y="39"/>
                </a:lnTo>
                <a:lnTo>
                  <a:pt x="29" y="89"/>
                </a:lnTo>
                <a:lnTo>
                  <a:pt x="88" y="89"/>
                </a:lnTo>
                <a:lnTo>
                  <a:pt x="68" y="70"/>
                </a:lnTo>
                <a:lnTo>
                  <a:pt x="49" y="70"/>
                </a:lnTo>
                <a:close/>
                <a:moveTo>
                  <a:pt x="129" y="58"/>
                </a:moveTo>
                <a:lnTo>
                  <a:pt x="129" y="9"/>
                </a:lnTo>
                <a:lnTo>
                  <a:pt x="68" y="9"/>
                </a:lnTo>
                <a:lnTo>
                  <a:pt x="88" y="29"/>
                </a:lnTo>
                <a:lnTo>
                  <a:pt x="107" y="29"/>
                </a:lnTo>
                <a:lnTo>
                  <a:pt x="107" y="58"/>
                </a:lnTo>
                <a:lnTo>
                  <a:pt x="78" y="58"/>
                </a:lnTo>
                <a:lnTo>
                  <a:pt x="119" y="99"/>
                </a:lnTo>
                <a:lnTo>
                  <a:pt x="158" y="58"/>
                </a:lnTo>
                <a:lnTo>
                  <a:pt x="129" y="58"/>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3" name="Freeform 101"/>
          <p:cNvSpPr>
            <a:spLocks noEditPoints="1"/>
          </p:cNvSpPr>
          <p:nvPr/>
        </p:nvSpPr>
        <p:spPr bwMode="auto">
          <a:xfrm>
            <a:off x="10246804" y="3528822"/>
            <a:ext cx="240416" cy="241882"/>
          </a:xfrm>
          <a:custGeom>
            <a:avLst/>
            <a:gdLst>
              <a:gd name="T0" fmla="*/ 96 w 100"/>
              <a:gd name="T1" fmla="*/ 85 h 101"/>
              <a:gd name="T2" fmla="*/ 73 w 100"/>
              <a:gd name="T3" fmla="*/ 65 h 101"/>
              <a:gd name="T4" fmla="*/ 66 w 100"/>
              <a:gd name="T5" fmla="*/ 62 h 101"/>
              <a:gd name="T6" fmla="*/ 74 w 100"/>
              <a:gd name="T7" fmla="*/ 37 h 101"/>
              <a:gd name="T8" fmla="*/ 37 w 100"/>
              <a:gd name="T9" fmla="*/ 0 h 101"/>
              <a:gd name="T10" fmla="*/ 0 w 100"/>
              <a:gd name="T11" fmla="*/ 37 h 101"/>
              <a:gd name="T12" fmla="*/ 37 w 100"/>
              <a:gd name="T13" fmla="*/ 75 h 101"/>
              <a:gd name="T14" fmla="*/ 61 w 100"/>
              <a:gd name="T15" fmla="*/ 66 h 101"/>
              <a:gd name="T16" fmla="*/ 64 w 100"/>
              <a:gd name="T17" fmla="*/ 73 h 101"/>
              <a:gd name="T18" fmla="*/ 84 w 100"/>
              <a:gd name="T19" fmla="*/ 96 h 101"/>
              <a:gd name="T20" fmla="*/ 97 w 100"/>
              <a:gd name="T21" fmla="*/ 97 h 101"/>
              <a:gd name="T22" fmla="*/ 96 w 100"/>
              <a:gd name="T23" fmla="*/ 85 h 101"/>
              <a:gd name="T24" fmla="*/ 37 w 100"/>
              <a:gd name="T25" fmla="*/ 62 h 101"/>
              <a:gd name="T26" fmla="*/ 12 w 100"/>
              <a:gd name="T27" fmla="*/ 37 h 101"/>
              <a:gd name="T28" fmla="*/ 37 w 100"/>
              <a:gd name="T29" fmla="*/ 12 h 101"/>
              <a:gd name="T30" fmla="*/ 62 w 100"/>
              <a:gd name="T31" fmla="*/ 37 h 101"/>
              <a:gd name="T32" fmla="*/ 37 w 100"/>
              <a:gd name="T33" fmla="*/ 6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0" h="101">
                <a:moveTo>
                  <a:pt x="96" y="85"/>
                </a:moveTo>
                <a:cubicBezTo>
                  <a:pt x="73" y="65"/>
                  <a:pt x="73" y="65"/>
                  <a:pt x="73" y="65"/>
                </a:cubicBezTo>
                <a:cubicBezTo>
                  <a:pt x="70" y="62"/>
                  <a:pt x="68" y="61"/>
                  <a:pt x="66" y="62"/>
                </a:cubicBezTo>
                <a:cubicBezTo>
                  <a:pt x="71" y="55"/>
                  <a:pt x="74" y="47"/>
                  <a:pt x="74" y="37"/>
                </a:cubicBezTo>
                <a:cubicBezTo>
                  <a:pt x="74" y="17"/>
                  <a:pt x="58" y="0"/>
                  <a:pt x="37" y="0"/>
                </a:cubicBezTo>
                <a:cubicBezTo>
                  <a:pt x="17" y="0"/>
                  <a:pt x="0" y="17"/>
                  <a:pt x="0" y="37"/>
                </a:cubicBezTo>
                <a:cubicBezTo>
                  <a:pt x="0" y="58"/>
                  <a:pt x="17" y="75"/>
                  <a:pt x="37" y="75"/>
                </a:cubicBezTo>
                <a:cubicBezTo>
                  <a:pt x="46" y="75"/>
                  <a:pt x="55" y="71"/>
                  <a:pt x="61" y="66"/>
                </a:cubicBezTo>
                <a:cubicBezTo>
                  <a:pt x="61" y="68"/>
                  <a:pt x="62" y="70"/>
                  <a:pt x="64" y="73"/>
                </a:cubicBezTo>
                <a:cubicBezTo>
                  <a:pt x="84" y="96"/>
                  <a:pt x="84" y="96"/>
                  <a:pt x="84" y="96"/>
                </a:cubicBezTo>
                <a:cubicBezTo>
                  <a:pt x="88" y="100"/>
                  <a:pt x="94" y="101"/>
                  <a:pt x="97" y="97"/>
                </a:cubicBezTo>
                <a:cubicBezTo>
                  <a:pt x="100" y="94"/>
                  <a:pt x="100" y="88"/>
                  <a:pt x="96" y="85"/>
                </a:cubicBezTo>
                <a:close/>
                <a:moveTo>
                  <a:pt x="37" y="62"/>
                </a:moveTo>
                <a:cubicBezTo>
                  <a:pt x="23" y="62"/>
                  <a:pt x="12" y="51"/>
                  <a:pt x="12" y="37"/>
                </a:cubicBezTo>
                <a:cubicBezTo>
                  <a:pt x="12" y="24"/>
                  <a:pt x="23" y="12"/>
                  <a:pt x="37" y="12"/>
                </a:cubicBezTo>
                <a:cubicBezTo>
                  <a:pt x="51" y="12"/>
                  <a:pt x="62" y="24"/>
                  <a:pt x="62" y="37"/>
                </a:cubicBezTo>
                <a:cubicBezTo>
                  <a:pt x="62" y="51"/>
                  <a:pt x="51" y="62"/>
                  <a:pt x="37" y="62"/>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4" name="Freeform 102"/>
          <p:cNvSpPr/>
          <p:nvPr/>
        </p:nvSpPr>
        <p:spPr bwMode="auto">
          <a:xfrm>
            <a:off x="10000525" y="3499503"/>
            <a:ext cx="296122" cy="287327"/>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5" name="Freeform 103"/>
          <p:cNvSpPr>
            <a:spLocks noEditPoints="1"/>
          </p:cNvSpPr>
          <p:nvPr/>
        </p:nvSpPr>
        <p:spPr bwMode="auto">
          <a:xfrm>
            <a:off x="10057696" y="5727751"/>
            <a:ext cx="98219" cy="155392"/>
          </a:xfrm>
          <a:custGeom>
            <a:avLst/>
            <a:gdLst>
              <a:gd name="T0" fmla="*/ 21 w 41"/>
              <a:gd name="T1" fmla="*/ 0 h 65"/>
              <a:gd name="T2" fmla="*/ 0 w 41"/>
              <a:gd name="T3" fmla="*/ 20 h 65"/>
              <a:gd name="T4" fmla="*/ 21 w 41"/>
              <a:gd name="T5" fmla="*/ 65 h 65"/>
              <a:gd name="T6" fmla="*/ 41 w 41"/>
              <a:gd name="T7" fmla="*/ 20 h 65"/>
              <a:gd name="T8" fmla="*/ 21 w 41"/>
              <a:gd name="T9" fmla="*/ 0 h 65"/>
              <a:gd name="T10" fmla="*/ 21 w 41"/>
              <a:gd name="T11" fmla="*/ 33 h 65"/>
              <a:gd name="T12" fmla="*/ 8 w 41"/>
              <a:gd name="T13" fmla="*/ 20 h 65"/>
              <a:gd name="T14" fmla="*/ 21 w 41"/>
              <a:gd name="T15" fmla="*/ 8 h 65"/>
              <a:gd name="T16" fmla="*/ 33 w 41"/>
              <a:gd name="T17" fmla="*/ 20 h 65"/>
              <a:gd name="T18" fmla="*/ 21 w 41"/>
              <a:gd name="T19" fmla="*/ 33 h 65"/>
              <a:gd name="T20" fmla="*/ 13 w 41"/>
              <a:gd name="T21" fmla="*/ 20 h 65"/>
              <a:gd name="T22" fmla="*/ 21 w 41"/>
              <a:gd name="T23" fmla="*/ 28 h 65"/>
              <a:gd name="T24" fmla="*/ 29 w 41"/>
              <a:gd name="T25" fmla="*/ 20 h 65"/>
              <a:gd name="T26" fmla="*/ 21 w 41"/>
              <a:gd name="T27" fmla="*/ 12 h 65"/>
              <a:gd name="T28" fmla="*/ 13 w 41"/>
              <a:gd name="T29" fmla="*/ 2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 h="65">
                <a:moveTo>
                  <a:pt x="21" y="0"/>
                </a:moveTo>
                <a:cubicBezTo>
                  <a:pt x="9" y="0"/>
                  <a:pt x="0" y="9"/>
                  <a:pt x="0" y="20"/>
                </a:cubicBezTo>
                <a:cubicBezTo>
                  <a:pt x="0" y="41"/>
                  <a:pt x="21" y="65"/>
                  <a:pt x="21" y="65"/>
                </a:cubicBezTo>
                <a:cubicBezTo>
                  <a:pt x="21" y="65"/>
                  <a:pt x="41" y="41"/>
                  <a:pt x="41" y="20"/>
                </a:cubicBezTo>
                <a:cubicBezTo>
                  <a:pt x="41" y="9"/>
                  <a:pt x="32" y="0"/>
                  <a:pt x="21" y="0"/>
                </a:cubicBezTo>
                <a:close/>
                <a:moveTo>
                  <a:pt x="21" y="33"/>
                </a:moveTo>
                <a:cubicBezTo>
                  <a:pt x="14" y="33"/>
                  <a:pt x="8" y="27"/>
                  <a:pt x="8" y="20"/>
                </a:cubicBezTo>
                <a:cubicBezTo>
                  <a:pt x="8" y="13"/>
                  <a:pt x="14" y="8"/>
                  <a:pt x="21" y="8"/>
                </a:cubicBezTo>
                <a:cubicBezTo>
                  <a:pt x="28" y="8"/>
                  <a:pt x="33" y="13"/>
                  <a:pt x="33" y="20"/>
                </a:cubicBezTo>
                <a:cubicBezTo>
                  <a:pt x="33" y="27"/>
                  <a:pt x="28" y="33"/>
                  <a:pt x="21" y="33"/>
                </a:cubicBezTo>
                <a:close/>
                <a:moveTo>
                  <a:pt x="13" y="20"/>
                </a:moveTo>
                <a:cubicBezTo>
                  <a:pt x="13" y="25"/>
                  <a:pt x="16" y="28"/>
                  <a:pt x="21" y="28"/>
                </a:cubicBezTo>
                <a:cubicBezTo>
                  <a:pt x="25" y="28"/>
                  <a:pt x="29" y="25"/>
                  <a:pt x="29" y="20"/>
                </a:cubicBezTo>
                <a:cubicBezTo>
                  <a:pt x="29" y="16"/>
                  <a:pt x="25" y="12"/>
                  <a:pt x="21" y="12"/>
                </a:cubicBezTo>
                <a:cubicBezTo>
                  <a:pt x="16" y="12"/>
                  <a:pt x="13" y="16"/>
                  <a:pt x="13" y="2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6" name="Freeform 104"/>
          <p:cNvSpPr>
            <a:spLocks noEditPoints="1"/>
          </p:cNvSpPr>
          <p:nvPr/>
        </p:nvSpPr>
        <p:spPr bwMode="auto">
          <a:xfrm>
            <a:off x="9950682" y="5894870"/>
            <a:ext cx="152459" cy="206699"/>
          </a:xfrm>
          <a:custGeom>
            <a:avLst/>
            <a:gdLst>
              <a:gd name="T0" fmla="*/ 58 w 64"/>
              <a:gd name="T1" fmla="*/ 9 h 86"/>
              <a:gd name="T2" fmla="*/ 24 w 64"/>
              <a:gd name="T3" fmla="*/ 1 h 86"/>
              <a:gd name="T4" fmla="*/ 16 w 64"/>
              <a:gd name="T5" fmla="*/ 7 h 86"/>
              <a:gd name="T6" fmla="*/ 1 w 64"/>
              <a:gd name="T7" fmla="*/ 68 h 86"/>
              <a:gd name="T8" fmla="*/ 6 w 64"/>
              <a:gd name="T9" fmla="*/ 77 h 86"/>
              <a:gd name="T10" fmla="*/ 39 w 64"/>
              <a:gd name="T11" fmla="*/ 85 h 86"/>
              <a:gd name="T12" fmla="*/ 48 w 64"/>
              <a:gd name="T13" fmla="*/ 80 h 86"/>
              <a:gd name="T14" fmla="*/ 63 w 64"/>
              <a:gd name="T15" fmla="*/ 18 h 86"/>
              <a:gd name="T16" fmla="*/ 58 w 64"/>
              <a:gd name="T17" fmla="*/ 9 h 86"/>
              <a:gd name="T18" fmla="*/ 31 w 64"/>
              <a:gd name="T19" fmla="*/ 7 h 86"/>
              <a:gd name="T20" fmla="*/ 50 w 64"/>
              <a:gd name="T21" fmla="*/ 11 h 86"/>
              <a:gd name="T22" fmla="*/ 49 w 64"/>
              <a:gd name="T23" fmla="*/ 14 h 86"/>
              <a:gd name="T24" fmla="*/ 30 w 64"/>
              <a:gd name="T25" fmla="*/ 9 h 86"/>
              <a:gd name="T26" fmla="*/ 31 w 64"/>
              <a:gd name="T27" fmla="*/ 7 h 86"/>
              <a:gd name="T28" fmla="*/ 24 w 64"/>
              <a:gd name="T29" fmla="*/ 76 h 86"/>
              <a:gd name="T30" fmla="*/ 20 w 64"/>
              <a:gd name="T31" fmla="*/ 71 h 86"/>
              <a:gd name="T32" fmla="*/ 26 w 64"/>
              <a:gd name="T33" fmla="*/ 67 h 86"/>
              <a:gd name="T34" fmla="*/ 30 w 64"/>
              <a:gd name="T35" fmla="*/ 73 h 86"/>
              <a:gd name="T36" fmla="*/ 24 w 64"/>
              <a:gd name="T37" fmla="*/ 76 h 86"/>
              <a:gd name="T38" fmla="*/ 46 w 64"/>
              <a:gd name="T39" fmla="*/ 67 h 86"/>
              <a:gd name="T40" fmla="*/ 8 w 64"/>
              <a:gd name="T41" fmla="*/ 58 h 86"/>
              <a:gd name="T42" fmla="*/ 20 w 64"/>
              <a:gd name="T43" fmla="*/ 10 h 86"/>
              <a:gd name="T44" fmla="*/ 58 w 64"/>
              <a:gd name="T45" fmla="*/ 19 h 86"/>
              <a:gd name="T46" fmla="*/ 46 w 64"/>
              <a:gd name="T47"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86">
                <a:moveTo>
                  <a:pt x="58" y="9"/>
                </a:moveTo>
                <a:cubicBezTo>
                  <a:pt x="24" y="1"/>
                  <a:pt x="24" y="1"/>
                  <a:pt x="24" y="1"/>
                </a:cubicBezTo>
                <a:cubicBezTo>
                  <a:pt x="21" y="0"/>
                  <a:pt x="17" y="3"/>
                  <a:pt x="16" y="7"/>
                </a:cubicBezTo>
                <a:cubicBezTo>
                  <a:pt x="1" y="68"/>
                  <a:pt x="1" y="68"/>
                  <a:pt x="1" y="68"/>
                </a:cubicBezTo>
                <a:cubicBezTo>
                  <a:pt x="0" y="72"/>
                  <a:pt x="2" y="76"/>
                  <a:pt x="6" y="77"/>
                </a:cubicBezTo>
                <a:cubicBezTo>
                  <a:pt x="39" y="85"/>
                  <a:pt x="39" y="85"/>
                  <a:pt x="39" y="85"/>
                </a:cubicBezTo>
                <a:cubicBezTo>
                  <a:pt x="43" y="86"/>
                  <a:pt x="47" y="84"/>
                  <a:pt x="48" y="80"/>
                </a:cubicBezTo>
                <a:cubicBezTo>
                  <a:pt x="63" y="18"/>
                  <a:pt x="63" y="18"/>
                  <a:pt x="63" y="18"/>
                </a:cubicBezTo>
                <a:cubicBezTo>
                  <a:pt x="64" y="14"/>
                  <a:pt x="61" y="10"/>
                  <a:pt x="58" y="9"/>
                </a:cubicBezTo>
                <a:close/>
                <a:moveTo>
                  <a:pt x="31" y="7"/>
                </a:moveTo>
                <a:cubicBezTo>
                  <a:pt x="50" y="11"/>
                  <a:pt x="50" y="11"/>
                  <a:pt x="50" y="11"/>
                </a:cubicBezTo>
                <a:cubicBezTo>
                  <a:pt x="49" y="14"/>
                  <a:pt x="49" y="14"/>
                  <a:pt x="49" y="14"/>
                </a:cubicBezTo>
                <a:cubicBezTo>
                  <a:pt x="30" y="9"/>
                  <a:pt x="30" y="9"/>
                  <a:pt x="30" y="9"/>
                </a:cubicBezTo>
                <a:lnTo>
                  <a:pt x="31" y="7"/>
                </a:lnTo>
                <a:close/>
                <a:moveTo>
                  <a:pt x="24" y="76"/>
                </a:moveTo>
                <a:cubicBezTo>
                  <a:pt x="21" y="76"/>
                  <a:pt x="19" y="73"/>
                  <a:pt x="20" y="71"/>
                </a:cubicBezTo>
                <a:cubicBezTo>
                  <a:pt x="21" y="68"/>
                  <a:pt x="23" y="66"/>
                  <a:pt x="26" y="67"/>
                </a:cubicBezTo>
                <a:cubicBezTo>
                  <a:pt x="29" y="68"/>
                  <a:pt x="30" y="70"/>
                  <a:pt x="30" y="73"/>
                </a:cubicBezTo>
                <a:cubicBezTo>
                  <a:pt x="29" y="75"/>
                  <a:pt x="26" y="77"/>
                  <a:pt x="24" y="76"/>
                </a:cubicBezTo>
                <a:close/>
                <a:moveTo>
                  <a:pt x="46" y="67"/>
                </a:moveTo>
                <a:cubicBezTo>
                  <a:pt x="8" y="58"/>
                  <a:pt x="8" y="58"/>
                  <a:pt x="8" y="58"/>
                </a:cubicBezTo>
                <a:cubicBezTo>
                  <a:pt x="20" y="10"/>
                  <a:pt x="20" y="10"/>
                  <a:pt x="20" y="10"/>
                </a:cubicBezTo>
                <a:cubicBezTo>
                  <a:pt x="58" y="19"/>
                  <a:pt x="58" y="19"/>
                  <a:pt x="58" y="19"/>
                </a:cubicBezTo>
                <a:lnTo>
                  <a:pt x="46" y="6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7" name="Freeform 105"/>
          <p:cNvSpPr>
            <a:spLocks noEditPoints="1"/>
          </p:cNvSpPr>
          <p:nvPr/>
        </p:nvSpPr>
        <p:spPr bwMode="auto">
          <a:xfrm>
            <a:off x="9916966" y="4480225"/>
            <a:ext cx="205233" cy="155392"/>
          </a:xfrm>
          <a:custGeom>
            <a:avLst/>
            <a:gdLst>
              <a:gd name="T0" fmla="*/ 75 w 86"/>
              <a:gd name="T1" fmla="*/ 11 h 65"/>
              <a:gd name="T2" fmla="*/ 75 w 86"/>
              <a:gd name="T3" fmla="*/ 0 h 65"/>
              <a:gd name="T4" fmla="*/ 0 w 86"/>
              <a:gd name="T5" fmla="*/ 0 h 65"/>
              <a:gd name="T6" fmla="*/ 0 w 86"/>
              <a:gd name="T7" fmla="*/ 60 h 65"/>
              <a:gd name="T8" fmla="*/ 5 w 86"/>
              <a:gd name="T9" fmla="*/ 65 h 65"/>
              <a:gd name="T10" fmla="*/ 78 w 86"/>
              <a:gd name="T11" fmla="*/ 65 h 65"/>
              <a:gd name="T12" fmla="*/ 86 w 86"/>
              <a:gd name="T13" fmla="*/ 57 h 65"/>
              <a:gd name="T14" fmla="*/ 86 w 86"/>
              <a:gd name="T15" fmla="*/ 11 h 65"/>
              <a:gd name="T16" fmla="*/ 75 w 86"/>
              <a:gd name="T17" fmla="*/ 11 h 65"/>
              <a:gd name="T18" fmla="*/ 70 w 86"/>
              <a:gd name="T19" fmla="*/ 60 h 65"/>
              <a:gd name="T20" fmla="*/ 5 w 86"/>
              <a:gd name="T21" fmla="*/ 60 h 65"/>
              <a:gd name="T22" fmla="*/ 5 w 86"/>
              <a:gd name="T23" fmla="*/ 5 h 65"/>
              <a:gd name="T24" fmla="*/ 70 w 86"/>
              <a:gd name="T25" fmla="*/ 5 h 65"/>
              <a:gd name="T26" fmla="*/ 70 w 86"/>
              <a:gd name="T27" fmla="*/ 60 h 65"/>
              <a:gd name="T28" fmla="*/ 10 w 86"/>
              <a:gd name="T29" fmla="*/ 16 h 65"/>
              <a:gd name="T30" fmla="*/ 64 w 86"/>
              <a:gd name="T31" fmla="*/ 16 h 65"/>
              <a:gd name="T32" fmla="*/ 64 w 86"/>
              <a:gd name="T33" fmla="*/ 22 h 65"/>
              <a:gd name="T34" fmla="*/ 10 w 86"/>
              <a:gd name="T35" fmla="*/ 22 h 65"/>
              <a:gd name="T36" fmla="*/ 10 w 86"/>
              <a:gd name="T37" fmla="*/ 16 h 65"/>
              <a:gd name="T38" fmla="*/ 43 w 86"/>
              <a:gd name="T39" fmla="*/ 27 h 65"/>
              <a:gd name="T40" fmla="*/ 64 w 86"/>
              <a:gd name="T41" fmla="*/ 27 h 65"/>
              <a:gd name="T42" fmla="*/ 64 w 86"/>
              <a:gd name="T43" fmla="*/ 32 h 65"/>
              <a:gd name="T44" fmla="*/ 43 w 86"/>
              <a:gd name="T45" fmla="*/ 32 h 65"/>
              <a:gd name="T46" fmla="*/ 43 w 86"/>
              <a:gd name="T47" fmla="*/ 27 h 65"/>
              <a:gd name="T48" fmla="*/ 43 w 86"/>
              <a:gd name="T49" fmla="*/ 38 h 65"/>
              <a:gd name="T50" fmla="*/ 64 w 86"/>
              <a:gd name="T51" fmla="*/ 38 h 65"/>
              <a:gd name="T52" fmla="*/ 64 w 86"/>
              <a:gd name="T53" fmla="*/ 43 h 65"/>
              <a:gd name="T54" fmla="*/ 43 w 86"/>
              <a:gd name="T55" fmla="*/ 43 h 65"/>
              <a:gd name="T56" fmla="*/ 43 w 86"/>
              <a:gd name="T57" fmla="*/ 38 h 65"/>
              <a:gd name="T58" fmla="*/ 43 w 86"/>
              <a:gd name="T59" fmla="*/ 49 h 65"/>
              <a:gd name="T60" fmla="*/ 59 w 86"/>
              <a:gd name="T61" fmla="*/ 49 h 65"/>
              <a:gd name="T62" fmla="*/ 59 w 86"/>
              <a:gd name="T63" fmla="*/ 54 h 65"/>
              <a:gd name="T64" fmla="*/ 43 w 86"/>
              <a:gd name="T65" fmla="*/ 54 h 65"/>
              <a:gd name="T66" fmla="*/ 43 w 86"/>
              <a:gd name="T67" fmla="*/ 49 h 65"/>
              <a:gd name="T68" fmla="*/ 10 w 86"/>
              <a:gd name="T69" fmla="*/ 27 h 65"/>
              <a:gd name="T70" fmla="*/ 37 w 86"/>
              <a:gd name="T71" fmla="*/ 27 h 65"/>
              <a:gd name="T72" fmla="*/ 37 w 86"/>
              <a:gd name="T73" fmla="*/ 54 h 65"/>
              <a:gd name="T74" fmla="*/ 10 w 86"/>
              <a:gd name="T75" fmla="*/ 54 h 65"/>
              <a:gd name="T76" fmla="*/ 10 w 86"/>
              <a:gd name="T77" fmla="*/ 2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6" h="65">
                <a:moveTo>
                  <a:pt x="75" y="11"/>
                </a:moveTo>
                <a:cubicBezTo>
                  <a:pt x="75" y="0"/>
                  <a:pt x="75" y="0"/>
                  <a:pt x="75" y="0"/>
                </a:cubicBezTo>
                <a:cubicBezTo>
                  <a:pt x="0" y="0"/>
                  <a:pt x="0" y="0"/>
                  <a:pt x="0" y="0"/>
                </a:cubicBezTo>
                <a:cubicBezTo>
                  <a:pt x="0" y="60"/>
                  <a:pt x="0" y="60"/>
                  <a:pt x="0" y="60"/>
                </a:cubicBezTo>
                <a:cubicBezTo>
                  <a:pt x="0" y="62"/>
                  <a:pt x="2" y="65"/>
                  <a:pt x="5" y="65"/>
                </a:cubicBezTo>
                <a:cubicBezTo>
                  <a:pt x="78" y="65"/>
                  <a:pt x="78" y="65"/>
                  <a:pt x="78" y="65"/>
                </a:cubicBezTo>
                <a:cubicBezTo>
                  <a:pt x="82" y="65"/>
                  <a:pt x="86" y="61"/>
                  <a:pt x="86" y="57"/>
                </a:cubicBezTo>
                <a:cubicBezTo>
                  <a:pt x="86" y="11"/>
                  <a:pt x="86" y="11"/>
                  <a:pt x="86" y="11"/>
                </a:cubicBezTo>
                <a:lnTo>
                  <a:pt x="75" y="11"/>
                </a:lnTo>
                <a:close/>
                <a:moveTo>
                  <a:pt x="70" y="60"/>
                </a:moveTo>
                <a:cubicBezTo>
                  <a:pt x="5" y="60"/>
                  <a:pt x="5" y="60"/>
                  <a:pt x="5" y="60"/>
                </a:cubicBezTo>
                <a:cubicBezTo>
                  <a:pt x="5" y="5"/>
                  <a:pt x="5" y="5"/>
                  <a:pt x="5" y="5"/>
                </a:cubicBezTo>
                <a:cubicBezTo>
                  <a:pt x="70" y="5"/>
                  <a:pt x="70" y="5"/>
                  <a:pt x="70" y="5"/>
                </a:cubicBezTo>
                <a:lnTo>
                  <a:pt x="70" y="60"/>
                </a:lnTo>
                <a:close/>
                <a:moveTo>
                  <a:pt x="10" y="16"/>
                </a:moveTo>
                <a:cubicBezTo>
                  <a:pt x="64" y="16"/>
                  <a:pt x="64" y="16"/>
                  <a:pt x="64" y="16"/>
                </a:cubicBezTo>
                <a:cubicBezTo>
                  <a:pt x="64" y="22"/>
                  <a:pt x="64" y="22"/>
                  <a:pt x="64" y="22"/>
                </a:cubicBezTo>
                <a:cubicBezTo>
                  <a:pt x="10" y="22"/>
                  <a:pt x="10" y="22"/>
                  <a:pt x="10" y="22"/>
                </a:cubicBezTo>
                <a:lnTo>
                  <a:pt x="10" y="16"/>
                </a:lnTo>
                <a:close/>
                <a:moveTo>
                  <a:pt x="43" y="27"/>
                </a:moveTo>
                <a:cubicBezTo>
                  <a:pt x="64" y="27"/>
                  <a:pt x="64" y="27"/>
                  <a:pt x="64" y="27"/>
                </a:cubicBezTo>
                <a:cubicBezTo>
                  <a:pt x="64" y="32"/>
                  <a:pt x="64" y="32"/>
                  <a:pt x="64" y="32"/>
                </a:cubicBezTo>
                <a:cubicBezTo>
                  <a:pt x="43" y="32"/>
                  <a:pt x="43" y="32"/>
                  <a:pt x="43" y="32"/>
                </a:cubicBezTo>
                <a:lnTo>
                  <a:pt x="43" y="27"/>
                </a:lnTo>
                <a:close/>
                <a:moveTo>
                  <a:pt x="43" y="38"/>
                </a:moveTo>
                <a:cubicBezTo>
                  <a:pt x="64" y="38"/>
                  <a:pt x="64" y="38"/>
                  <a:pt x="64" y="38"/>
                </a:cubicBezTo>
                <a:cubicBezTo>
                  <a:pt x="64" y="43"/>
                  <a:pt x="64" y="43"/>
                  <a:pt x="64" y="43"/>
                </a:cubicBezTo>
                <a:cubicBezTo>
                  <a:pt x="43" y="43"/>
                  <a:pt x="43" y="43"/>
                  <a:pt x="43" y="43"/>
                </a:cubicBezTo>
                <a:lnTo>
                  <a:pt x="43" y="38"/>
                </a:lnTo>
                <a:close/>
                <a:moveTo>
                  <a:pt x="43" y="49"/>
                </a:moveTo>
                <a:cubicBezTo>
                  <a:pt x="59" y="49"/>
                  <a:pt x="59" y="49"/>
                  <a:pt x="59" y="49"/>
                </a:cubicBezTo>
                <a:cubicBezTo>
                  <a:pt x="59" y="54"/>
                  <a:pt x="59" y="54"/>
                  <a:pt x="59" y="54"/>
                </a:cubicBezTo>
                <a:cubicBezTo>
                  <a:pt x="43" y="54"/>
                  <a:pt x="43" y="54"/>
                  <a:pt x="43" y="54"/>
                </a:cubicBezTo>
                <a:lnTo>
                  <a:pt x="43" y="49"/>
                </a:lnTo>
                <a:close/>
                <a:moveTo>
                  <a:pt x="10" y="27"/>
                </a:moveTo>
                <a:cubicBezTo>
                  <a:pt x="37" y="27"/>
                  <a:pt x="37" y="27"/>
                  <a:pt x="37" y="27"/>
                </a:cubicBezTo>
                <a:cubicBezTo>
                  <a:pt x="37" y="54"/>
                  <a:pt x="37" y="54"/>
                  <a:pt x="37" y="54"/>
                </a:cubicBezTo>
                <a:cubicBezTo>
                  <a:pt x="10" y="54"/>
                  <a:pt x="10" y="54"/>
                  <a:pt x="10" y="54"/>
                </a:cubicBezTo>
                <a:lnTo>
                  <a:pt x="10" y="2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8" name="Freeform 106"/>
          <p:cNvSpPr>
            <a:spLocks noEditPoints="1"/>
          </p:cNvSpPr>
          <p:nvPr/>
        </p:nvSpPr>
        <p:spPr bwMode="auto">
          <a:xfrm>
            <a:off x="10136858" y="3827876"/>
            <a:ext cx="192040" cy="192039"/>
          </a:xfrm>
          <a:custGeom>
            <a:avLst/>
            <a:gdLst>
              <a:gd name="T0" fmla="*/ 0 w 131"/>
              <a:gd name="T1" fmla="*/ 131 h 131"/>
              <a:gd name="T2" fmla="*/ 65 w 131"/>
              <a:gd name="T3" fmla="*/ 131 h 131"/>
              <a:gd name="T4" fmla="*/ 65 w 131"/>
              <a:gd name="T5" fmla="*/ 0 h 131"/>
              <a:gd name="T6" fmla="*/ 0 w 131"/>
              <a:gd name="T7" fmla="*/ 0 h 131"/>
              <a:gd name="T8" fmla="*/ 0 w 131"/>
              <a:gd name="T9" fmla="*/ 131 h 131"/>
              <a:gd name="T10" fmla="*/ 41 w 131"/>
              <a:gd name="T11" fmla="*/ 17 h 131"/>
              <a:gd name="T12" fmla="*/ 57 w 131"/>
              <a:gd name="T13" fmla="*/ 17 h 131"/>
              <a:gd name="T14" fmla="*/ 57 w 131"/>
              <a:gd name="T15" fmla="*/ 33 h 131"/>
              <a:gd name="T16" fmla="*/ 41 w 131"/>
              <a:gd name="T17" fmla="*/ 33 h 131"/>
              <a:gd name="T18" fmla="*/ 41 w 131"/>
              <a:gd name="T19" fmla="*/ 17 h 131"/>
              <a:gd name="T20" fmla="*/ 41 w 131"/>
              <a:gd name="T21" fmla="*/ 49 h 131"/>
              <a:gd name="T22" fmla="*/ 57 w 131"/>
              <a:gd name="T23" fmla="*/ 49 h 131"/>
              <a:gd name="T24" fmla="*/ 57 w 131"/>
              <a:gd name="T25" fmla="*/ 66 h 131"/>
              <a:gd name="T26" fmla="*/ 41 w 131"/>
              <a:gd name="T27" fmla="*/ 66 h 131"/>
              <a:gd name="T28" fmla="*/ 41 w 131"/>
              <a:gd name="T29" fmla="*/ 49 h 131"/>
              <a:gd name="T30" fmla="*/ 41 w 131"/>
              <a:gd name="T31" fmla="*/ 82 h 131"/>
              <a:gd name="T32" fmla="*/ 57 w 131"/>
              <a:gd name="T33" fmla="*/ 82 h 131"/>
              <a:gd name="T34" fmla="*/ 57 w 131"/>
              <a:gd name="T35" fmla="*/ 98 h 131"/>
              <a:gd name="T36" fmla="*/ 41 w 131"/>
              <a:gd name="T37" fmla="*/ 98 h 131"/>
              <a:gd name="T38" fmla="*/ 41 w 131"/>
              <a:gd name="T39" fmla="*/ 82 h 131"/>
              <a:gd name="T40" fmla="*/ 8 w 131"/>
              <a:gd name="T41" fmla="*/ 17 h 131"/>
              <a:gd name="T42" fmla="*/ 24 w 131"/>
              <a:gd name="T43" fmla="*/ 17 h 131"/>
              <a:gd name="T44" fmla="*/ 24 w 131"/>
              <a:gd name="T45" fmla="*/ 33 h 131"/>
              <a:gd name="T46" fmla="*/ 8 w 131"/>
              <a:gd name="T47" fmla="*/ 33 h 131"/>
              <a:gd name="T48" fmla="*/ 8 w 131"/>
              <a:gd name="T49" fmla="*/ 17 h 131"/>
              <a:gd name="T50" fmla="*/ 8 w 131"/>
              <a:gd name="T51" fmla="*/ 49 h 131"/>
              <a:gd name="T52" fmla="*/ 24 w 131"/>
              <a:gd name="T53" fmla="*/ 49 h 131"/>
              <a:gd name="T54" fmla="*/ 24 w 131"/>
              <a:gd name="T55" fmla="*/ 66 h 131"/>
              <a:gd name="T56" fmla="*/ 8 w 131"/>
              <a:gd name="T57" fmla="*/ 66 h 131"/>
              <a:gd name="T58" fmla="*/ 8 w 131"/>
              <a:gd name="T59" fmla="*/ 49 h 131"/>
              <a:gd name="T60" fmla="*/ 8 w 131"/>
              <a:gd name="T61" fmla="*/ 82 h 131"/>
              <a:gd name="T62" fmla="*/ 24 w 131"/>
              <a:gd name="T63" fmla="*/ 82 h 131"/>
              <a:gd name="T64" fmla="*/ 24 w 131"/>
              <a:gd name="T65" fmla="*/ 98 h 131"/>
              <a:gd name="T66" fmla="*/ 8 w 131"/>
              <a:gd name="T67" fmla="*/ 98 h 131"/>
              <a:gd name="T68" fmla="*/ 8 w 131"/>
              <a:gd name="T69" fmla="*/ 82 h 131"/>
              <a:gd name="T70" fmla="*/ 73 w 131"/>
              <a:gd name="T71" fmla="*/ 41 h 131"/>
              <a:gd name="T72" fmla="*/ 131 w 131"/>
              <a:gd name="T73" fmla="*/ 41 h 131"/>
              <a:gd name="T74" fmla="*/ 131 w 131"/>
              <a:gd name="T75" fmla="*/ 49 h 131"/>
              <a:gd name="T76" fmla="*/ 73 w 131"/>
              <a:gd name="T77" fmla="*/ 49 h 131"/>
              <a:gd name="T78" fmla="*/ 73 w 131"/>
              <a:gd name="T79" fmla="*/ 41 h 131"/>
              <a:gd name="T80" fmla="*/ 73 w 131"/>
              <a:gd name="T81" fmla="*/ 131 h 131"/>
              <a:gd name="T82" fmla="*/ 90 w 131"/>
              <a:gd name="T83" fmla="*/ 131 h 131"/>
              <a:gd name="T84" fmla="*/ 90 w 131"/>
              <a:gd name="T85" fmla="*/ 98 h 131"/>
              <a:gd name="T86" fmla="*/ 114 w 131"/>
              <a:gd name="T87" fmla="*/ 98 h 131"/>
              <a:gd name="T88" fmla="*/ 114 w 131"/>
              <a:gd name="T89" fmla="*/ 131 h 131"/>
              <a:gd name="T90" fmla="*/ 131 w 131"/>
              <a:gd name="T91" fmla="*/ 131 h 131"/>
              <a:gd name="T92" fmla="*/ 131 w 131"/>
              <a:gd name="T93" fmla="*/ 57 h 131"/>
              <a:gd name="T94" fmla="*/ 73 w 131"/>
              <a:gd name="T95" fmla="*/ 57 h 131"/>
              <a:gd name="T96" fmla="*/ 73 w 131"/>
              <a:gd name="T97"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1" h="131">
                <a:moveTo>
                  <a:pt x="0" y="131"/>
                </a:moveTo>
                <a:lnTo>
                  <a:pt x="65" y="131"/>
                </a:lnTo>
                <a:lnTo>
                  <a:pt x="65" y="0"/>
                </a:lnTo>
                <a:lnTo>
                  <a:pt x="0" y="0"/>
                </a:lnTo>
                <a:lnTo>
                  <a:pt x="0" y="131"/>
                </a:lnTo>
                <a:close/>
                <a:moveTo>
                  <a:pt x="41" y="17"/>
                </a:moveTo>
                <a:lnTo>
                  <a:pt x="57" y="17"/>
                </a:lnTo>
                <a:lnTo>
                  <a:pt x="57" y="33"/>
                </a:lnTo>
                <a:lnTo>
                  <a:pt x="41" y="33"/>
                </a:lnTo>
                <a:lnTo>
                  <a:pt x="41" y="17"/>
                </a:lnTo>
                <a:close/>
                <a:moveTo>
                  <a:pt x="41" y="49"/>
                </a:moveTo>
                <a:lnTo>
                  <a:pt x="57" y="49"/>
                </a:lnTo>
                <a:lnTo>
                  <a:pt x="57" y="66"/>
                </a:lnTo>
                <a:lnTo>
                  <a:pt x="41" y="66"/>
                </a:lnTo>
                <a:lnTo>
                  <a:pt x="41" y="49"/>
                </a:lnTo>
                <a:close/>
                <a:moveTo>
                  <a:pt x="41" y="82"/>
                </a:moveTo>
                <a:lnTo>
                  <a:pt x="57" y="82"/>
                </a:lnTo>
                <a:lnTo>
                  <a:pt x="57" y="98"/>
                </a:lnTo>
                <a:lnTo>
                  <a:pt x="41" y="98"/>
                </a:lnTo>
                <a:lnTo>
                  <a:pt x="41" y="82"/>
                </a:lnTo>
                <a:close/>
                <a:moveTo>
                  <a:pt x="8" y="17"/>
                </a:moveTo>
                <a:lnTo>
                  <a:pt x="24" y="17"/>
                </a:lnTo>
                <a:lnTo>
                  <a:pt x="24" y="33"/>
                </a:lnTo>
                <a:lnTo>
                  <a:pt x="8" y="33"/>
                </a:lnTo>
                <a:lnTo>
                  <a:pt x="8" y="17"/>
                </a:lnTo>
                <a:close/>
                <a:moveTo>
                  <a:pt x="8" y="49"/>
                </a:moveTo>
                <a:lnTo>
                  <a:pt x="24" y="49"/>
                </a:lnTo>
                <a:lnTo>
                  <a:pt x="24" y="66"/>
                </a:lnTo>
                <a:lnTo>
                  <a:pt x="8" y="66"/>
                </a:lnTo>
                <a:lnTo>
                  <a:pt x="8" y="49"/>
                </a:lnTo>
                <a:close/>
                <a:moveTo>
                  <a:pt x="8" y="82"/>
                </a:moveTo>
                <a:lnTo>
                  <a:pt x="24" y="82"/>
                </a:lnTo>
                <a:lnTo>
                  <a:pt x="24" y="98"/>
                </a:lnTo>
                <a:lnTo>
                  <a:pt x="8" y="98"/>
                </a:lnTo>
                <a:lnTo>
                  <a:pt x="8" y="82"/>
                </a:lnTo>
                <a:close/>
                <a:moveTo>
                  <a:pt x="73" y="41"/>
                </a:moveTo>
                <a:lnTo>
                  <a:pt x="131" y="41"/>
                </a:lnTo>
                <a:lnTo>
                  <a:pt x="131" y="49"/>
                </a:lnTo>
                <a:lnTo>
                  <a:pt x="73" y="49"/>
                </a:lnTo>
                <a:lnTo>
                  <a:pt x="73" y="41"/>
                </a:lnTo>
                <a:close/>
                <a:moveTo>
                  <a:pt x="73" y="131"/>
                </a:moveTo>
                <a:lnTo>
                  <a:pt x="90" y="131"/>
                </a:lnTo>
                <a:lnTo>
                  <a:pt x="90" y="98"/>
                </a:lnTo>
                <a:lnTo>
                  <a:pt x="114" y="98"/>
                </a:lnTo>
                <a:lnTo>
                  <a:pt x="114" y="131"/>
                </a:lnTo>
                <a:lnTo>
                  <a:pt x="131" y="131"/>
                </a:lnTo>
                <a:lnTo>
                  <a:pt x="131" y="57"/>
                </a:lnTo>
                <a:lnTo>
                  <a:pt x="73" y="57"/>
                </a:lnTo>
                <a:lnTo>
                  <a:pt x="73" y="131"/>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9" name="Freeform 107"/>
          <p:cNvSpPr>
            <a:spLocks noEditPoints="1"/>
          </p:cNvSpPr>
          <p:nvPr/>
        </p:nvSpPr>
        <p:spPr bwMode="auto">
          <a:xfrm>
            <a:off x="10098743" y="4062429"/>
            <a:ext cx="203767" cy="203767"/>
          </a:xfrm>
          <a:custGeom>
            <a:avLst/>
            <a:gdLst>
              <a:gd name="T0" fmla="*/ 79 w 85"/>
              <a:gd name="T1" fmla="*/ 24 h 85"/>
              <a:gd name="T2" fmla="*/ 61 w 85"/>
              <a:gd name="T3" fmla="*/ 6 h 85"/>
              <a:gd name="T4" fmla="*/ 66 w 85"/>
              <a:gd name="T5" fmla="*/ 0 h 85"/>
              <a:gd name="T6" fmla="*/ 85 w 85"/>
              <a:gd name="T7" fmla="*/ 19 h 85"/>
              <a:gd name="T8" fmla="*/ 79 w 85"/>
              <a:gd name="T9" fmla="*/ 24 h 85"/>
              <a:gd name="T10" fmla="*/ 74 w 85"/>
              <a:gd name="T11" fmla="*/ 30 h 85"/>
              <a:gd name="T12" fmla="*/ 71 w 85"/>
              <a:gd name="T13" fmla="*/ 59 h 85"/>
              <a:gd name="T14" fmla="*/ 13 w 85"/>
              <a:gd name="T15" fmla="*/ 85 h 85"/>
              <a:gd name="T16" fmla="*/ 8 w 85"/>
              <a:gd name="T17" fmla="*/ 81 h 85"/>
              <a:gd name="T18" fmla="*/ 31 w 85"/>
              <a:gd name="T19" fmla="*/ 58 h 85"/>
              <a:gd name="T20" fmla="*/ 34 w 85"/>
              <a:gd name="T21" fmla="*/ 59 h 85"/>
              <a:gd name="T22" fmla="*/ 42 w 85"/>
              <a:gd name="T23" fmla="*/ 51 h 85"/>
              <a:gd name="T24" fmla="*/ 34 w 85"/>
              <a:gd name="T25" fmla="*/ 43 h 85"/>
              <a:gd name="T26" fmla="*/ 26 w 85"/>
              <a:gd name="T27" fmla="*/ 51 h 85"/>
              <a:gd name="T28" fmla="*/ 27 w 85"/>
              <a:gd name="T29" fmla="*/ 54 h 85"/>
              <a:gd name="T30" fmla="*/ 4 w 85"/>
              <a:gd name="T31" fmla="*/ 76 h 85"/>
              <a:gd name="T32" fmla="*/ 0 w 85"/>
              <a:gd name="T33" fmla="*/ 72 h 85"/>
              <a:gd name="T34" fmla="*/ 26 w 85"/>
              <a:gd name="T35" fmla="*/ 14 h 85"/>
              <a:gd name="T36" fmla="*/ 55 w 85"/>
              <a:gd name="T37" fmla="*/ 11 h 85"/>
              <a:gd name="T38" fmla="*/ 74 w 85"/>
              <a:gd name="T39" fmla="*/ 3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85">
                <a:moveTo>
                  <a:pt x="79" y="24"/>
                </a:moveTo>
                <a:cubicBezTo>
                  <a:pt x="61" y="6"/>
                  <a:pt x="61" y="6"/>
                  <a:pt x="61" y="6"/>
                </a:cubicBezTo>
                <a:cubicBezTo>
                  <a:pt x="66" y="0"/>
                  <a:pt x="66" y="0"/>
                  <a:pt x="66" y="0"/>
                </a:cubicBezTo>
                <a:cubicBezTo>
                  <a:pt x="85" y="19"/>
                  <a:pt x="85" y="19"/>
                  <a:pt x="85" y="19"/>
                </a:cubicBezTo>
                <a:lnTo>
                  <a:pt x="79" y="24"/>
                </a:lnTo>
                <a:close/>
                <a:moveTo>
                  <a:pt x="74" y="30"/>
                </a:moveTo>
                <a:cubicBezTo>
                  <a:pt x="71" y="59"/>
                  <a:pt x="71" y="59"/>
                  <a:pt x="71" y="59"/>
                </a:cubicBezTo>
                <a:cubicBezTo>
                  <a:pt x="47" y="59"/>
                  <a:pt x="13" y="85"/>
                  <a:pt x="13" y="85"/>
                </a:cubicBezTo>
                <a:cubicBezTo>
                  <a:pt x="8" y="81"/>
                  <a:pt x="8" y="81"/>
                  <a:pt x="8" y="81"/>
                </a:cubicBezTo>
                <a:cubicBezTo>
                  <a:pt x="31" y="58"/>
                  <a:pt x="31" y="58"/>
                  <a:pt x="31" y="58"/>
                </a:cubicBezTo>
                <a:cubicBezTo>
                  <a:pt x="32" y="59"/>
                  <a:pt x="33" y="59"/>
                  <a:pt x="34" y="59"/>
                </a:cubicBezTo>
                <a:cubicBezTo>
                  <a:pt x="38" y="59"/>
                  <a:pt x="42" y="55"/>
                  <a:pt x="42" y="51"/>
                </a:cubicBezTo>
                <a:cubicBezTo>
                  <a:pt x="42" y="46"/>
                  <a:pt x="38" y="43"/>
                  <a:pt x="34" y="43"/>
                </a:cubicBezTo>
                <a:cubicBezTo>
                  <a:pt x="30" y="43"/>
                  <a:pt x="26" y="46"/>
                  <a:pt x="26" y="51"/>
                </a:cubicBezTo>
                <a:cubicBezTo>
                  <a:pt x="26" y="52"/>
                  <a:pt x="26" y="53"/>
                  <a:pt x="27" y="54"/>
                </a:cubicBezTo>
                <a:cubicBezTo>
                  <a:pt x="4" y="76"/>
                  <a:pt x="4" y="76"/>
                  <a:pt x="4" y="76"/>
                </a:cubicBezTo>
                <a:cubicBezTo>
                  <a:pt x="0" y="72"/>
                  <a:pt x="0" y="72"/>
                  <a:pt x="0" y="72"/>
                </a:cubicBezTo>
                <a:cubicBezTo>
                  <a:pt x="0" y="72"/>
                  <a:pt x="26" y="37"/>
                  <a:pt x="26" y="14"/>
                </a:cubicBezTo>
                <a:cubicBezTo>
                  <a:pt x="55" y="11"/>
                  <a:pt x="55" y="11"/>
                  <a:pt x="55" y="11"/>
                </a:cubicBezTo>
                <a:lnTo>
                  <a:pt x="74" y="30"/>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0" name="Freeform 108"/>
          <p:cNvSpPr>
            <a:spLocks noEditPoints="1"/>
          </p:cNvSpPr>
          <p:nvPr/>
        </p:nvSpPr>
        <p:spPr bwMode="auto">
          <a:xfrm>
            <a:off x="9914034" y="3820546"/>
            <a:ext cx="184710" cy="184710"/>
          </a:xfrm>
          <a:custGeom>
            <a:avLst/>
            <a:gdLst>
              <a:gd name="T0" fmla="*/ 53 w 77"/>
              <a:gd name="T1" fmla="*/ 30 h 77"/>
              <a:gd name="T2" fmla="*/ 26 w 77"/>
              <a:gd name="T3" fmla="*/ 2 h 77"/>
              <a:gd name="T4" fmla="*/ 39 w 77"/>
              <a:gd name="T5" fmla="*/ 0 h 77"/>
              <a:gd name="T6" fmla="*/ 53 w 77"/>
              <a:gd name="T7" fmla="*/ 3 h 77"/>
              <a:gd name="T8" fmla="*/ 53 w 77"/>
              <a:gd name="T9" fmla="*/ 30 h 77"/>
              <a:gd name="T10" fmla="*/ 58 w 77"/>
              <a:gd name="T11" fmla="*/ 53 h 77"/>
              <a:gd name="T12" fmla="*/ 58 w 77"/>
              <a:gd name="T13" fmla="*/ 5 h 77"/>
              <a:gd name="T14" fmla="*/ 77 w 77"/>
              <a:gd name="T15" fmla="*/ 38 h 77"/>
              <a:gd name="T16" fmla="*/ 74 w 77"/>
              <a:gd name="T17" fmla="*/ 53 h 77"/>
              <a:gd name="T18" fmla="*/ 58 w 77"/>
              <a:gd name="T19" fmla="*/ 53 h 77"/>
              <a:gd name="T20" fmla="*/ 24 w 77"/>
              <a:gd name="T21" fmla="*/ 58 h 77"/>
              <a:gd name="T22" fmla="*/ 72 w 77"/>
              <a:gd name="T23" fmla="*/ 58 h 77"/>
              <a:gd name="T24" fmla="*/ 39 w 77"/>
              <a:gd name="T25" fmla="*/ 77 h 77"/>
              <a:gd name="T26" fmla="*/ 24 w 77"/>
              <a:gd name="T27" fmla="*/ 74 h 77"/>
              <a:gd name="T28" fmla="*/ 24 w 77"/>
              <a:gd name="T29" fmla="*/ 58 h 77"/>
              <a:gd name="T30" fmla="*/ 32 w 77"/>
              <a:gd name="T31" fmla="*/ 17 h 77"/>
              <a:gd name="T32" fmla="*/ 1 w 77"/>
              <a:gd name="T33" fmla="*/ 48 h 77"/>
              <a:gd name="T34" fmla="*/ 0 w 77"/>
              <a:gd name="T35" fmla="*/ 38 h 77"/>
              <a:gd name="T36" fmla="*/ 20 w 77"/>
              <a:gd name="T37" fmla="*/ 5 h 77"/>
              <a:gd name="T38" fmla="*/ 32 w 77"/>
              <a:gd name="T39" fmla="*/ 17 h 77"/>
              <a:gd name="T40" fmla="*/ 20 w 77"/>
              <a:gd name="T41" fmla="*/ 38 h 77"/>
              <a:gd name="T42" fmla="*/ 20 w 77"/>
              <a:gd name="T43" fmla="*/ 72 h 77"/>
              <a:gd name="T44" fmla="*/ 4 w 77"/>
              <a:gd name="T45" fmla="*/ 54 h 77"/>
              <a:gd name="T46" fmla="*/ 20 w 77"/>
              <a:gd name="T47" fmla="*/ 3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77">
                <a:moveTo>
                  <a:pt x="53" y="30"/>
                </a:moveTo>
                <a:cubicBezTo>
                  <a:pt x="26" y="2"/>
                  <a:pt x="26" y="2"/>
                  <a:pt x="26" y="2"/>
                </a:cubicBezTo>
                <a:cubicBezTo>
                  <a:pt x="30" y="1"/>
                  <a:pt x="34" y="0"/>
                  <a:pt x="39" y="0"/>
                </a:cubicBezTo>
                <a:cubicBezTo>
                  <a:pt x="44" y="0"/>
                  <a:pt x="49" y="1"/>
                  <a:pt x="53" y="3"/>
                </a:cubicBezTo>
                <a:lnTo>
                  <a:pt x="53" y="30"/>
                </a:lnTo>
                <a:close/>
                <a:moveTo>
                  <a:pt x="58" y="53"/>
                </a:moveTo>
                <a:cubicBezTo>
                  <a:pt x="58" y="5"/>
                  <a:pt x="58" y="5"/>
                  <a:pt x="58" y="5"/>
                </a:cubicBezTo>
                <a:cubicBezTo>
                  <a:pt x="69" y="12"/>
                  <a:pt x="77" y="24"/>
                  <a:pt x="77" y="38"/>
                </a:cubicBezTo>
                <a:cubicBezTo>
                  <a:pt x="77" y="43"/>
                  <a:pt x="76" y="48"/>
                  <a:pt x="74" y="53"/>
                </a:cubicBezTo>
                <a:lnTo>
                  <a:pt x="58" y="53"/>
                </a:lnTo>
                <a:close/>
                <a:moveTo>
                  <a:pt x="24" y="58"/>
                </a:moveTo>
                <a:cubicBezTo>
                  <a:pt x="72" y="58"/>
                  <a:pt x="72" y="58"/>
                  <a:pt x="72" y="58"/>
                </a:cubicBezTo>
                <a:cubicBezTo>
                  <a:pt x="65" y="69"/>
                  <a:pt x="53" y="77"/>
                  <a:pt x="39" y="77"/>
                </a:cubicBezTo>
                <a:cubicBezTo>
                  <a:pt x="34" y="77"/>
                  <a:pt x="29" y="76"/>
                  <a:pt x="24" y="74"/>
                </a:cubicBezTo>
                <a:lnTo>
                  <a:pt x="24" y="58"/>
                </a:lnTo>
                <a:close/>
                <a:moveTo>
                  <a:pt x="32" y="17"/>
                </a:moveTo>
                <a:cubicBezTo>
                  <a:pt x="1" y="48"/>
                  <a:pt x="1" y="48"/>
                  <a:pt x="1" y="48"/>
                </a:cubicBezTo>
                <a:cubicBezTo>
                  <a:pt x="1" y="45"/>
                  <a:pt x="0" y="42"/>
                  <a:pt x="0" y="38"/>
                </a:cubicBezTo>
                <a:cubicBezTo>
                  <a:pt x="0" y="24"/>
                  <a:pt x="8" y="11"/>
                  <a:pt x="20" y="5"/>
                </a:cubicBezTo>
                <a:lnTo>
                  <a:pt x="32" y="17"/>
                </a:lnTo>
                <a:close/>
                <a:moveTo>
                  <a:pt x="20" y="38"/>
                </a:moveTo>
                <a:cubicBezTo>
                  <a:pt x="20" y="72"/>
                  <a:pt x="20" y="72"/>
                  <a:pt x="20" y="72"/>
                </a:cubicBezTo>
                <a:cubicBezTo>
                  <a:pt x="12" y="68"/>
                  <a:pt x="7" y="61"/>
                  <a:pt x="4" y="54"/>
                </a:cubicBezTo>
                <a:lnTo>
                  <a:pt x="20" y="38"/>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1" name="Freeform 109"/>
          <p:cNvSpPr>
            <a:spLocks noEditPoints="1"/>
          </p:cNvSpPr>
          <p:nvPr/>
        </p:nvSpPr>
        <p:spPr bwMode="auto">
          <a:xfrm>
            <a:off x="9911102" y="4038974"/>
            <a:ext cx="172982" cy="139266"/>
          </a:xfrm>
          <a:custGeom>
            <a:avLst/>
            <a:gdLst>
              <a:gd name="T0" fmla="*/ 0 w 72"/>
              <a:gd name="T1" fmla="*/ 0 h 58"/>
              <a:gd name="T2" fmla="*/ 0 w 72"/>
              <a:gd name="T3" fmla="*/ 58 h 58"/>
              <a:gd name="T4" fmla="*/ 72 w 72"/>
              <a:gd name="T5" fmla="*/ 58 h 58"/>
              <a:gd name="T6" fmla="*/ 72 w 72"/>
              <a:gd name="T7" fmla="*/ 0 h 58"/>
              <a:gd name="T8" fmla="*/ 0 w 72"/>
              <a:gd name="T9" fmla="*/ 0 h 58"/>
              <a:gd name="T10" fmla="*/ 67 w 72"/>
              <a:gd name="T11" fmla="*/ 53 h 58"/>
              <a:gd name="T12" fmla="*/ 4 w 72"/>
              <a:gd name="T13" fmla="*/ 53 h 58"/>
              <a:gd name="T14" fmla="*/ 4 w 72"/>
              <a:gd name="T15" fmla="*/ 4 h 58"/>
              <a:gd name="T16" fmla="*/ 67 w 72"/>
              <a:gd name="T17" fmla="*/ 4 h 58"/>
              <a:gd name="T18" fmla="*/ 67 w 72"/>
              <a:gd name="T19" fmla="*/ 53 h 58"/>
              <a:gd name="T20" fmla="*/ 49 w 72"/>
              <a:gd name="T21" fmla="*/ 15 h 58"/>
              <a:gd name="T22" fmla="*/ 56 w 72"/>
              <a:gd name="T23" fmla="*/ 22 h 58"/>
              <a:gd name="T24" fmla="*/ 63 w 72"/>
              <a:gd name="T25" fmla="*/ 15 h 58"/>
              <a:gd name="T26" fmla="*/ 56 w 72"/>
              <a:gd name="T27" fmla="*/ 9 h 58"/>
              <a:gd name="T28" fmla="*/ 49 w 72"/>
              <a:gd name="T29" fmla="*/ 15 h 58"/>
              <a:gd name="T30" fmla="*/ 63 w 72"/>
              <a:gd name="T31" fmla="*/ 49 h 58"/>
              <a:gd name="T32" fmla="*/ 9 w 72"/>
              <a:gd name="T33" fmla="*/ 49 h 58"/>
              <a:gd name="T34" fmla="*/ 22 w 72"/>
              <a:gd name="T35" fmla="*/ 13 h 58"/>
              <a:gd name="T36" fmla="*/ 40 w 72"/>
              <a:gd name="T37" fmla="*/ 35 h 58"/>
              <a:gd name="T38" fmla="*/ 49 w 72"/>
              <a:gd name="T39" fmla="*/ 29 h 58"/>
              <a:gd name="T40" fmla="*/ 63 w 72"/>
              <a:gd name="T41" fmla="*/ 4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2" h="58">
                <a:moveTo>
                  <a:pt x="0" y="0"/>
                </a:moveTo>
                <a:cubicBezTo>
                  <a:pt x="0" y="58"/>
                  <a:pt x="0" y="58"/>
                  <a:pt x="0" y="58"/>
                </a:cubicBezTo>
                <a:cubicBezTo>
                  <a:pt x="72" y="58"/>
                  <a:pt x="72" y="58"/>
                  <a:pt x="72" y="58"/>
                </a:cubicBezTo>
                <a:cubicBezTo>
                  <a:pt x="72" y="0"/>
                  <a:pt x="72" y="0"/>
                  <a:pt x="72" y="0"/>
                </a:cubicBezTo>
                <a:lnTo>
                  <a:pt x="0" y="0"/>
                </a:lnTo>
                <a:close/>
                <a:moveTo>
                  <a:pt x="67" y="53"/>
                </a:moveTo>
                <a:cubicBezTo>
                  <a:pt x="4" y="53"/>
                  <a:pt x="4" y="53"/>
                  <a:pt x="4" y="53"/>
                </a:cubicBezTo>
                <a:cubicBezTo>
                  <a:pt x="4" y="4"/>
                  <a:pt x="4" y="4"/>
                  <a:pt x="4" y="4"/>
                </a:cubicBezTo>
                <a:cubicBezTo>
                  <a:pt x="67" y="4"/>
                  <a:pt x="67" y="4"/>
                  <a:pt x="67" y="4"/>
                </a:cubicBezTo>
                <a:lnTo>
                  <a:pt x="67" y="53"/>
                </a:lnTo>
                <a:close/>
                <a:moveTo>
                  <a:pt x="49" y="15"/>
                </a:moveTo>
                <a:cubicBezTo>
                  <a:pt x="49" y="19"/>
                  <a:pt x="52" y="22"/>
                  <a:pt x="56" y="22"/>
                </a:cubicBezTo>
                <a:cubicBezTo>
                  <a:pt x="60" y="22"/>
                  <a:pt x="63" y="19"/>
                  <a:pt x="63" y="15"/>
                </a:cubicBezTo>
                <a:cubicBezTo>
                  <a:pt x="63" y="12"/>
                  <a:pt x="60" y="9"/>
                  <a:pt x="56" y="9"/>
                </a:cubicBezTo>
                <a:cubicBezTo>
                  <a:pt x="52" y="9"/>
                  <a:pt x="49" y="12"/>
                  <a:pt x="49" y="15"/>
                </a:cubicBezTo>
                <a:close/>
                <a:moveTo>
                  <a:pt x="63" y="49"/>
                </a:moveTo>
                <a:cubicBezTo>
                  <a:pt x="9" y="49"/>
                  <a:pt x="9" y="49"/>
                  <a:pt x="9" y="49"/>
                </a:cubicBezTo>
                <a:cubicBezTo>
                  <a:pt x="22" y="13"/>
                  <a:pt x="22" y="13"/>
                  <a:pt x="22" y="13"/>
                </a:cubicBezTo>
                <a:cubicBezTo>
                  <a:pt x="40" y="35"/>
                  <a:pt x="40" y="35"/>
                  <a:pt x="40" y="35"/>
                </a:cubicBezTo>
                <a:cubicBezTo>
                  <a:pt x="49" y="29"/>
                  <a:pt x="49" y="29"/>
                  <a:pt x="49" y="29"/>
                </a:cubicBezTo>
                <a:lnTo>
                  <a:pt x="63" y="49"/>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2" name="Freeform 110"/>
          <p:cNvSpPr>
            <a:spLocks noEditPoints="1"/>
          </p:cNvSpPr>
          <p:nvPr/>
        </p:nvSpPr>
        <p:spPr bwMode="auto">
          <a:xfrm>
            <a:off x="9842203" y="4231013"/>
            <a:ext cx="181779" cy="211097"/>
          </a:xfrm>
          <a:custGeom>
            <a:avLst/>
            <a:gdLst>
              <a:gd name="T0" fmla="*/ 54 w 76"/>
              <a:gd name="T1" fmla="*/ 0 h 88"/>
              <a:gd name="T2" fmla="*/ 14 w 76"/>
              <a:gd name="T3" fmla="*/ 28 h 88"/>
              <a:gd name="T4" fmla="*/ 16 w 76"/>
              <a:gd name="T5" fmla="*/ 65 h 88"/>
              <a:gd name="T6" fmla="*/ 49 w 76"/>
              <a:gd name="T7" fmla="*/ 27 h 88"/>
              <a:gd name="T8" fmla="*/ 32 w 76"/>
              <a:gd name="T9" fmla="*/ 75 h 88"/>
              <a:gd name="T10" fmla="*/ 70 w 76"/>
              <a:gd name="T11" fmla="*/ 57 h 88"/>
              <a:gd name="T12" fmla="*/ 54 w 76"/>
              <a:gd name="T13" fmla="*/ 0 h 88"/>
              <a:gd name="T14" fmla="*/ 4 w 76"/>
              <a:gd name="T15" fmla="*/ 78 h 88"/>
              <a:gd name="T16" fmla="*/ 10 w 76"/>
              <a:gd name="T17" fmla="*/ 83 h 88"/>
              <a:gd name="T18" fmla="*/ 47 w 76"/>
              <a:gd name="T19" fmla="*/ 41 h 88"/>
              <a:gd name="T20" fmla="*/ 4 w 76"/>
              <a:gd name="T21" fmla="*/ 7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8">
                <a:moveTo>
                  <a:pt x="54" y="0"/>
                </a:moveTo>
                <a:cubicBezTo>
                  <a:pt x="40" y="23"/>
                  <a:pt x="30" y="12"/>
                  <a:pt x="14" y="28"/>
                </a:cubicBezTo>
                <a:cubicBezTo>
                  <a:pt x="0" y="42"/>
                  <a:pt x="5" y="60"/>
                  <a:pt x="16" y="65"/>
                </a:cubicBezTo>
                <a:cubicBezTo>
                  <a:pt x="28" y="60"/>
                  <a:pt x="40" y="46"/>
                  <a:pt x="49" y="27"/>
                </a:cubicBezTo>
                <a:cubicBezTo>
                  <a:pt x="49" y="27"/>
                  <a:pt x="57" y="51"/>
                  <a:pt x="32" y="75"/>
                </a:cubicBezTo>
                <a:cubicBezTo>
                  <a:pt x="44" y="88"/>
                  <a:pt x="64" y="79"/>
                  <a:pt x="70" y="57"/>
                </a:cubicBezTo>
                <a:cubicBezTo>
                  <a:pt x="76" y="33"/>
                  <a:pt x="60" y="9"/>
                  <a:pt x="54" y="0"/>
                </a:cubicBezTo>
                <a:close/>
                <a:moveTo>
                  <a:pt x="4" y="78"/>
                </a:moveTo>
                <a:cubicBezTo>
                  <a:pt x="4" y="79"/>
                  <a:pt x="4" y="83"/>
                  <a:pt x="10" y="83"/>
                </a:cubicBezTo>
                <a:cubicBezTo>
                  <a:pt x="14" y="83"/>
                  <a:pt x="36" y="71"/>
                  <a:pt x="47" y="41"/>
                </a:cubicBezTo>
                <a:cubicBezTo>
                  <a:pt x="30" y="71"/>
                  <a:pt x="6" y="78"/>
                  <a:pt x="4" y="78"/>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3" name="Freeform 111"/>
          <p:cNvSpPr>
            <a:spLocks noEditPoints="1"/>
          </p:cNvSpPr>
          <p:nvPr/>
        </p:nvSpPr>
        <p:spPr bwMode="auto">
          <a:xfrm>
            <a:off x="9792360" y="3512696"/>
            <a:ext cx="246279" cy="183244"/>
          </a:xfrm>
          <a:custGeom>
            <a:avLst/>
            <a:gdLst>
              <a:gd name="T0" fmla="*/ 99 w 103"/>
              <a:gd name="T1" fmla="*/ 3 h 77"/>
              <a:gd name="T2" fmla="*/ 52 w 103"/>
              <a:gd name="T3" fmla="*/ 0 h 77"/>
              <a:gd name="T4" fmla="*/ 4 w 103"/>
              <a:gd name="T5" fmla="*/ 3 h 77"/>
              <a:gd name="T6" fmla="*/ 0 w 103"/>
              <a:gd name="T7" fmla="*/ 38 h 77"/>
              <a:gd name="T8" fmla="*/ 4 w 103"/>
              <a:gd name="T9" fmla="*/ 73 h 77"/>
              <a:gd name="T10" fmla="*/ 52 w 103"/>
              <a:gd name="T11" fmla="*/ 77 h 77"/>
              <a:gd name="T12" fmla="*/ 99 w 103"/>
              <a:gd name="T13" fmla="*/ 73 h 77"/>
              <a:gd name="T14" fmla="*/ 103 w 103"/>
              <a:gd name="T15" fmla="*/ 38 h 77"/>
              <a:gd name="T16" fmla="*/ 99 w 103"/>
              <a:gd name="T17" fmla="*/ 3 h 77"/>
              <a:gd name="T18" fmla="*/ 39 w 103"/>
              <a:gd name="T19" fmla="*/ 57 h 77"/>
              <a:gd name="T20" fmla="*/ 39 w 103"/>
              <a:gd name="T21" fmla="*/ 19 h 77"/>
              <a:gd name="T22" fmla="*/ 71 w 103"/>
              <a:gd name="T23" fmla="*/ 38 h 77"/>
              <a:gd name="T24" fmla="*/ 39 w 103"/>
              <a:gd name="T25" fmla="*/ 5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3" h="77">
                <a:moveTo>
                  <a:pt x="99" y="3"/>
                </a:moveTo>
                <a:cubicBezTo>
                  <a:pt x="84" y="1"/>
                  <a:pt x="68" y="0"/>
                  <a:pt x="52" y="0"/>
                </a:cubicBezTo>
                <a:cubicBezTo>
                  <a:pt x="35" y="0"/>
                  <a:pt x="19" y="1"/>
                  <a:pt x="4" y="3"/>
                </a:cubicBezTo>
                <a:cubicBezTo>
                  <a:pt x="2" y="14"/>
                  <a:pt x="0" y="26"/>
                  <a:pt x="0" y="38"/>
                </a:cubicBezTo>
                <a:cubicBezTo>
                  <a:pt x="0" y="51"/>
                  <a:pt x="2" y="63"/>
                  <a:pt x="4" y="73"/>
                </a:cubicBezTo>
                <a:cubicBezTo>
                  <a:pt x="19" y="75"/>
                  <a:pt x="35" y="77"/>
                  <a:pt x="52" y="77"/>
                </a:cubicBezTo>
                <a:cubicBezTo>
                  <a:pt x="68" y="77"/>
                  <a:pt x="84" y="75"/>
                  <a:pt x="99" y="73"/>
                </a:cubicBezTo>
                <a:cubicBezTo>
                  <a:pt x="101" y="63"/>
                  <a:pt x="103" y="51"/>
                  <a:pt x="103" y="38"/>
                </a:cubicBezTo>
                <a:cubicBezTo>
                  <a:pt x="103" y="26"/>
                  <a:pt x="101" y="14"/>
                  <a:pt x="99" y="3"/>
                </a:cubicBezTo>
                <a:close/>
                <a:moveTo>
                  <a:pt x="39" y="57"/>
                </a:moveTo>
                <a:cubicBezTo>
                  <a:pt x="39" y="19"/>
                  <a:pt x="39" y="19"/>
                  <a:pt x="39" y="19"/>
                </a:cubicBezTo>
                <a:cubicBezTo>
                  <a:pt x="71" y="38"/>
                  <a:pt x="71" y="38"/>
                  <a:pt x="71" y="38"/>
                </a:cubicBezTo>
                <a:lnTo>
                  <a:pt x="39" y="5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4" name="Freeform 112"/>
          <p:cNvSpPr>
            <a:spLocks noEditPoints="1"/>
          </p:cNvSpPr>
          <p:nvPr/>
        </p:nvSpPr>
        <p:spPr bwMode="auto">
          <a:xfrm>
            <a:off x="9773302" y="4697186"/>
            <a:ext cx="275599" cy="275599"/>
          </a:xfrm>
          <a:custGeom>
            <a:avLst/>
            <a:gdLst>
              <a:gd name="T0" fmla="*/ 115 w 115"/>
              <a:gd name="T1" fmla="*/ 32 h 115"/>
              <a:gd name="T2" fmla="*/ 104 w 115"/>
              <a:gd name="T3" fmla="*/ 22 h 115"/>
              <a:gd name="T4" fmla="*/ 84 w 115"/>
              <a:gd name="T5" fmla="*/ 42 h 115"/>
              <a:gd name="T6" fmla="*/ 73 w 115"/>
              <a:gd name="T7" fmla="*/ 30 h 115"/>
              <a:gd name="T8" fmla="*/ 93 w 115"/>
              <a:gd name="T9" fmla="*/ 10 h 115"/>
              <a:gd name="T10" fmla="*/ 83 w 115"/>
              <a:gd name="T11" fmla="*/ 0 h 115"/>
              <a:gd name="T12" fmla="*/ 63 w 115"/>
              <a:gd name="T13" fmla="*/ 20 h 115"/>
              <a:gd name="T14" fmla="*/ 50 w 115"/>
              <a:gd name="T15" fmla="*/ 7 h 115"/>
              <a:gd name="T16" fmla="*/ 40 w 115"/>
              <a:gd name="T17" fmla="*/ 17 h 115"/>
              <a:gd name="T18" fmla="*/ 98 w 115"/>
              <a:gd name="T19" fmla="*/ 74 h 115"/>
              <a:gd name="T20" fmla="*/ 107 w 115"/>
              <a:gd name="T21" fmla="*/ 65 h 115"/>
              <a:gd name="T22" fmla="*/ 95 w 115"/>
              <a:gd name="T23" fmla="*/ 52 h 115"/>
              <a:gd name="T24" fmla="*/ 115 w 115"/>
              <a:gd name="T25" fmla="*/ 32 h 115"/>
              <a:gd name="T26" fmla="*/ 31 w 115"/>
              <a:gd name="T27" fmla="*/ 84 h 115"/>
              <a:gd name="T28" fmla="*/ 89 w 115"/>
              <a:gd name="T29" fmla="*/ 76 h 115"/>
              <a:gd name="T30" fmla="*/ 39 w 115"/>
              <a:gd name="T31" fmla="*/ 26 h 115"/>
              <a:gd name="T32" fmla="*/ 31 w 115"/>
              <a:gd name="T33" fmla="*/ 84 h 115"/>
              <a:gd name="T34" fmla="*/ 21 w 115"/>
              <a:gd name="T35" fmla="*/ 79 h 115"/>
              <a:gd name="T36" fmla="*/ 36 w 115"/>
              <a:gd name="T37" fmla="*/ 93 h 115"/>
              <a:gd name="T38" fmla="*/ 14 w 115"/>
              <a:gd name="T39" fmla="*/ 115 h 115"/>
              <a:gd name="T40" fmla="*/ 0 w 115"/>
              <a:gd name="T41" fmla="*/ 100 h 115"/>
              <a:gd name="T42" fmla="*/ 21 w 115"/>
              <a:gd name="T43" fmla="*/ 79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5" h="115">
                <a:moveTo>
                  <a:pt x="115" y="32"/>
                </a:moveTo>
                <a:cubicBezTo>
                  <a:pt x="104" y="22"/>
                  <a:pt x="104" y="22"/>
                  <a:pt x="104" y="22"/>
                </a:cubicBezTo>
                <a:cubicBezTo>
                  <a:pt x="84" y="42"/>
                  <a:pt x="84" y="42"/>
                  <a:pt x="84" y="42"/>
                </a:cubicBezTo>
                <a:cubicBezTo>
                  <a:pt x="73" y="30"/>
                  <a:pt x="73" y="30"/>
                  <a:pt x="73" y="30"/>
                </a:cubicBezTo>
                <a:cubicBezTo>
                  <a:pt x="93" y="10"/>
                  <a:pt x="93" y="10"/>
                  <a:pt x="93" y="10"/>
                </a:cubicBezTo>
                <a:cubicBezTo>
                  <a:pt x="83" y="0"/>
                  <a:pt x="83" y="0"/>
                  <a:pt x="83" y="0"/>
                </a:cubicBezTo>
                <a:cubicBezTo>
                  <a:pt x="63" y="20"/>
                  <a:pt x="63" y="20"/>
                  <a:pt x="63" y="20"/>
                </a:cubicBezTo>
                <a:cubicBezTo>
                  <a:pt x="50" y="7"/>
                  <a:pt x="50" y="7"/>
                  <a:pt x="50" y="7"/>
                </a:cubicBezTo>
                <a:cubicBezTo>
                  <a:pt x="40" y="17"/>
                  <a:pt x="40" y="17"/>
                  <a:pt x="40" y="17"/>
                </a:cubicBezTo>
                <a:cubicBezTo>
                  <a:pt x="98" y="74"/>
                  <a:pt x="98" y="74"/>
                  <a:pt x="98" y="74"/>
                </a:cubicBezTo>
                <a:cubicBezTo>
                  <a:pt x="107" y="65"/>
                  <a:pt x="107" y="65"/>
                  <a:pt x="107" y="65"/>
                </a:cubicBezTo>
                <a:cubicBezTo>
                  <a:pt x="95" y="52"/>
                  <a:pt x="95" y="52"/>
                  <a:pt x="95" y="52"/>
                </a:cubicBezTo>
                <a:lnTo>
                  <a:pt x="115" y="32"/>
                </a:lnTo>
                <a:close/>
                <a:moveTo>
                  <a:pt x="31" y="84"/>
                </a:moveTo>
                <a:cubicBezTo>
                  <a:pt x="49" y="103"/>
                  <a:pt x="74" y="88"/>
                  <a:pt x="89" y="76"/>
                </a:cubicBezTo>
                <a:cubicBezTo>
                  <a:pt x="39" y="26"/>
                  <a:pt x="39" y="26"/>
                  <a:pt x="39" y="26"/>
                </a:cubicBezTo>
                <a:cubicBezTo>
                  <a:pt x="27" y="41"/>
                  <a:pt x="12" y="66"/>
                  <a:pt x="31" y="84"/>
                </a:cubicBezTo>
                <a:close/>
                <a:moveTo>
                  <a:pt x="21" y="79"/>
                </a:moveTo>
                <a:cubicBezTo>
                  <a:pt x="36" y="93"/>
                  <a:pt x="36" y="93"/>
                  <a:pt x="36" y="93"/>
                </a:cubicBezTo>
                <a:cubicBezTo>
                  <a:pt x="14" y="115"/>
                  <a:pt x="14" y="115"/>
                  <a:pt x="14" y="115"/>
                </a:cubicBezTo>
                <a:cubicBezTo>
                  <a:pt x="0" y="100"/>
                  <a:pt x="0" y="100"/>
                  <a:pt x="0" y="100"/>
                </a:cubicBezTo>
                <a:lnTo>
                  <a:pt x="21" y="79"/>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5" name="Freeform 113"/>
          <p:cNvSpPr>
            <a:spLocks noEditPoints="1"/>
          </p:cNvSpPr>
          <p:nvPr/>
        </p:nvSpPr>
        <p:spPr bwMode="auto">
          <a:xfrm>
            <a:off x="9727858" y="5032890"/>
            <a:ext cx="202301" cy="234553"/>
          </a:xfrm>
          <a:custGeom>
            <a:avLst/>
            <a:gdLst>
              <a:gd name="T0" fmla="*/ 55 w 85"/>
              <a:gd name="T1" fmla="*/ 14 h 98"/>
              <a:gd name="T2" fmla="*/ 55 w 85"/>
              <a:gd name="T3" fmla="*/ 27 h 98"/>
              <a:gd name="T4" fmla="*/ 64 w 85"/>
              <a:gd name="T5" fmla="*/ 33 h 98"/>
              <a:gd name="T6" fmla="*/ 73 w 85"/>
              <a:gd name="T7" fmla="*/ 55 h 98"/>
              <a:gd name="T8" fmla="*/ 64 w 85"/>
              <a:gd name="T9" fmla="*/ 77 h 98"/>
              <a:gd name="T10" fmla="*/ 43 w 85"/>
              <a:gd name="T11" fmla="*/ 86 h 98"/>
              <a:gd name="T12" fmla="*/ 21 w 85"/>
              <a:gd name="T13" fmla="*/ 77 h 98"/>
              <a:gd name="T14" fmla="*/ 12 w 85"/>
              <a:gd name="T15" fmla="*/ 55 h 98"/>
              <a:gd name="T16" fmla="*/ 21 w 85"/>
              <a:gd name="T17" fmla="*/ 33 h 98"/>
              <a:gd name="T18" fmla="*/ 30 w 85"/>
              <a:gd name="T19" fmla="*/ 27 h 98"/>
              <a:gd name="T20" fmla="*/ 30 w 85"/>
              <a:gd name="T21" fmla="*/ 14 h 98"/>
              <a:gd name="T22" fmla="*/ 0 w 85"/>
              <a:gd name="T23" fmla="*/ 55 h 98"/>
              <a:gd name="T24" fmla="*/ 43 w 85"/>
              <a:gd name="T25" fmla="*/ 98 h 98"/>
              <a:gd name="T26" fmla="*/ 85 w 85"/>
              <a:gd name="T27" fmla="*/ 55 h 98"/>
              <a:gd name="T28" fmla="*/ 55 w 85"/>
              <a:gd name="T29" fmla="*/ 14 h 98"/>
              <a:gd name="T30" fmla="*/ 37 w 85"/>
              <a:gd name="T31" fmla="*/ 0 h 98"/>
              <a:gd name="T32" fmla="*/ 49 w 85"/>
              <a:gd name="T33" fmla="*/ 0 h 98"/>
              <a:gd name="T34" fmla="*/ 49 w 85"/>
              <a:gd name="T35" fmla="*/ 49 h 98"/>
              <a:gd name="T36" fmla="*/ 37 w 85"/>
              <a:gd name="T37" fmla="*/ 49 h 98"/>
              <a:gd name="T38" fmla="*/ 37 w 85"/>
              <a:gd name="T3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98">
                <a:moveTo>
                  <a:pt x="55" y="14"/>
                </a:moveTo>
                <a:cubicBezTo>
                  <a:pt x="55" y="27"/>
                  <a:pt x="55" y="27"/>
                  <a:pt x="55" y="27"/>
                </a:cubicBezTo>
                <a:cubicBezTo>
                  <a:pt x="58" y="29"/>
                  <a:pt x="62" y="31"/>
                  <a:pt x="64" y="33"/>
                </a:cubicBezTo>
                <a:cubicBezTo>
                  <a:pt x="70" y="39"/>
                  <a:pt x="73" y="47"/>
                  <a:pt x="73" y="55"/>
                </a:cubicBezTo>
                <a:cubicBezTo>
                  <a:pt x="73" y="63"/>
                  <a:pt x="70" y="71"/>
                  <a:pt x="64" y="77"/>
                </a:cubicBezTo>
                <a:cubicBezTo>
                  <a:pt x="58" y="82"/>
                  <a:pt x="51" y="86"/>
                  <a:pt x="43" y="86"/>
                </a:cubicBezTo>
                <a:cubicBezTo>
                  <a:pt x="34" y="86"/>
                  <a:pt x="27" y="82"/>
                  <a:pt x="21" y="77"/>
                </a:cubicBezTo>
                <a:cubicBezTo>
                  <a:pt x="15" y="71"/>
                  <a:pt x="12" y="63"/>
                  <a:pt x="12" y="55"/>
                </a:cubicBezTo>
                <a:cubicBezTo>
                  <a:pt x="12" y="47"/>
                  <a:pt x="15" y="39"/>
                  <a:pt x="21" y="33"/>
                </a:cubicBezTo>
                <a:cubicBezTo>
                  <a:pt x="24" y="31"/>
                  <a:pt x="27" y="29"/>
                  <a:pt x="30" y="27"/>
                </a:cubicBezTo>
                <a:cubicBezTo>
                  <a:pt x="30" y="14"/>
                  <a:pt x="30" y="14"/>
                  <a:pt x="30" y="14"/>
                </a:cubicBezTo>
                <a:cubicBezTo>
                  <a:pt x="13" y="19"/>
                  <a:pt x="0" y="36"/>
                  <a:pt x="0" y="55"/>
                </a:cubicBezTo>
                <a:cubicBezTo>
                  <a:pt x="0" y="79"/>
                  <a:pt x="19" y="98"/>
                  <a:pt x="43" y="98"/>
                </a:cubicBezTo>
                <a:cubicBezTo>
                  <a:pt x="66" y="98"/>
                  <a:pt x="85" y="79"/>
                  <a:pt x="85" y="55"/>
                </a:cubicBezTo>
                <a:cubicBezTo>
                  <a:pt x="85" y="36"/>
                  <a:pt x="73" y="19"/>
                  <a:pt x="55" y="14"/>
                </a:cubicBezTo>
                <a:close/>
                <a:moveTo>
                  <a:pt x="37" y="0"/>
                </a:moveTo>
                <a:cubicBezTo>
                  <a:pt x="49" y="0"/>
                  <a:pt x="49" y="0"/>
                  <a:pt x="49" y="0"/>
                </a:cubicBezTo>
                <a:cubicBezTo>
                  <a:pt x="49" y="49"/>
                  <a:pt x="49" y="49"/>
                  <a:pt x="49" y="49"/>
                </a:cubicBezTo>
                <a:cubicBezTo>
                  <a:pt x="37" y="49"/>
                  <a:pt x="37" y="49"/>
                  <a:pt x="37" y="49"/>
                </a:cubicBezTo>
                <a:lnTo>
                  <a:pt x="37" y="0"/>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6" name="Freeform 114"/>
          <p:cNvSpPr/>
          <p:nvPr/>
        </p:nvSpPr>
        <p:spPr bwMode="auto">
          <a:xfrm>
            <a:off x="9751313" y="4481691"/>
            <a:ext cx="109947" cy="192039"/>
          </a:xfrm>
          <a:custGeom>
            <a:avLst/>
            <a:gdLst>
              <a:gd name="T0" fmla="*/ 0 w 75"/>
              <a:gd name="T1" fmla="*/ 131 h 131"/>
              <a:gd name="T2" fmla="*/ 0 w 75"/>
              <a:gd name="T3" fmla="*/ 0 h 131"/>
              <a:gd name="T4" fmla="*/ 21 w 75"/>
              <a:gd name="T5" fmla="*/ 0 h 131"/>
              <a:gd name="T6" fmla="*/ 21 w 75"/>
              <a:gd name="T7" fmla="*/ 59 h 131"/>
              <a:gd name="T8" fmla="*/ 75 w 75"/>
              <a:gd name="T9" fmla="*/ 5 h 131"/>
              <a:gd name="T10" fmla="*/ 75 w 75"/>
              <a:gd name="T11" fmla="*/ 125 h 131"/>
              <a:gd name="T12" fmla="*/ 21 w 75"/>
              <a:gd name="T13" fmla="*/ 71 h 131"/>
              <a:gd name="T14" fmla="*/ 21 w 75"/>
              <a:gd name="T15" fmla="*/ 131 h 131"/>
              <a:gd name="T16" fmla="*/ 0 w 75"/>
              <a:gd name="T17"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131">
                <a:moveTo>
                  <a:pt x="0" y="131"/>
                </a:moveTo>
                <a:lnTo>
                  <a:pt x="0" y="0"/>
                </a:lnTo>
                <a:lnTo>
                  <a:pt x="21" y="0"/>
                </a:lnTo>
                <a:lnTo>
                  <a:pt x="21" y="59"/>
                </a:lnTo>
                <a:lnTo>
                  <a:pt x="75" y="5"/>
                </a:lnTo>
                <a:lnTo>
                  <a:pt x="75" y="125"/>
                </a:lnTo>
                <a:lnTo>
                  <a:pt x="21" y="71"/>
                </a:lnTo>
                <a:lnTo>
                  <a:pt x="21" y="131"/>
                </a:lnTo>
                <a:lnTo>
                  <a:pt x="0" y="131"/>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7" name="Freeform 115"/>
          <p:cNvSpPr>
            <a:spLocks noEditPoints="1"/>
          </p:cNvSpPr>
          <p:nvPr/>
        </p:nvSpPr>
        <p:spPr bwMode="auto">
          <a:xfrm>
            <a:off x="9682412" y="3741385"/>
            <a:ext cx="209632" cy="187642"/>
          </a:xfrm>
          <a:custGeom>
            <a:avLst/>
            <a:gdLst>
              <a:gd name="T0" fmla="*/ 22 w 88"/>
              <a:gd name="T1" fmla="*/ 0 h 78"/>
              <a:gd name="T2" fmla="*/ 66 w 88"/>
              <a:gd name="T3" fmla="*/ 0 h 78"/>
              <a:gd name="T4" fmla="*/ 66 w 88"/>
              <a:gd name="T5" fmla="*/ 11 h 78"/>
              <a:gd name="T6" fmla="*/ 22 w 88"/>
              <a:gd name="T7" fmla="*/ 11 h 78"/>
              <a:gd name="T8" fmla="*/ 22 w 88"/>
              <a:gd name="T9" fmla="*/ 0 h 78"/>
              <a:gd name="T10" fmla="*/ 83 w 88"/>
              <a:gd name="T11" fmla="*/ 17 h 78"/>
              <a:gd name="T12" fmla="*/ 5 w 88"/>
              <a:gd name="T13" fmla="*/ 17 h 78"/>
              <a:gd name="T14" fmla="*/ 0 w 88"/>
              <a:gd name="T15" fmla="*/ 22 h 78"/>
              <a:gd name="T16" fmla="*/ 0 w 88"/>
              <a:gd name="T17" fmla="*/ 50 h 78"/>
              <a:gd name="T18" fmla="*/ 5 w 88"/>
              <a:gd name="T19" fmla="*/ 56 h 78"/>
              <a:gd name="T20" fmla="*/ 22 w 88"/>
              <a:gd name="T21" fmla="*/ 56 h 78"/>
              <a:gd name="T22" fmla="*/ 22 w 88"/>
              <a:gd name="T23" fmla="*/ 78 h 78"/>
              <a:gd name="T24" fmla="*/ 66 w 88"/>
              <a:gd name="T25" fmla="*/ 78 h 78"/>
              <a:gd name="T26" fmla="*/ 66 w 88"/>
              <a:gd name="T27" fmla="*/ 56 h 78"/>
              <a:gd name="T28" fmla="*/ 83 w 88"/>
              <a:gd name="T29" fmla="*/ 56 h 78"/>
              <a:gd name="T30" fmla="*/ 88 w 88"/>
              <a:gd name="T31" fmla="*/ 50 h 78"/>
              <a:gd name="T32" fmla="*/ 88 w 88"/>
              <a:gd name="T33" fmla="*/ 22 h 78"/>
              <a:gd name="T34" fmla="*/ 83 w 88"/>
              <a:gd name="T35" fmla="*/ 17 h 78"/>
              <a:gd name="T36" fmla="*/ 60 w 88"/>
              <a:gd name="T37" fmla="*/ 72 h 78"/>
              <a:gd name="T38" fmla="*/ 27 w 88"/>
              <a:gd name="T39" fmla="*/ 72 h 78"/>
              <a:gd name="T40" fmla="*/ 27 w 88"/>
              <a:gd name="T41" fmla="*/ 45 h 78"/>
              <a:gd name="T42" fmla="*/ 60 w 88"/>
              <a:gd name="T43" fmla="*/ 45 h 78"/>
              <a:gd name="T44" fmla="*/ 60 w 88"/>
              <a:gd name="T45" fmla="*/ 72 h 78"/>
              <a:gd name="T46" fmla="*/ 84 w 88"/>
              <a:gd name="T47" fmla="*/ 25 h 78"/>
              <a:gd name="T48" fmla="*/ 80 w 88"/>
              <a:gd name="T49" fmla="*/ 29 h 78"/>
              <a:gd name="T50" fmla="*/ 76 w 88"/>
              <a:gd name="T51" fmla="*/ 25 h 78"/>
              <a:gd name="T52" fmla="*/ 80 w 88"/>
              <a:gd name="T53" fmla="*/ 21 h 78"/>
              <a:gd name="T54" fmla="*/ 84 w 88"/>
              <a:gd name="T55" fmla="*/ 25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8" h="78">
                <a:moveTo>
                  <a:pt x="22" y="0"/>
                </a:moveTo>
                <a:cubicBezTo>
                  <a:pt x="66" y="0"/>
                  <a:pt x="66" y="0"/>
                  <a:pt x="66" y="0"/>
                </a:cubicBezTo>
                <a:cubicBezTo>
                  <a:pt x="66" y="11"/>
                  <a:pt x="66" y="11"/>
                  <a:pt x="66" y="11"/>
                </a:cubicBezTo>
                <a:cubicBezTo>
                  <a:pt x="22" y="11"/>
                  <a:pt x="22" y="11"/>
                  <a:pt x="22" y="11"/>
                </a:cubicBezTo>
                <a:lnTo>
                  <a:pt x="22" y="0"/>
                </a:lnTo>
                <a:close/>
                <a:moveTo>
                  <a:pt x="83" y="17"/>
                </a:moveTo>
                <a:cubicBezTo>
                  <a:pt x="5" y="17"/>
                  <a:pt x="5" y="17"/>
                  <a:pt x="5" y="17"/>
                </a:cubicBezTo>
                <a:cubicBezTo>
                  <a:pt x="2" y="17"/>
                  <a:pt x="0" y="19"/>
                  <a:pt x="0" y="22"/>
                </a:cubicBezTo>
                <a:cubicBezTo>
                  <a:pt x="0" y="50"/>
                  <a:pt x="0" y="50"/>
                  <a:pt x="0" y="50"/>
                </a:cubicBezTo>
                <a:cubicBezTo>
                  <a:pt x="0" y="53"/>
                  <a:pt x="2" y="56"/>
                  <a:pt x="5" y="56"/>
                </a:cubicBezTo>
                <a:cubicBezTo>
                  <a:pt x="22" y="56"/>
                  <a:pt x="22" y="56"/>
                  <a:pt x="22" y="56"/>
                </a:cubicBezTo>
                <a:cubicBezTo>
                  <a:pt x="22" y="78"/>
                  <a:pt x="22" y="78"/>
                  <a:pt x="22" y="78"/>
                </a:cubicBezTo>
                <a:cubicBezTo>
                  <a:pt x="66" y="78"/>
                  <a:pt x="66" y="78"/>
                  <a:pt x="66" y="78"/>
                </a:cubicBezTo>
                <a:cubicBezTo>
                  <a:pt x="66" y="56"/>
                  <a:pt x="66" y="56"/>
                  <a:pt x="66" y="56"/>
                </a:cubicBezTo>
                <a:cubicBezTo>
                  <a:pt x="83" y="56"/>
                  <a:pt x="83" y="56"/>
                  <a:pt x="83" y="56"/>
                </a:cubicBezTo>
                <a:cubicBezTo>
                  <a:pt x="86" y="56"/>
                  <a:pt x="88" y="53"/>
                  <a:pt x="88" y="50"/>
                </a:cubicBezTo>
                <a:cubicBezTo>
                  <a:pt x="88" y="22"/>
                  <a:pt x="88" y="22"/>
                  <a:pt x="88" y="22"/>
                </a:cubicBezTo>
                <a:cubicBezTo>
                  <a:pt x="88" y="19"/>
                  <a:pt x="86" y="17"/>
                  <a:pt x="83" y="17"/>
                </a:cubicBezTo>
                <a:close/>
                <a:moveTo>
                  <a:pt x="60" y="72"/>
                </a:moveTo>
                <a:cubicBezTo>
                  <a:pt x="27" y="72"/>
                  <a:pt x="27" y="72"/>
                  <a:pt x="27" y="72"/>
                </a:cubicBezTo>
                <a:cubicBezTo>
                  <a:pt x="27" y="45"/>
                  <a:pt x="27" y="45"/>
                  <a:pt x="27" y="45"/>
                </a:cubicBezTo>
                <a:cubicBezTo>
                  <a:pt x="60" y="45"/>
                  <a:pt x="60" y="45"/>
                  <a:pt x="60" y="45"/>
                </a:cubicBezTo>
                <a:lnTo>
                  <a:pt x="60" y="72"/>
                </a:lnTo>
                <a:close/>
                <a:moveTo>
                  <a:pt x="84" y="25"/>
                </a:moveTo>
                <a:cubicBezTo>
                  <a:pt x="84" y="27"/>
                  <a:pt x="82" y="29"/>
                  <a:pt x="80" y="29"/>
                </a:cubicBezTo>
                <a:cubicBezTo>
                  <a:pt x="78" y="29"/>
                  <a:pt x="76" y="27"/>
                  <a:pt x="76" y="25"/>
                </a:cubicBezTo>
                <a:cubicBezTo>
                  <a:pt x="76" y="23"/>
                  <a:pt x="78" y="21"/>
                  <a:pt x="80" y="21"/>
                </a:cubicBezTo>
                <a:cubicBezTo>
                  <a:pt x="82" y="21"/>
                  <a:pt x="84" y="23"/>
                  <a:pt x="84" y="25"/>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8" name="Freeform 116"/>
          <p:cNvSpPr>
            <a:spLocks noEditPoints="1"/>
          </p:cNvSpPr>
          <p:nvPr/>
        </p:nvSpPr>
        <p:spPr bwMode="auto">
          <a:xfrm>
            <a:off x="9688277" y="3967142"/>
            <a:ext cx="183245" cy="193505"/>
          </a:xfrm>
          <a:custGeom>
            <a:avLst/>
            <a:gdLst>
              <a:gd name="T0" fmla="*/ 69 w 76"/>
              <a:gd name="T1" fmla="*/ 0 h 81"/>
              <a:gd name="T2" fmla="*/ 8 w 76"/>
              <a:gd name="T3" fmla="*/ 0 h 81"/>
              <a:gd name="T4" fmla="*/ 0 w 76"/>
              <a:gd name="T5" fmla="*/ 7 h 81"/>
              <a:gd name="T6" fmla="*/ 0 w 76"/>
              <a:gd name="T7" fmla="*/ 73 h 81"/>
              <a:gd name="T8" fmla="*/ 8 w 76"/>
              <a:gd name="T9" fmla="*/ 81 h 81"/>
              <a:gd name="T10" fmla="*/ 69 w 76"/>
              <a:gd name="T11" fmla="*/ 81 h 81"/>
              <a:gd name="T12" fmla="*/ 76 w 76"/>
              <a:gd name="T13" fmla="*/ 73 h 81"/>
              <a:gd name="T14" fmla="*/ 76 w 76"/>
              <a:gd name="T15" fmla="*/ 7 h 81"/>
              <a:gd name="T16" fmla="*/ 69 w 76"/>
              <a:gd name="T17" fmla="*/ 0 h 81"/>
              <a:gd name="T18" fmla="*/ 66 w 76"/>
              <a:gd name="T19" fmla="*/ 71 h 81"/>
              <a:gd name="T20" fmla="*/ 11 w 76"/>
              <a:gd name="T21" fmla="*/ 71 h 81"/>
              <a:gd name="T22" fmla="*/ 11 w 76"/>
              <a:gd name="T23" fmla="*/ 10 h 81"/>
              <a:gd name="T24" fmla="*/ 66 w 76"/>
              <a:gd name="T25" fmla="*/ 10 h 81"/>
              <a:gd name="T26" fmla="*/ 66 w 76"/>
              <a:gd name="T27" fmla="*/ 71 h 81"/>
              <a:gd name="T28" fmla="*/ 21 w 76"/>
              <a:gd name="T29" fmla="*/ 45 h 81"/>
              <a:gd name="T30" fmla="*/ 56 w 76"/>
              <a:gd name="T31" fmla="*/ 45 h 81"/>
              <a:gd name="T32" fmla="*/ 56 w 76"/>
              <a:gd name="T33" fmla="*/ 50 h 81"/>
              <a:gd name="T34" fmla="*/ 21 w 76"/>
              <a:gd name="T35" fmla="*/ 50 h 81"/>
              <a:gd name="T36" fmla="*/ 21 w 76"/>
              <a:gd name="T37" fmla="*/ 45 h 81"/>
              <a:gd name="T38" fmla="*/ 21 w 76"/>
              <a:gd name="T39" fmla="*/ 55 h 81"/>
              <a:gd name="T40" fmla="*/ 56 w 76"/>
              <a:gd name="T41" fmla="*/ 55 h 81"/>
              <a:gd name="T42" fmla="*/ 56 w 76"/>
              <a:gd name="T43" fmla="*/ 60 h 81"/>
              <a:gd name="T44" fmla="*/ 21 w 76"/>
              <a:gd name="T45" fmla="*/ 60 h 81"/>
              <a:gd name="T46" fmla="*/ 21 w 76"/>
              <a:gd name="T47" fmla="*/ 55 h 81"/>
              <a:gd name="T48" fmla="*/ 26 w 76"/>
              <a:gd name="T49" fmla="*/ 23 h 81"/>
              <a:gd name="T50" fmla="*/ 33 w 76"/>
              <a:gd name="T51" fmla="*/ 30 h 81"/>
              <a:gd name="T52" fmla="*/ 41 w 76"/>
              <a:gd name="T53" fmla="*/ 23 h 81"/>
              <a:gd name="T54" fmla="*/ 33 w 76"/>
              <a:gd name="T55" fmla="*/ 15 h 81"/>
              <a:gd name="T56" fmla="*/ 26 w 76"/>
              <a:gd name="T57" fmla="*/ 23 h 81"/>
              <a:gd name="T58" fmla="*/ 38 w 76"/>
              <a:gd name="T59" fmla="*/ 30 h 81"/>
              <a:gd name="T60" fmla="*/ 28 w 76"/>
              <a:gd name="T61" fmla="*/ 30 h 81"/>
              <a:gd name="T62" fmla="*/ 21 w 76"/>
              <a:gd name="T63" fmla="*/ 35 h 81"/>
              <a:gd name="T64" fmla="*/ 21 w 76"/>
              <a:gd name="T65" fmla="*/ 40 h 81"/>
              <a:gd name="T66" fmla="*/ 46 w 76"/>
              <a:gd name="T67" fmla="*/ 40 h 81"/>
              <a:gd name="T68" fmla="*/ 46 w 76"/>
              <a:gd name="T69" fmla="*/ 35 h 81"/>
              <a:gd name="T70" fmla="*/ 38 w 76"/>
              <a:gd name="T71" fmla="*/ 3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6" h="81">
                <a:moveTo>
                  <a:pt x="69" y="0"/>
                </a:moveTo>
                <a:cubicBezTo>
                  <a:pt x="8" y="0"/>
                  <a:pt x="8" y="0"/>
                  <a:pt x="8" y="0"/>
                </a:cubicBezTo>
                <a:cubicBezTo>
                  <a:pt x="4" y="0"/>
                  <a:pt x="0" y="3"/>
                  <a:pt x="0" y="7"/>
                </a:cubicBezTo>
                <a:cubicBezTo>
                  <a:pt x="0" y="73"/>
                  <a:pt x="0" y="73"/>
                  <a:pt x="0" y="73"/>
                </a:cubicBezTo>
                <a:cubicBezTo>
                  <a:pt x="0" y="77"/>
                  <a:pt x="4" y="81"/>
                  <a:pt x="8" y="81"/>
                </a:cubicBezTo>
                <a:cubicBezTo>
                  <a:pt x="69" y="81"/>
                  <a:pt x="69" y="81"/>
                  <a:pt x="69" y="81"/>
                </a:cubicBezTo>
                <a:cubicBezTo>
                  <a:pt x="73" y="81"/>
                  <a:pt x="76" y="77"/>
                  <a:pt x="76" y="73"/>
                </a:cubicBezTo>
                <a:cubicBezTo>
                  <a:pt x="76" y="7"/>
                  <a:pt x="76" y="7"/>
                  <a:pt x="76" y="7"/>
                </a:cubicBezTo>
                <a:cubicBezTo>
                  <a:pt x="76" y="3"/>
                  <a:pt x="73" y="0"/>
                  <a:pt x="69" y="0"/>
                </a:cubicBezTo>
                <a:close/>
                <a:moveTo>
                  <a:pt x="66" y="71"/>
                </a:moveTo>
                <a:cubicBezTo>
                  <a:pt x="11" y="71"/>
                  <a:pt x="11" y="71"/>
                  <a:pt x="11" y="71"/>
                </a:cubicBezTo>
                <a:cubicBezTo>
                  <a:pt x="11" y="10"/>
                  <a:pt x="11" y="10"/>
                  <a:pt x="11" y="10"/>
                </a:cubicBezTo>
                <a:cubicBezTo>
                  <a:pt x="66" y="10"/>
                  <a:pt x="66" y="10"/>
                  <a:pt x="66" y="10"/>
                </a:cubicBezTo>
                <a:lnTo>
                  <a:pt x="66" y="71"/>
                </a:lnTo>
                <a:close/>
                <a:moveTo>
                  <a:pt x="21" y="45"/>
                </a:moveTo>
                <a:cubicBezTo>
                  <a:pt x="56" y="45"/>
                  <a:pt x="56" y="45"/>
                  <a:pt x="56" y="45"/>
                </a:cubicBezTo>
                <a:cubicBezTo>
                  <a:pt x="56" y="50"/>
                  <a:pt x="56" y="50"/>
                  <a:pt x="56" y="50"/>
                </a:cubicBezTo>
                <a:cubicBezTo>
                  <a:pt x="21" y="50"/>
                  <a:pt x="21" y="50"/>
                  <a:pt x="21" y="50"/>
                </a:cubicBezTo>
                <a:lnTo>
                  <a:pt x="21" y="45"/>
                </a:lnTo>
                <a:close/>
                <a:moveTo>
                  <a:pt x="21" y="55"/>
                </a:moveTo>
                <a:cubicBezTo>
                  <a:pt x="56" y="55"/>
                  <a:pt x="56" y="55"/>
                  <a:pt x="56" y="55"/>
                </a:cubicBezTo>
                <a:cubicBezTo>
                  <a:pt x="56" y="60"/>
                  <a:pt x="56" y="60"/>
                  <a:pt x="56" y="60"/>
                </a:cubicBezTo>
                <a:cubicBezTo>
                  <a:pt x="21" y="60"/>
                  <a:pt x="21" y="60"/>
                  <a:pt x="21" y="60"/>
                </a:cubicBezTo>
                <a:lnTo>
                  <a:pt x="21" y="55"/>
                </a:lnTo>
                <a:close/>
                <a:moveTo>
                  <a:pt x="26" y="23"/>
                </a:moveTo>
                <a:cubicBezTo>
                  <a:pt x="26" y="27"/>
                  <a:pt x="29" y="30"/>
                  <a:pt x="33" y="30"/>
                </a:cubicBezTo>
                <a:cubicBezTo>
                  <a:pt x="37" y="30"/>
                  <a:pt x="41" y="27"/>
                  <a:pt x="41" y="23"/>
                </a:cubicBezTo>
                <a:cubicBezTo>
                  <a:pt x="41" y="18"/>
                  <a:pt x="37" y="15"/>
                  <a:pt x="33" y="15"/>
                </a:cubicBezTo>
                <a:cubicBezTo>
                  <a:pt x="29" y="15"/>
                  <a:pt x="26" y="18"/>
                  <a:pt x="26" y="23"/>
                </a:cubicBezTo>
                <a:close/>
                <a:moveTo>
                  <a:pt x="38" y="30"/>
                </a:moveTo>
                <a:cubicBezTo>
                  <a:pt x="28" y="30"/>
                  <a:pt x="28" y="30"/>
                  <a:pt x="28" y="30"/>
                </a:cubicBezTo>
                <a:cubicBezTo>
                  <a:pt x="24" y="30"/>
                  <a:pt x="21" y="32"/>
                  <a:pt x="21" y="35"/>
                </a:cubicBezTo>
                <a:cubicBezTo>
                  <a:pt x="21" y="40"/>
                  <a:pt x="21" y="40"/>
                  <a:pt x="21" y="40"/>
                </a:cubicBezTo>
                <a:cubicBezTo>
                  <a:pt x="46" y="40"/>
                  <a:pt x="46" y="40"/>
                  <a:pt x="46" y="40"/>
                </a:cubicBezTo>
                <a:cubicBezTo>
                  <a:pt x="46" y="35"/>
                  <a:pt x="46" y="35"/>
                  <a:pt x="46" y="35"/>
                </a:cubicBezTo>
                <a:cubicBezTo>
                  <a:pt x="46" y="32"/>
                  <a:pt x="42" y="30"/>
                  <a:pt x="38" y="3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9" name="Freeform 117"/>
          <p:cNvSpPr>
            <a:spLocks noEditPoints="1"/>
          </p:cNvSpPr>
          <p:nvPr/>
        </p:nvSpPr>
        <p:spPr bwMode="auto">
          <a:xfrm>
            <a:off x="9852464" y="3294270"/>
            <a:ext cx="186176" cy="186175"/>
          </a:xfrm>
          <a:custGeom>
            <a:avLst/>
            <a:gdLst>
              <a:gd name="T0" fmla="*/ 67 w 127"/>
              <a:gd name="T1" fmla="*/ 0 h 127"/>
              <a:gd name="T2" fmla="*/ 55 w 127"/>
              <a:gd name="T3" fmla="*/ 11 h 127"/>
              <a:gd name="T4" fmla="*/ 67 w 127"/>
              <a:gd name="T5" fmla="*/ 24 h 127"/>
              <a:gd name="T6" fmla="*/ 39 w 127"/>
              <a:gd name="T7" fmla="*/ 55 h 127"/>
              <a:gd name="T8" fmla="*/ 11 w 127"/>
              <a:gd name="T9" fmla="*/ 55 h 127"/>
              <a:gd name="T10" fmla="*/ 34 w 127"/>
              <a:gd name="T11" fmla="*/ 77 h 127"/>
              <a:gd name="T12" fmla="*/ 0 w 127"/>
              <a:gd name="T13" fmla="*/ 122 h 127"/>
              <a:gd name="T14" fmla="*/ 0 w 127"/>
              <a:gd name="T15" fmla="*/ 127 h 127"/>
              <a:gd name="T16" fmla="*/ 4 w 127"/>
              <a:gd name="T17" fmla="*/ 127 h 127"/>
              <a:gd name="T18" fmla="*/ 49 w 127"/>
              <a:gd name="T19" fmla="*/ 93 h 127"/>
              <a:gd name="T20" fmla="*/ 71 w 127"/>
              <a:gd name="T21" fmla="*/ 114 h 127"/>
              <a:gd name="T22" fmla="*/ 71 w 127"/>
              <a:gd name="T23" fmla="*/ 86 h 127"/>
              <a:gd name="T24" fmla="*/ 102 w 127"/>
              <a:gd name="T25" fmla="*/ 59 h 127"/>
              <a:gd name="T26" fmla="*/ 114 w 127"/>
              <a:gd name="T27" fmla="*/ 72 h 127"/>
              <a:gd name="T28" fmla="*/ 127 w 127"/>
              <a:gd name="T29" fmla="*/ 59 h 127"/>
              <a:gd name="T30" fmla="*/ 67 w 127"/>
              <a:gd name="T31" fmla="*/ 0 h 127"/>
              <a:gd name="T32" fmla="*/ 55 w 127"/>
              <a:gd name="T33" fmla="*/ 67 h 127"/>
              <a:gd name="T34" fmla="*/ 47 w 127"/>
              <a:gd name="T35" fmla="*/ 59 h 127"/>
              <a:gd name="T36" fmla="*/ 75 w 127"/>
              <a:gd name="T37" fmla="*/ 31 h 127"/>
              <a:gd name="T38" fmla="*/ 83 w 127"/>
              <a:gd name="T39" fmla="*/ 39 h 127"/>
              <a:gd name="T40" fmla="*/ 55 w 127"/>
              <a:gd name="T41" fmla="*/ 6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7" h="127">
                <a:moveTo>
                  <a:pt x="67" y="0"/>
                </a:moveTo>
                <a:lnTo>
                  <a:pt x="55" y="11"/>
                </a:lnTo>
                <a:lnTo>
                  <a:pt x="67" y="24"/>
                </a:lnTo>
                <a:lnTo>
                  <a:pt x="39" y="55"/>
                </a:lnTo>
                <a:lnTo>
                  <a:pt x="11" y="55"/>
                </a:lnTo>
                <a:lnTo>
                  <a:pt x="34" y="77"/>
                </a:lnTo>
                <a:lnTo>
                  <a:pt x="0" y="122"/>
                </a:lnTo>
                <a:lnTo>
                  <a:pt x="0" y="127"/>
                </a:lnTo>
                <a:lnTo>
                  <a:pt x="4" y="127"/>
                </a:lnTo>
                <a:lnTo>
                  <a:pt x="49" y="93"/>
                </a:lnTo>
                <a:lnTo>
                  <a:pt x="71" y="114"/>
                </a:lnTo>
                <a:lnTo>
                  <a:pt x="71" y="86"/>
                </a:lnTo>
                <a:lnTo>
                  <a:pt x="102" y="59"/>
                </a:lnTo>
                <a:lnTo>
                  <a:pt x="114" y="72"/>
                </a:lnTo>
                <a:lnTo>
                  <a:pt x="127" y="59"/>
                </a:lnTo>
                <a:lnTo>
                  <a:pt x="67" y="0"/>
                </a:lnTo>
                <a:close/>
                <a:moveTo>
                  <a:pt x="55" y="67"/>
                </a:moveTo>
                <a:lnTo>
                  <a:pt x="47" y="59"/>
                </a:lnTo>
                <a:lnTo>
                  <a:pt x="75" y="31"/>
                </a:lnTo>
                <a:lnTo>
                  <a:pt x="83" y="39"/>
                </a:lnTo>
                <a:lnTo>
                  <a:pt x="55" y="6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0" name="Freeform 118"/>
          <p:cNvSpPr>
            <a:spLocks noEditPoints="1"/>
          </p:cNvSpPr>
          <p:nvPr/>
        </p:nvSpPr>
        <p:spPr bwMode="auto">
          <a:xfrm>
            <a:off x="9770371" y="2779720"/>
            <a:ext cx="184710" cy="124606"/>
          </a:xfrm>
          <a:custGeom>
            <a:avLst/>
            <a:gdLst>
              <a:gd name="T0" fmla="*/ 17 w 77"/>
              <a:gd name="T1" fmla="*/ 19 h 52"/>
              <a:gd name="T2" fmla="*/ 34 w 77"/>
              <a:gd name="T3" fmla="*/ 36 h 52"/>
              <a:gd name="T4" fmla="*/ 17 w 77"/>
              <a:gd name="T5" fmla="*/ 52 h 52"/>
              <a:gd name="T6" fmla="*/ 0 w 77"/>
              <a:gd name="T7" fmla="*/ 36 h 52"/>
              <a:gd name="T8" fmla="*/ 0 w 77"/>
              <a:gd name="T9" fmla="*/ 33 h 52"/>
              <a:gd name="T10" fmla="*/ 34 w 77"/>
              <a:gd name="T11" fmla="*/ 0 h 52"/>
              <a:gd name="T12" fmla="*/ 34 w 77"/>
              <a:gd name="T13" fmla="*/ 9 h 52"/>
              <a:gd name="T14" fmla="*/ 17 w 77"/>
              <a:gd name="T15" fmla="*/ 16 h 52"/>
              <a:gd name="T16" fmla="*/ 14 w 77"/>
              <a:gd name="T17" fmla="*/ 19 h 52"/>
              <a:gd name="T18" fmla="*/ 17 w 77"/>
              <a:gd name="T19" fmla="*/ 19 h 52"/>
              <a:gd name="T20" fmla="*/ 60 w 77"/>
              <a:gd name="T21" fmla="*/ 19 h 52"/>
              <a:gd name="T22" fmla="*/ 77 w 77"/>
              <a:gd name="T23" fmla="*/ 36 h 52"/>
              <a:gd name="T24" fmla="*/ 60 w 77"/>
              <a:gd name="T25" fmla="*/ 52 h 52"/>
              <a:gd name="T26" fmla="*/ 43 w 77"/>
              <a:gd name="T27" fmla="*/ 36 h 52"/>
              <a:gd name="T28" fmla="*/ 43 w 77"/>
              <a:gd name="T29" fmla="*/ 33 h 52"/>
              <a:gd name="T30" fmla="*/ 77 w 77"/>
              <a:gd name="T31" fmla="*/ 0 h 52"/>
              <a:gd name="T32" fmla="*/ 77 w 77"/>
              <a:gd name="T33" fmla="*/ 9 h 52"/>
              <a:gd name="T34" fmla="*/ 60 w 77"/>
              <a:gd name="T35" fmla="*/ 16 h 52"/>
              <a:gd name="T36" fmla="*/ 58 w 77"/>
              <a:gd name="T37" fmla="*/ 19 h 52"/>
              <a:gd name="T38" fmla="*/ 60 w 77"/>
              <a:gd name="T39" fmla="*/ 1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7" h="52">
                <a:moveTo>
                  <a:pt x="17" y="19"/>
                </a:moveTo>
                <a:cubicBezTo>
                  <a:pt x="26" y="19"/>
                  <a:pt x="34" y="26"/>
                  <a:pt x="34" y="36"/>
                </a:cubicBezTo>
                <a:cubicBezTo>
                  <a:pt x="34" y="45"/>
                  <a:pt x="26" y="52"/>
                  <a:pt x="17" y="52"/>
                </a:cubicBezTo>
                <a:cubicBezTo>
                  <a:pt x="8" y="52"/>
                  <a:pt x="0" y="45"/>
                  <a:pt x="0" y="36"/>
                </a:cubicBezTo>
                <a:cubicBezTo>
                  <a:pt x="0" y="33"/>
                  <a:pt x="0" y="33"/>
                  <a:pt x="0" y="33"/>
                </a:cubicBezTo>
                <a:cubicBezTo>
                  <a:pt x="0" y="15"/>
                  <a:pt x="15" y="0"/>
                  <a:pt x="34" y="0"/>
                </a:cubicBezTo>
                <a:cubicBezTo>
                  <a:pt x="34" y="9"/>
                  <a:pt x="34" y="9"/>
                  <a:pt x="34" y="9"/>
                </a:cubicBezTo>
                <a:cubicBezTo>
                  <a:pt x="27" y="9"/>
                  <a:pt x="21" y="12"/>
                  <a:pt x="17" y="16"/>
                </a:cubicBezTo>
                <a:cubicBezTo>
                  <a:pt x="16" y="17"/>
                  <a:pt x="15" y="18"/>
                  <a:pt x="14" y="19"/>
                </a:cubicBezTo>
                <a:cubicBezTo>
                  <a:pt x="15" y="19"/>
                  <a:pt x="16" y="19"/>
                  <a:pt x="17" y="19"/>
                </a:cubicBezTo>
                <a:close/>
                <a:moveTo>
                  <a:pt x="60" y="19"/>
                </a:moveTo>
                <a:cubicBezTo>
                  <a:pt x="70" y="19"/>
                  <a:pt x="77" y="26"/>
                  <a:pt x="77" y="36"/>
                </a:cubicBezTo>
                <a:cubicBezTo>
                  <a:pt x="77" y="45"/>
                  <a:pt x="70" y="52"/>
                  <a:pt x="60" y="52"/>
                </a:cubicBezTo>
                <a:cubicBezTo>
                  <a:pt x="51" y="52"/>
                  <a:pt x="43" y="45"/>
                  <a:pt x="43" y="36"/>
                </a:cubicBezTo>
                <a:cubicBezTo>
                  <a:pt x="43" y="33"/>
                  <a:pt x="43" y="33"/>
                  <a:pt x="43" y="33"/>
                </a:cubicBezTo>
                <a:cubicBezTo>
                  <a:pt x="43" y="15"/>
                  <a:pt x="58" y="0"/>
                  <a:pt x="77" y="0"/>
                </a:cubicBezTo>
                <a:cubicBezTo>
                  <a:pt x="77" y="9"/>
                  <a:pt x="77" y="9"/>
                  <a:pt x="77" y="9"/>
                </a:cubicBezTo>
                <a:cubicBezTo>
                  <a:pt x="71" y="9"/>
                  <a:pt x="65" y="12"/>
                  <a:pt x="60" y="16"/>
                </a:cubicBezTo>
                <a:cubicBezTo>
                  <a:pt x="59" y="17"/>
                  <a:pt x="58" y="18"/>
                  <a:pt x="58" y="19"/>
                </a:cubicBezTo>
                <a:cubicBezTo>
                  <a:pt x="58" y="19"/>
                  <a:pt x="59" y="19"/>
                  <a:pt x="60" y="19"/>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1" name="Freeform 119"/>
          <p:cNvSpPr/>
          <p:nvPr/>
        </p:nvSpPr>
        <p:spPr bwMode="auto">
          <a:xfrm>
            <a:off x="9724927" y="3090503"/>
            <a:ext cx="287327" cy="272667"/>
          </a:xfrm>
          <a:custGeom>
            <a:avLst/>
            <a:gdLst>
              <a:gd name="T0" fmla="*/ 78 w 120"/>
              <a:gd name="T1" fmla="*/ 29 h 114"/>
              <a:gd name="T2" fmla="*/ 83 w 120"/>
              <a:gd name="T3" fmla="*/ 0 h 114"/>
              <a:gd name="T4" fmla="*/ 120 w 120"/>
              <a:gd name="T5" fmla="*/ 52 h 114"/>
              <a:gd name="T6" fmla="*/ 68 w 120"/>
              <a:gd name="T7" fmla="*/ 90 h 114"/>
              <a:gd name="T8" fmla="*/ 73 w 120"/>
              <a:gd name="T9" fmla="*/ 60 h 114"/>
              <a:gd name="T10" fmla="*/ 27 w 120"/>
              <a:gd name="T11" fmla="*/ 114 h 114"/>
              <a:gd name="T12" fmla="*/ 78 w 120"/>
              <a:gd name="T13" fmla="*/ 29 h 114"/>
            </a:gdLst>
            <a:ahLst/>
            <a:cxnLst>
              <a:cxn ang="0">
                <a:pos x="T0" y="T1"/>
              </a:cxn>
              <a:cxn ang="0">
                <a:pos x="T2" y="T3"/>
              </a:cxn>
              <a:cxn ang="0">
                <a:pos x="T4" y="T5"/>
              </a:cxn>
              <a:cxn ang="0">
                <a:pos x="T6" y="T7"/>
              </a:cxn>
              <a:cxn ang="0">
                <a:pos x="T8" y="T9"/>
              </a:cxn>
              <a:cxn ang="0">
                <a:pos x="T10" y="T11"/>
              </a:cxn>
              <a:cxn ang="0">
                <a:pos x="T12" y="T13"/>
              </a:cxn>
            </a:cxnLst>
            <a:rect l="0" t="0" r="r" b="b"/>
            <a:pathLst>
              <a:path w="120" h="114">
                <a:moveTo>
                  <a:pt x="78" y="29"/>
                </a:moveTo>
                <a:cubicBezTo>
                  <a:pt x="83" y="0"/>
                  <a:pt x="83" y="0"/>
                  <a:pt x="83" y="0"/>
                </a:cubicBezTo>
                <a:cubicBezTo>
                  <a:pt x="120" y="52"/>
                  <a:pt x="120" y="52"/>
                  <a:pt x="120" y="52"/>
                </a:cubicBezTo>
                <a:cubicBezTo>
                  <a:pt x="68" y="90"/>
                  <a:pt x="68" y="90"/>
                  <a:pt x="68" y="90"/>
                </a:cubicBezTo>
                <a:cubicBezTo>
                  <a:pt x="73" y="60"/>
                  <a:pt x="73" y="60"/>
                  <a:pt x="73" y="60"/>
                </a:cubicBezTo>
                <a:cubicBezTo>
                  <a:pt x="21" y="51"/>
                  <a:pt x="18" y="88"/>
                  <a:pt x="27" y="114"/>
                </a:cubicBezTo>
                <a:cubicBezTo>
                  <a:pt x="0" y="73"/>
                  <a:pt x="16" y="18"/>
                  <a:pt x="78" y="29"/>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2" name="Freeform 120"/>
          <p:cNvSpPr/>
          <p:nvPr/>
        </p:nvSpPr>
        <p:spPr bwMode="auto">
          <a:xfrm>
            <a:off x="9786496" y="2920451"/>
            <a:ext cx="180313" cy="189107"/>
          </a:xfrm>
          <a:custGeom>
            <a:avLst/>
            <a:gdLst>
              <a:gd name="T0" fmla="*/ 59 w 123"/>
              <a:gd name="T1" fmla="*/ 129 h 129"/>
              <a:gd name="T2" fmla="*/ 59 w 123"/>
              <a:gd name="T3" fmla="*/ 72 h 129"/>
              <a:gd name="T4" fmla="*/ 0 w 123"/>
              <a:gd name="T5" fmla="*/ 129 h 129"/>
              <a:gd name="T6" fmla="*/ 0 w 123"/>
              <a:gd name="T7" fmla="*/ 0 h 129"/>
              <a:gd name="T8" fmla="*/ 59 w 123"/>
              <a:gd name="T9" fmla="*/ 59 h 129"/>
              <a:gd name="T10" fmla="*/ 59 w 123"/>
              <a:gd name="T11" fmla="*/ 0 h 129"/>
              <a:gd name="T12" fmla="*/ 123 w 123"/>
              <a:gd name="T13" fmla="*/ 65 h 129"/>
              <a:gd name="T14" fmla="*/ 59 w 123"/>
              <a:gd name="T15" fmla="*/ 129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3" h="129">
                <a:moveTo>
                  <a:pt x="59" y="129"/>
                </a:moveTo>
                <a:lnTo>
                  <a:pt x="59" y="72"/>
                </a:lnTo>
                <a:lnTo>
                  <a:pt x="0" y="129"/>
                </a:lnTo>
                <a:lnTo>
                  <a:pt x="0" y="0"/>
                </a:lnTo>
                <a:lnTo>
                  <a:pt x="59" y="59"/>
                </a:lnTo>
                <a:lnTo>
                  <a:pt x="59" y="0"/>
                </a:lnTo>
                <a:lnTo>
                  <a:pt x="123" y="65"/>
                </a:lnTo>
                <a:lnTo>
                  <a:pt x="59" y="129"/>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Freeform 121"/>
          <p:cNvSpPr/>
          <p:nvPr/>
        </p:nvSpPr>
        <p:spPr bwMode="auto">
          <a:xfrm>
            <a:off x="9603252" y="4211956"/>
            <a:ext cx="227224" cy="227222"/>
          </a:xfrm>
          <a:custGeom>
            <a:avLst/>
            <a:gdLst>
              <a:gd name="T0" fmla="*/ 95 w 95"/>
              <a:gd name="T1" fmla="*/ 35 h 95"/>
              <a:gd name="T2" fmla="*/ 60 w 95"/>
              <a:gd name="T3" fmla="*/ 35 h 95"/>
              <a:gd name="T4" fmla="*/ 73 w 95"/>
              <a:gd name="T5" fmla="*/ 22 h 95"/>
              <a:gd name="T6" fmla="*/ 48 w 95"/>
              <a:gd name="T7" fmla="*/ 12 h 95"/>
              <a:gd name="T8" fmla="*/ 23 w 95"/>
              <a:gd name="T9" fmla="*/ 22 h 95"/>
              <a:gd name="T10" fmla="*/ 12 w 95"/>
              <a:gd name="T11" fmla="*/ 47 h 95"/>
              <a:gd name="T12" fmla="*/ 23 w 95"/>
              <a:gd name="T13" fmla="*/ 72 h 95"/>
              <a:gd name="T14" fmla="*/ 48 w 95"/>
              <a:gd name="T15" fmla="*/ 83 h 95"/>
              <a:gd name="T16" fmla="*/ 73 w 95"/>
              <a:gd name="T17" fmla="*/ 72 h 95"/>
              <a:gd name="T18" fmla="*/ 74 w 95"/>
              <a:gd name="T19" fmla="*/ 71 h 95"/>
              <a:gd name="T20" fmla="*/ 83 w 95"/>
              <a:gd name="T21" fmla="*/ 78 h 95"/>
              <a:gd name="T22" fmla="*/ 48 w 95"/>
              <a:gd name="T23" fmla="*/ 95 h 95"/>
              <a:gd name="T24" fmla="*/ 0 w 95"/>
              <a:gd name="T25" fmla="*/ 47 h 95"/>
              <a:gd name="T26" fmla="*/ 48 w 95"/>
              <a:gd name="T27" fmla="*/ 0 h 95"/>
              <a:gd name="T28" fmla="*/ 81 w 95"/>
              <a:gd name="T29" fmla="*/ 14 h 95"/>
              <a:gd name="T30" fmla="*/ 95 w 95"/>
              <a:gd name="T31" fmla="*/ 0 h 95"/>
              <a:gd name="T32" fmla="*/ 95 w 95"/>
              <a:gd name="T33" fmla="*/ 3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5" h="95">
                <a:moveTo>
                  <a:pt x="95" y="35"/>
                </a:moveTo>
                <a:cubicBezTo>
                  <a:pt x="60" y="35"/>
                  <a:pt x="60" y="35"/>
                  <a:pt x="60" y="35"/>
                </a:cubicBezTo>
                <a:cubicBezTo>
                  <a:pt x="73" y="22"/>
                  <a:pt x="73" y="22"/>
                  <a:pt x="73" y="22"/>
                </a:cubicBezTo>
                <a:cubicBezTo>
                  <a:pt x="66" y="15"/>
                  <a:pt x="57" y="12"/>
                  <a:pt x="48" y="12"/>
                </a:cubicBezTo>
                <a:cubicBezTo>
                  <a:pt x="38" y="12"/>
                  <a:pt x="29" y="15"/>
                  <a:pt x="23" y="22"/>
                </a:cubicBezTo>
                <a:cubicBezTo>
                  <a:pt x="16" y="29"/>
                  <a:pt x="12" y="38"/>
                  <a:pt x="12" y="47"/>
                </a:cubicBezTo>
                <a:cubicBezTo>
                  <a:pt x="12" y="57"/>
                  <a:pt x="16" y="66"/>
                  <a:pt x="23" y="72"/>
                </a:cubicBezTo>
                <a:cubicBezTo>
                  <a:pt x="29" y="79"/>
                  <a:pt x="38" y="83"/>
                  <a:pt x="48" y="83"/>
                </a:cubicBezTo>
                <a:cubicBezTo>
                  <a:pt x="57" y="83"/>
                  <a:pt x="66" y="79"/>
                  <a:pt x="73" y="72"/>
                </a:cubicBezTo>
                <a:cubicBezTo>
                  <a:pt x="73" y="72"/>
                  <a:pt x="74" y="71"/>
                  <a:pt x="74" y="71"/>
                </a:cubicBezTo>
                <a:cubicBezTo>
                  <a:pt x="83" y="78"/>
                  <a:pt x="83" y="78"/>
                  <a:pt x="83" y="78"/>
                </a:cubicBezTo>
                <a:cubicBezTo>
                  <a:pt x="75" y="88"/>
                  <a:pt x="62" y="95"/>
                  <a:pt x="48" y="95"/>
                </a:cubicBezTo>
                <a:cubicBezTo>
                  <a:pt x="22" y="95"/>
                  <a:pt x="0" y="73"/>
                  <a:pt x="0" y="47"/>
                </a:cubicBezTo>
                <a:cubicBezTo>
                  <a:pt x="0" y="21"/>
                  <a:pt x="22" y="0"/>
                  <a:pt x="48" y="0"/>
                </a:cubicBezTo>
                <a:cubicBezTo>
                  <a:pt x="61" y="0"/>
                  <a:pt x="73" y="5"/>
                  <a:pt x="81" y="14"/>
                </a:cubicBezTo>
                <a:cubicBezTo>
                  <a:pt x="95" y="0"/>
                  <a:pt x="95" y="0"/>
                  <a:pt x="95" y="0"/>
                </a:cubicBezTo>
                <a:lnTo>
                  <a:pt x="95" y="35"/>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4" name="Freeform 122"/>
          <p:cNvSpPr>
            <a:spLocks noEditPoints="1"/>
          </p:cNvSpPr>
          <p:nvPr/>
        </p:nvSpPr>
        <p:spPr bwMode="auto">
          <a:xfrm>
            <a:off x="9499170" y="3461388"/>
            <a:ext cx="249212" cy="252144"/>
          </a:xfrm>
          <a:custGeom>
            <a:avLst/>
            <a:gdLst>
              <a:gd name="T0" fmla="*/ 86 w 104"/>
              <a:gd name="T1" fmla="*/ 0 h 105"/>
              <a:gd name="T2" fmla="*/ 17 w 104"/>
              <a:gd name="T3" fmla="*/ 0 h 105"/>
              <a:gd name="T4" fmla="*/ 0 w 104"/>
              <a:gd name="T5" fmla="*/ 18 h 105"/>
              <a:gd name="T6" fmla="*/ 0 w 104"/>
              <a:gd name="T7" fmla="*/ 87 h 105"/>
              <a:gd name="T8" fmla="*/ 17 w 104"/>
              <a:gd name="T9" fmla="*/ 105 h 105"/>
              <a:gd name="T10" fmla="*/ 86 w 104"/>
              <a:gd name="T11" fmla="*/ 105 h 105"/>
              <a:gd name="T12" fmla="*/ 104 w 104"/>
              <a:gd name="T13" fmla="*/ 87 h 105"/>
              <a:gd name="T14" fmla="*/ 104 w 104"/>
              <a:gd name="T15" fmla="*/ 18 h 105"/>
              <a:gd name="T16" fmla="*/ 86 w 104"/>
              <a:gd name="T17" fmla="*/ 0 h 105"/>
              <a:gd name="T18" fmla="*/ 28 w 104"/>
              <a:gd name="T19" fmla="*/ 85 h 105"/>
              <a:gd name="T20" fmla="*/ 19 w 104"/>
              <a:gd name="T21" fmla="*/ 76 h 105"/>
              <a:gd name="T22" fmla="*/ 28 w 104"/>
              <a:gd name="T23" fmla="*/ 67 h 105"/>
              <a:gd name="T24" fmla="*/ 37 w 104"/>
              <a:gd name="T25" fmla="*/ 76 h 105"/>
              <a:gd name="T26" fmla="*/ 28 w 104"/>
              <a:gd name="T27" fmla="*/ 85 h 105"/>
              <a:gd name="T28" fmla="*/ 50 w 104"/>
              <a:gd name="T29" fmla="*/ 85 h 105"/>
              <a:gd name="T30" fmla="*/ 41 w 104"/>
              <a:gd name="T31" fmla="*/ 63 h 105"/>
              <a:gd name="T32" fmla="*/ 19 w 104"/>
              <a:gd name="T33" fmla="*/ 54 h 105"/>
              <a:gd name="T34" fmla="*/ 19 w 104"/>
              <a:gd name="T35" fmla="*/ 41 h 105"/>
              <a:gd name="T36" fmla="*/ 63 w 104"/>
              <a:gd name="T37" fmla="*/ 85 h 105"/>
              <a:gd name="T38" fmla="*/ 50 w 104"/>
              <a:gd name="T39" fmla="*/ 85 h 105"/>
              <a:gd name="T40" fmla="*/ 73 w 104"/>
              <a:gd name="T41" fmla="*/ 85 h 105"/>
              <a:gd name="T42" fmla="*/ 19 w 104"/>
              <a:gd name="T43" fmla="*/ 31 h 105"/>
              <a:gd name="T44" fmla="*/ 19 w 104"/>
              <a:gd name="T45" fmla="*/ 18 h 105"/>
              <a:gd name="T46" fmla="*/ 86 w 104"/>
              <a:gd name="T47" fmla="*/ 85 h 105"/>
              <a:gd name="T48" fmla="*/ 73 w 104"/>
              <a:gd name="T49" fmla="*/ 8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4" h="105">
                <a:moveTo>
                  <a:pt x="86" y="0"/>
                </a:moveTo>
                <a:cubicBezTo>
                  <a:pt x="17" y="0"/>
                  <a:pt x="17" y="0"/>
                  <a:pt x="17" y="0"/>
                </a:cubicBezTo>
                <a:cubicBezTo>
                  <a:pt x="7" y="0"/>
                  <a:pt x="0" y="8"/>
                  <a:pt x="0" y="18"/>
                </a:cubicBezTo>
                <a:cubicBezTo>
                  <a:pt x="0" y="87"/>
                  <a:pt x="0" y="87"/>
                  <a:pt x="0" y="87"/>
                </a:cubicBezTo>
                <a:cubicBezTo>
                  <a:pt x="0" y="97"/>
                  <a:pt x="7" y="105"/>
                  <a:pt x="17" y="105"/>
                </a:cubicBezTo>
                <a:cubicBezTo>
                  <a:pt x="86" y="105"/>
                  <a:pt x="86" y="105"/>
                  <a:pt x="86" y="105"/>
                </a:cubicBezTo>
                <a:cubicBezTo>
                  <a:pt x="96" y="105"/>
                  <a:pt x="104" y="97"/>
                  <a:pt x="104" y="87"/>
                </a:cubicBezTo>
                <a:cubicBezTo>
                  <a:pt x="104" y="18"/>
                  <a:pt x="104" y="18"/>
                  <a:pt x="104" y="18"/>
                </a:cubicBezTo>
                <a:cubicBezTo>
                  <a:pt x="104" y="8"/>
                  <a:pt x="96" y="0"/>
                  <a:pt x="86" y="0"/>
                </a:cubicBezTo>
                <a:close/>
                <a:moveTo>
                  <a:pt x="28" y="85"/>
                </a:moveTo>
                <a:cubicBezTo>
                  <a:pt x="23" y="85"/>
                  <a:pt x="19" y="81"/>
                  <a:pt x="19" y="76"/>
                </a:cubicBezTo>
                <a:cubicBezTo>
                  <a:pt x="19" y="71"/>
                  <a:pt x="23" y="67"/>
                  <a:pt x="28" y="67"/>
                </a:cubicBezTo>
                <a:cubicBezTo>
                  <a:pt x="33" y="67"/>
                  <a:pt x="37" y="71"/>
                  <a:pt x="37" y="76"/>
                </a:cubicBezTo>
                <a:cubicBezTo>
                  <a:pt x="37" y="81"/>
                  <a:pt x="33" y="85"/>
                  <a:pt x="28" y="85"/>
                </a:cubicBezTo>
                <a:close/>
                <a:moveTo>
                  <a:pt x="50" y="85"/>
                </a:moveTo>
                <a:cubicBezTo>
                  <a:pt x="50" y="77"/>
                  <a:pt x="47" y="69"/>
                  <a:pt x="41" y="63"/>
                </a:cubicBezTo>
                <a:cubicBezTo>
                  <a:pt x="35" y="57"/>
                  <a:pt x="27" y="54"/>
                  <a:pt x="19" y="54"/>
                </a:cubicBezTo>
                <a:cubicBezTo>
                  <a:pt x="19" y="41"/>
                  <a:pt x="19" y="41"/>
                  <a:pt x="19" y="41"/>
                </a:cubicBezTo>
                <a:cubicBezTo>
                  <a:pt x="43" y="41"/>
                  <a:pt x="63" y="61"/>
                  <a:pt x="63" y="85"/>
                </a:cubicBezTo>
                <a:cubicBezTo>
                  <a:pt x="50" y="85"/>
                  <a:pt x="50" y="85"/>
                  <a:pt x="50" y="85"/>
                </a:cubicBezTo>
                <a:close/>
                <a:moveTo>
                  <a:pt x="73" y="85"/>
                </a:moveTo>
                <a:cubicBezTo>
                  <a:pt x="73" y="55"/>
                  <a:pt x="49" y="31"/>
                  <a:pt x="19" y="31"/>
                </a:cubicBezTo>
                <a:cubicBezTo>
                  <a:pt x="19" y="18"/>
                  <a:pt x="19" y="18"/>
                  <a:pt x="19" y="18"/>
                </a:cubicBezTo>
                <a:cubicBezTo>
                  <a:pt x="56" y="18"/>
                  <a:pt x="86" y="48"/>
                  <a:pt x="86" y="85"/>
                </a:cubicBezTo>
                <a:cubicBezTo>
                  <a:pt x="73" y="85"/>
                  <a:pt x="73" y="85"/>
                  <a:pt x="73" y="85"/>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5" name="Freeform 123"/>
          <p:cNvSpPr>
            <a:spLocks noEditPoints="1"/>
          </p:cNvSpPr>
          <p:nvPr/>
        </p:nvSpPr>
        <p:spPr bwMode="auto">
          <a:xfrm>
            <a:off x="9478646" y="4436246"/>
            <a:ext cx="230155" cy="241882"/>
          </a:xfrm>
          <a:custGeom>
            <a:avLst/>
            <a:gdLst>
              <a:gd name="T0" fmla="*/ 41 w 96"/>
              <a:gd name="T1" fmla="*/ 6 h 101"/>
              <a:gd name="T2" fmla="*/ 42 w 96"/>
              <a:gd name="T3" fmla="*/ 2 h 101"/>
              <a:gd name="T4" fmla="*/ 36 w 96"/>
              <a:gd name="T5" fmla="*/ 0 h 101"/>
              <a:gd name="T6" fmla="*/ 35 w 96"/>
              <a:gd name="T7" fmla="*/ 7 h 101"/>
              <a:gd name="T8" fmla="*/ 0 w 96"/>
              <a:gd name="T9" fmla="*/ 54 h 101"/>
              <a:gd name="T10" fmla="*/ 96 w 96"/>
              <a:gd name="T11" fmla="*/ 54 h 101"/>
              <a:gd name="T12" fmla="*/ 33 w 96"/>
              <a:gd name="T13" fmla="*/ 4 h 101"/>
              <a:gd name="T14" fmla="*/ 38 w 96"/>
              <a:gd name="T15" fmla="*/ 1 h 101"/>
              <a:gd name="T16" fmla="*/ 40 w 96"/>
              <a:gd name="T17" fmla="*/ 5 h 101"/>
              <a:gd name="T18" fmla="*/ 35 w 96"/>
              <a:gd name="T19" fmla="*/ 6 h 101"/>
              <a:gd name="T20" fmla="*/ 73 w 96"/>
              <a:gd name="T21" fmla="*/ 79 h 101"/>
              <a:gd name="T22" fmla="*/ 54 w 96"/>
              <a:gd name="T23" fmla="*/ 81 h 101"/>
              <a:gd name="T24" fmla="*/ 48 w 96"/>
              <a:gd name="T25" fmla="*/ 90 h 101"/>
              <a:gd name="T26" fmla="*/ 13 w 96"/>
              <a:gd name="T27" fmla="*/ 64 h 101"/>
              <a:gd name="T28" fmla="*/ 12 w 96"/>
              <a:gd name="T29" fmla="*/ 58 h 101"/>
              <a:gd name="T30" fmla="*/ 22 w 96"/>
              <a:gd name="T31" fmla="*/ 28 h 101"/>
              <a:gd name="T32" fmla="*/ 42 w 96"/>
              <a:gd name="T33" fmla="*/ 26 h 101"/>
              <a:gd name="T34" fmla="*/ 48 w 96"/>
              <a:gd name="T35" fmla="*/ 17 h 101"/>
              <a:gd name="T36" fmla="*/ 83 w 96"/>
              <a:gd name="T37" fmla="*/ 43 h 101"/>
              <a:gd name="T38" fmla="*/ 84 w 96"/>
              <a:gd name="T39" fmla="*/ 49 h 101"/>
              <a:gd name="T40" fmla="*/ 73 w 96"/>
              <a:gd name="T41" fmla="*/ 79 h 101"/>
              <a:gd name="T42" fmla="*/ 53 w 96"/>
              <a:gd name="T43" fmla="*/ 44 h 101"/>
              <a:gd name="T44" fmla="*/ 43 w 96"/>
              <a:gd name="T45" fmla="*/ 32 h 101"/>
              <a:gd name="T46" fmla="*/ 40 w 96"/>
              <a:gd name="T47" fmla="*/ 46 h 101"/>
              <a:gd name="T48" fmla="*/ 38 w 96"/>
              <a:gd name="T49" fmla="*/ 49 h 101"/>
              <a:gd name="T50" fmla="*/ 26 w 96"/>
              <a:gd name="T51" fmla="*/ 58 h 101"/>
              <a:gd name="T52" fmla="*/ 38 w 96"/>
              <a:gd name="T53" fmla="*/ 59 h 101"/>
              <a:gd name="T54" fmla="*/ 43 w 96"/>
              <a:gd name="T55" fmla="*/ 63 h 101"/>
              <a:gd name="T56" fmla="*/ 53 w 96"/>
              <a:gd name="T57" fmla="*/ 75 h 101"/>
              <a:gd name="T58" fmla="*/ 56 w 96"/>
              <a:gd name="T59" fmla="*/ 61 h 101"/>
              <a:gd name="T60" fmla="*/ 58 w 96"/>
              <a:gd name="T61" fmla="*/ 58 h 101"/>
              <a:gd name="T62" fmla="*/ 70 w 96"/>
              <a:gd name="T63" fmla="*/ 49 h 101"/>
              <a:gd name="T64" fmla="*/ 58 w 96"/>
              <a:gd name="T65" fmla="*/ 48 h 101"/>
              <a:gd name="T66" fmla="*/ 48 w 96"/>
              <a:gd name="T67" fmla="*/ 44 h 101"/>
              <a:gd name="T68" fmla="*/ 48 w 96"/>
              <a:gd name="T69" fmla="*/ 44 h 101"/>
              <a:gd name="T70" fmla="*/ 48 w 96"/>
              <a:gd name="T71" fmla="*/ 44 h 101"/>
              <a:gd name="T72" fmla="*/ 49 w 96"/>
              <a:gd name="T73" fmla="*/ 44 h 101"/>
              <a:gd name="T74" fmla="*/ 52 w 96"/>
              <a:gd name="T75" fmla="*/ 45 h 101"/>
              <a:gd name="T76" fmla="*/ 39 w 96"/>
              <a:gd name="T77" fmla="*/ 57 h 101"/>
              <a:gd name="T78" fmla="*/ 46 w 96"/>
              <a:gd name="T79" fmla="*/ 44 h 101"/>
              <a:gd name="T80" fmla="*/ 53 w 96"/>
              <a:gd name="T81" fmla="*/ 62 h 101"/>
              <a:gd name="T82" fmla="*/ 50 w 96"/>
              <a:gd name="T83" fmla="*/ 63 h 101"/>
              <a:gd name="T84" fmla="*/ 47 w 96"/>
              <a:gd name="T85" fmla="*/ 63 h 101"/>
              <a:gd name="T86" fmla="*/ 47 w 96"/>
              <a:gd name="T87" fmla="*/ 63 h 101"/>
              <a:gd name="T88" fmla="*/ 51 w 96"/>
              <a:gd name="T89" fmla="*/ 57 h 101"/>
              <a:gd name="T90" fmla="*/ 57 w 96"/>
              <a:gd name="T91" fmla="*/ 5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6" h="101">
                <a:moveTo>
                  <a:pt x="48" y="6"/>
                </a:moveTo>
                <a:cubicBezTo>
                  <a:pt x="46" y="6"/>
                  <a:pt x="43" y="6"/>
                  <a:pt x="41" y="6"/>
                </a:cubicBezTo>
                <a:cubicBezTo>
                  <a:pt x="41" y="6"/>
                  <a:pt x="41" y="6"/>
                  <a:pt x="41" y="6"/>
                </a:cubicBezTo>
                <a:cubicBezTo>
                  <a:pt x="42" y="5"/>
                  <a:pt x="43" y="4"/>
                  <a:pt x="42" y="2"/>
                </a:cubicBezTo>
                <a:cubicBezTo>
                  <a:pt x="42" y="1"/>
                  <a:pt x="40" y="0"/>
                  <a:pt x="38" y="0"/>
                </a:cubicBezTo>
                <a:cubicBezTo>
                  <a:pt x="37" y="0"/>
                  <a:pt x="37" y="0"/>
                  <a:pt x="36" y="0"/>
                </a:cubicBezTo>
                <a:cubicBezTo>
                  <a:pt x="33" y="0"/>
                  <a:pt x="31" y="3"/>
                  <a:pt x="32" y="5"/>
                </a:cubicBezTo>
                <a:cubicBezTo>
                  <a:pt x="32" y="6"/>
                  <a:pt x="33" y="7"/>
                  <a:pt x="35" y="7"/>
                </a:cubicBezTo>
                <a:cubicBezTo>
                  <a:pt x="35" y="8"/>
                  <a:pt x="35" y="8"/>
                  <a:pt x="35" y="8"/>
                </a:cubicBezTo>
                <a:cubicBezTo>
                  <a:pt x="15" y="13"/>
                  <a:pt x="0" y="32"/>
                  <a:pt x="0" y="54"/>
                </a:cubicBezTo>
                <a:cubicBezTo>
                  <a:pt x="0" y="80"/>
                  <a:pt x="22" y="101"/>
                  <a:pt x="48" y="101"/>
                </a:cubicBezTo>
                <a:cubicBezTo>
                  <a:pt x="74" y="101"/>
                  <a:pt x="96" y="80"/>
                  <a:pt x="96" y="54"/>
                </a:cubicBezTo>
                <a:cubicBezTo>
                  <a:pt x="96" y="27"/>
                  <a:pt x="74" y="6"/>
                  <a:pt x="48" y="6"/>
                </a:cubicBezTo>
                <a:close/>
                <a:moveTo>
                  <a:pt x="33" y="4"/>
                </a:moveTo>
                <a:cubicBezTo>
                  <a:pt x="33" y="3"/>
                  <a:pt x="35" y="2"/>
                  <a:pt x="37" y="1"/>
                </a:cubicBezTo>
                <a:cubicBezTo>
                  <a:pt x="37" y="1"/>
                  <a:pt x="37" y="1"/>
                  <a:pt x="38" y="1"/>
                </a:cubicBezTo>
                <a:cubicBezTo>
                  <a:pt x="39" y="1"/>
                  <a:pt x="41" y="2"/>
                  <a:pt x="41" y="3"/>
                </a:cubicBezTo>
                <a:cubicBezTo>
                  <a:pt x="41" y="4"/>
                  <a:pt x="41" y="4"/>
                  <a:pt x="40" y="5"/>
                </a:cubicBezTo>
                <a:cubicBezTo>
                  <a:pt x="39" y="4"/>
                  <a:pt x="38" y="4"/>
                  <a:pt x="37" y="4"/>
                </a:cubicBezTo>
                <a:cubicBezTo>
                  <a:pt x="36" y="5"/>
                  <a:pt x="36" y="5"/>
                  <a:pt x="35" y="6"/>
                </a:cubicBezTo>
                <a:cubicBezTo>
                  <a:pt x="34" y="6"/>
                  <a:pt x="33" y="5"/>
                  <a:pt x="33" y="4"/>
                </a:cubicBezTo>
                <a:close/>
                <a:moveTo>
                  <a:pt x="73" y="79"/>
                </a:moveTo>
                <a:cubicBezTo>
                  <a:pt x="69" y="84"/>
                  <a:pt x="64" y="87"/>
                  <a:pt x="58" y="88"/>
                </a:cubicBezTo>
                <a:cubicBezTo>
                  <a:pt x="54" y="81"/>
                  <a:pt x="54" y="81"/>
                  <a:pt x="54" y="81"/>
                </a:cubicBezTo>
                <a:cubicBezTo>
                  <a:pt x="53" y="89"/>
                  <a:pt x="53" y="89"/>
                  <a:pt x="53" y="89"/>
                </a:cubicBezTo>
                <a:cubicBezTo>
                  <a:pt x="51" y="90"/>
                  <a:pt x="50" y="90"/>
                  <a:pt x="48" y="90"/>
                </a:cubicBezTo>
                <a:cubicBezTo>
                  <a:pt x="38" y="90"/>
                  <a:pt x="29" y="86"/>
                  <a:pt x="22" y="79"/>
                </a:cubicBezTo>
                <a:cubicBezTo>
                  <a:pt x="18" y="75"/>
                  <a:pt x="15" y="70"/>
                  <a:pt x="13" y="64"/>
                </a:cubicBezTo>
                <a:cubicBezTo>
                  <a:pt x="20" y="60"/>
                  <a:pt x="20" y="60"/>
                  <a:pt x="20" y="60"/>
                </a:cubicBezTo>
                <a:cubicBezTo>
                  <a:pt x="12" y="58"/>
                  <a:pt x="12" y="58"/>
                  <a:pt x="12" y="58"/>
                </a:cubicBezTo>
                <a:cubicBezTo>
                  <a:pt x="12" y="57"/>
                  <a:pt x="12" y="55"/>
                  <a:pt x="12" y="54"/>
                </a:cubicBezTo>
                <a:cubicBezTo>
                  <a:pt x="12" y="44"/>
                  <a:pt x="15" y="35"/>
                  <a:pt x="22" y="28"/>
                </a:cubicBezTo>
                <a:cubicBezTo>
                  <a:pt x="27" y="24"/>
                  <a:pt x="32" y="21"/>
                  <a:pt x="38" y="19"/>
                </a:cubicBezTo>
                <a:cubicBezTo>
                  <a:pt x="42" y="26"/>
                  <a:pt x="42" y="26"/>
                  <a:pt x="42" y="26"/>
                </a:cubicBezTo>
                <a:cubicBezTo>
                  <a:pt x="43" y="18"/>
                  <a:pt x="43" y="18"/>
                  <a:pt x="43" y="18"/>
                </a:cubicBezTo>
                <a:cubicBezTo>
                  <a:pt x="45" y="18"/>
                  <a:pt x="46" y="17"/>
                  <a:pt x="48" y="17"/>
                </a:cubicBezTo>
                <a:cubicBezTo>
                  <a:pt x="58" y="17"/>
                  <a:pt x="67" y="21"/>
                  <a:pt x="73" y="28"/>
                </a:cubicBezTo>
                <a:cubicBezTo>
                  <a:pt x="78" y="32"/>
                  <a:pt x="81" y="38"/>
                  <a:pt x="83" y="43"/>
                </a:cubicBezTo>
                <a:cubicBezTo>
                  <a:pt x="76" y="48"/>
                  <a:pt x="76" y="48"/>
                  <a:pt x="76" y="48"/>
                </a:cubicBezTo>
                <a:cubicBezTo>
                  <a:pt x="84" y="49"/>
                  <a:pt x="84" y="49"/>
                  <a:pt x="84" y="49"/>
                </a:cubicBezTo>
                <a:cubicBezTo>
                  <a:pt x="84" y="50"/>
                  <a:pt x="84" y="52"/>
                  <a:pt x="84" y="54"/>
                </a:cubicBezTo>
                <a:cubicBezTo>
                  <a:pt x="84" y="63"/>
                  <a:pt x="80" y="72"/>
                  <a:pt x="73" y="79"/>
                </a:cubicBezTo>
                <a:close/>
                <a:moveTo>
                  <a:pt x="73" y="29"/>
                </a:moveTo>
                <a:cubicBezTo>
                  <a:pt x="53" y="44"/>
                  <a:pt x="53" y="44"/>
                  <a:pt x="53" y="44"/>
                </a:cubicBezTo>
                <a:cubicBezTo>
                  <a:pt x="52" y="43"/>
                  <a:pt x="50" y="43"/>
                  <a:pt x="48" y="42"/>
                </a:cubicBezTo>
                <a:cubicBezTo>
                  <a:pt x="43" y="32"/>
                  <a:pt x="43" y="32"/>
                  <a:pt x="43" y="32"/>
                </a:cubicBezTo>
                <a:cubicBezTo>
                  <a:pt x="43" y="44"/>
                  <a:pt x="43" y="44"/>
                  <a:pt x="43" y="44"/>
                </a:cubicBezTo>
                <a:cubicBezTo>
                  <a:pt x="42" y="44"/>
                  <a:pt x="40" y="45"/>
                  <a:pt x="40" y="46"/>
                </a:cubicBezTo>
                <a:cubicBezTo>
                  <a:pt x="33" y="44"/>
                  <a:pt x="33" y="44"/>
                  <a:pt x="33" y="44"/>
                </a:cubicBezTo>
                <a:cubicBezTo>
                  <a:pt x="38" y="49"/>
                  <a:pt x="38" y="49"/>
                  <a:pt x="38" y="49"/>
                </a:cubicBezTo>
                <a:cubicBezTo>
                  <a:pt x="37" y="50"/>
                  <a:pt x="37" y="52"/>
                  <a:pt x="37" y="53"/>
                </a:cubicBezTo>
                <a:cubicBezTo>
                  <a:pt x="26" y="58"/>
                  <a:pt x="26" y="58"/>
                  <a:pt x="26" y="58"/>
                </a:cubicBezTo>
                <a:cubicBezTo>
                  <a:pt x="38" y="59"/>
                  <a:pt x="38" y="59"/>
                  <a:pt x="38" y="59"/>
                </a:cubicBezTo>
                <a:cubicBezTo>
                  <a:pt x="38" y="59"/>
                  <a:pt x="38" y="59"/>
                  <a:pt x="38" y="59"/>
                </a:cubicBezTo>
                <a:cubicBezTo>
                  <a:pt x="23" y="78"/>
                  <a:pt x="23" y="78"/>
                  <a:pt x="23" y="78"/>
                </a:cubicBezTo>
                <a:cubicBezTo>
                  <a:pt x="43" y="63"/>
                  <a:pt x="43" y="63"/>
                  <a:pt x="43" y="63"/>
                </a:cubicBezTo>
                <a:cubicBezTo>
                  <a:pt x="44" y="64"/>
                  <a:pt x="46" y="65"/>
                  <a:pt x="47" y="65"/>
                </a:cubicBezTo>
                <a:cubicBezTo>
                  <a:pt x="53" y="75"/>
                  <a:pt x="53" y="75"/>
                  <a:pt x="53" y="75"/>
                </a:cubicBezTo>
                <a:cubicBezTo>
                  <a:pt x="53" y="64"/>
                  <a:pt x="53" y="64"/>
                  <a:pt x="53" y="64"/>
                </a:cubicBezTo>
                <a:cubicBezTo>
                  <a:pt x="54" y="63"/>
                  <a:pt x="55" y="62"/>
                  <a:pt x="56" y="61"/>
                </a:cubicBezTo>
                <a:cubicBezTo>
                  <a:pt x="63" y="63"/>
                  <a:pt x="63" y="63"/>
                  <a:pt x="63" y="63"/>
                </a:cubicBezTo>
                <a:cubicBezTo>
                  <a:pt x="58" y="58"/>
                  <a:pt x="58" y="58"/>
                  <a:pt x="58" y="58"/>
                </a:cubicBezTo>
                <a:cubicBezTo>
                  <a:pt x="59" y="57"/>
                  <a:pt x="59" y="56"/>
                  <a:pt x="59" y="54"/>
                </a:cubicBezTo>
                <a:cubicBezTo>
                  <a:pt x="70" y="49"/>
                  <a:pt x="70" y="49"/>
                  <a:pt x="70" y="49"/>
                </a:cubicBezTo>
                <a:cubicBezTo>
                  <a:pt x="58" y="49"/>
                  <a:pt x="58" y="49"/>
                  <a:pt x="58" y="49"/>
                </a:cubicBezTo>
                <a:cubicBezTo>
                  <a:pt x="58" y="49"/>
                  <a:pt x="58" y="49"/>
                  <a:pt x="58" y="48"/>
                </a:cubicBezTo>
                <a:lnTo>
                  <a:pt x="73" y="29"/>
                </a:lnTo>
                <a:close/>
                <a:moveTo>
                  <a:pt x="48" y="44"/>
                </a:moveTo>
                <a:cubicBezTo>
                  <a:pt x="48" y="44"/>
                  <a:pt x="48" y="44"/>
                  <a:pt x="48" y="44"/>
                </a:cubicBezTo>
                <a:cubicBezTo>
                  <a:pt x="48" y="44"/>
                  <a:pt x="48" y="44"/>
                  <a:pt x="48" y="44"/>
                </a:cubicBezTo>
                <a:close/>
                <a:moveTo>
                  <a:pt x="46" y="44"/>
                </a:moveTo>
                <a:cubicBezTo>
                  <a:pt x="47" y="44"/>
                  <a:pt x="47" y="44"/>
                  <a:pt x="48" y="44"/>
                </a:cubicBezTo>
                <a:cubicBezTo>
                  <a:pt x="48" y="44"/>
                  <a:pt x="49" y="44"/>
                  <a:pt x="49" y="44"/>
                </a:cubicBezTo>
                <a:cubicBezTo>
                  <a:pt x="49" y="44"/>
                  <a:pt x="49" y="44"/>
                  <a:pt x="49" y="44"/>
                </a:cubicBezTo>
                <a:cubicBezTo>
                  <a:pt x="49" y="44"/>
                  <a:pt x="49" y="44"/>
                  <a:pt x="49" y="44"/>
                </a:cubicBezTo>
                <a:cubicBezTo>
                  <a:pt x="50" y="44"/>
                  <a:pt x="51" y="44"/>
                  <a:pt x="52" y="45"/>
                </a:cubicBezTo>
                <a:cubicBezTo>
                  <a:pt x="45" y="50"/>
                  <a:pt x="45" y="50"/>
                  <a:pt x="45" y="50"/>
                </a:cubicBezTo>
                <a:cubicBezTo>
                  <a:pt x="39" y="57"/>
                  <a:pt x="39" y="57"/>
                  <a:pt x="39" y="57"/>
                </a:cubicBezTo>
                <a:cubicBezTo>
                  <a:pt x="39" y="57"/>
                  <a:pt x="39" y="56"/>
                  <a:pt x="39" y="56"/>
                </a:cubicBezTo>
                <a:cubicBezTo>
                  <a:pt x="37" y="50"/>
                  <a:pt x="41" y="45"/>
                  <a:pt x="46" y="44"/>
                </a:cubicBezTo>
                <a:close/>
                <a:moveTo>
                  <a:pt x="53" y="62"/>
                </a:moveTo>
                <a:cubicBezTo>
                  <a:pt x="53" y="62"/>
                  <a:pt x="53" y="62"/>
                  <a:pt x="53" y="62"/>
                </a:cubicBezTo>
                <a:cubicBezTo>
                  <a:pt x="53" y="62"/>
                  <a:pt x="53" y="62"/>
                  <a:pt x="53" y="62"/>
                </a:cubicBezTo>
                <a:cubicBezTo>
                  <a:pt x="52" y="62"/>
                  <a:pt x="51" y="63"/>
                  <a:pt x="50" y="63"/>
                </a:cubicBezTo>
                <a:cubicBezTo>
                  <a:pt x="49" y="63"/>
                  <a:pt x="49" y="63"/>
                  <a:pt x="48" y="63"/>
                </a:cubicBezTo>
                <a:cubicBezTo>
                  <a:pt x="47" y="63"/>
                  <a:pt x="47" y="63"/>
                  <a:pt x="47" y="63"/>
                </a:cubicBezTo>
                <a:cubicBezTo>
                  <a:pt x="47" y="63"/>
                  <a:pt x="47" y="63"/>
                  <a:pt x="47" y="63"/>
                </a:cubicBezTo>
                <a:cubicBezTo>
                  <a:pt x="47" y="63"/>
                  <a:pt x="47" y="63"/>
                  <a:pt x="47" y="63"/>
                </a:cubicBezTo>
                <a:cubicBezTo>
                  <a:pt x="46" y="63"/>
                  <a:pt x="45" y="63"/>
                  <a:pt x="44" y="62"/>
                </a:cubicBezTo>
                <a:cubicBezTo>
                  <a:pt x="51" y="57"/>
                  <a:pt x="51" y="57"/>
                  <a:pt x="51" y="57"/>
                </a:cubicBezTo>
                <a:cubicBezTo>
                  <a:pt x="57" y="50"/>
                  <a:pt x="57" y="50"/>
                  <a:pt x="57" y="50"/>
                </a:cubicBezTo>
                <a:cubicBezTo>
                  <a:pt x="57" y="50"/>
                  <a:pt x="57" y="51"/>
                  <a:pt x="57" y="52"/>
                </a:cubicBezTo>
                <a:cubicBezTo>
                  <a:pt x="58" y="56"/>
                  <a:pt x="56" y="60"/>
                  <a:pt x="53" y="62"/>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Freeform 124"/>
          <p:cNvSpPr/>
          <p:nvPr/>
        </p:nvSpPr>
        <p:spPr bwMode="auto">
          <a:xfrm>
            <a:off x="9387757" y="3761908"/>
            <a:ext cx="255076" cy="255076"/>
          </a:xfrm>
          <a:custGeom>
            <a:avLst/>
            <a:gdLst>
              <a:gd name="T0" fmla="*/ 90 w 107"/>
              <a:gd name="T1" fmla="*/ 74 h 107"/>
              <a:gd name="T2" fmla="*/ 78 w 107"/>
              <a:gd name="T3" fmla="*/ 79 h 107"/>
              <a:gd name="T4" fmla="*/ 33 w 107"/>
              <a:gd name="T5" fmla="*/ 56 h 107"/>
              <a:gd name="T6" fmla="*/ 34 w 107"/>
              <a:gd name="T7" fmla="*/ 54 h 107"/>
              <a:gd name="T8" fmla="*/ 33 w 107"/>
              <a:gd name="T9" fmla="*/ 51 h 107"/>
              <a:gd name="T10" fmla="*/ 78 w 107"/>
              <a:gd name="T11" fmla="*/ 29 h 107"/>
              <a:gd name="T12" fmla="*/ 90 w 107"/>
              <a:gd name="T13" fmla="*/ 34 h 107"/>
              <a:gd name="T14" fmla="*/ 107 w 107"/>
              <a:gd name="T15" fmla="*/ 17 h 107"/>
              <a:gd name="T16" fmla="*/ 90 w 107"/>
              <a:gd name="T17" fmla="*/ 0 h 107"/>
              <a:gd name="T18" fmla="*/ 74 w 107"/>
              <a:gd name="T19" fmla="*/ 17 h 107"/>
              <a:gd name="T20" fmla="*/ 74 w 107"/>
              <a:gd name="T21" fmla="*/ 20 h 107"/>
              <a:gd name="T22" fmla="*/ 29 w 107"/>
              <a:gd name="T23" fmla="*/ 42 h 107"/>
              <a:gd name="T24" fmla="*/ 17 w 107"/>
              <a:gd name="T25" fmla="*/ 37 h 107"/>
              <a:gd name="T26" fmla="*/ 0 w 107"/>
              <a:gd name="T27" fmla="*/ 54 h 107"/>
              <a:gd name="T28" fmla="*/ 17 w 107"/>
              <a:gd name="T29" fmla="*/ 70 h 107"/>
              <a:gd name="T30" fmla="*/ 29 w 107"/>
              <a:gd name="T31" fmla="*/ 65 h 107"/>
              <a:gd name="T32" fmla="*/ 74 w 107"/>
              <a:gd name="T33" fmla="*/ 88 h 107"/>
              <a:gd name="T34" fmla="*/ 74 w 107"/>
              <a:gd name="T35" fmla="*/ 90 h 107"/>
              <a:gd name="T36" fmla="*/ 90 w 107"/>
              <a:gd name="T37" fmla="*/ 107 h 107"/>
              <a:gd name="T38" fmla="*/ 107 w 107"/>
              <a:gd name="T39" fmla="*/ 90 h 107"/>
              <a:gd name="T40" fmla="*/ 90 w 107"/>
              <a:gd name="T41" fmla="*/ 7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7" h="107">
                <a:moveTo>
                  <a:pt x="90" y="74"/>
                </a:moveTo>
                <a:cubicBezTo>
                  <a:pt x="86" y="74"/>
                  <a:pt x="81" y="76"/>
                  <a:pt x="78" y="79"/>
                </a:cubicBezTo>
                <a:cubicBezTo>
                  <a:pt x="33" y="56"/>
                  <a:pt x="33" y="56"/>
                  <a:pt x="33" y="56"/>
                </a:cubicBezTo>
                <a:cubicBezTo>
                  <a:pt x="34" y="56"/>
                  <a:pt x="34" y="55"/>
                  <a:pt x="34" y="54"/>
                </a:cubicBezTo>
                <a:cubicBezTo>
                  <a:pt x="34" y="53"/>
                  <a:pt x="34" y="52"/>
                  <a:pt x="33" y="51"/>
                </a:cubicBezTo>
                <a:cubicBezTo>
                  <a:pt x="78" y="29"/>
                  <a:pt x="78" y="29"/>
                  <a:pt x="78" y="29"/>
                </a:cubicBezTo>
                <a:cubicBezTo>
                  <a:pt x="81" y="32"/>
                  <a:pt x="86" y="34"/>
                  <a:pt x="90" y="34"/>
                </a:cubicBezTo>
                <a:cubicBezTo>
                  <a:pt x="100" y="34"/>
                  <a:pt x="107" y="26"/>
                  <a:pt x="107" y="17"/>
                </a:cubicBezTo>
                <a:cubicBezTo>
                  <a:pt x="107" y="8"/>
                  <a:pt x="100" y="0"/>
                  <a:pt x="90" y="0"/>
                </a:cubicBezTo>
                <a:cubicBezTo>
                  <a:pt x="81" y="0"/>
                  <a:pt x="74" y="8"/>
                  <a:pt x="74" y="17"/>
                </a:cubicBezTo>
                <a:cubicBezTo>
                  <a:pt x="74" y="18"/>
                  <a:pt x="74" y="19"/>
                  <a:pt x="74" y="20"/>
                </a:cubicBezTo>
                <a:cubicBezTo>
                  <a:pt x="29" y="42"/>
                  <a:pt x="29" y="42"/>
                  <a:pt x="29" y="42"/>
                </a:cubicBezTo>
                <a:cubicBezTo>
                  <a:pt x="26" y="39"/>
                  <a:pt x="22" y="37"/>
                  <a:pt x="17" y="37"/>
                </a:cubicBezTo>
                <a:cubicBezTo>
                  <a:pt x="8" y="37"/>
                  <a:pt x="0" y="45"/>
                  <a:pt x="0" y="54"/>
                </a:cubicBezTo>
                <a:cubicBezTo>
                  <a:pt x="0" y="63"/>
                  <a:pt x="8" y="70"/>
                  <a:pt x="17" y="70"/>
                </a:cubicBezTo>
                <a:cubicBezTo>
                  <a:pt x="22" y="70"/>
                  <a:pt x="26" y="68"/>
                  <a:pt x="29" y="65"/>
                </a:cubicBezTo>
                <a:cubicBezTo>
                  <a:pt x="74" y="88"/>
                  <a:pt x="74" y="88"/>
                  <a:pt x="74" y="88"/>
                </a:cubicBezTo>
                <a:cubicBezTo>
                  <a:pt x="74" y="89"/>
                  <a:pt x="74" y="90"/>
                  <a:pt x="74" y="90"/>
                </a:cubicBezTo>
                <a:cubicBezTo>
                  <a:pt x="74" y="100"/>
                  <a:pt x="81" y="107"/>
                  <a:pt x="90" y="107"/>
                </a:cubicBezTo>
                <a:cubicBezTo>
                  <a:pt x="100" y="107"/>
                  <a:pt x="107" y="100"/>
                  <a:pt x="107" y="90"/>
                </a:cubicBezTo>
                <a:cubicBezTo>
                  <a:pt x="107" y="81"/>
                  <a:pt x="100" y="74"/>
                  <a:pt x="90" y="74"/>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7" name="Freeform 125"/>
          <p:cNvSpPr>
            <a:spLocks noEditPoints="1"/>
          </p:cNvSpPr>
          <p:nvPr/>
        </p:nvSpPr>
        <p:spPr bwMode="auto">
          <a:xfrm>
            <a:off x="9471316" y="3159402"/>
            <a:ext cx="243349" cy="263871"/>
          </a:xfrm>
          <a:custGeom>
            <a:avLst/>
            <a:gdLst>
              <a:gd name="T0" fmla="*/ 13 w 102"/>
              <a:gd name="T1" fmla="*/ 100 h 110"/>
              <a:gd name="T2" fmla="*/ 24 w 102"/>
              <a:gd name="T3" fmla="*/ 110 h 110"/>
              <a:gd name="T4" fmla="*/ 34 w 102"/>
              <a:gd name="T5" fmla="*/ 100 h 110"/>
              <a:gd name="T6" fmla="*/ 34 w 102"/>
              <a:gd name="T7" fmla="*/ 100 h 110"/>
              <a:gd name="T8" fmla="*/ 24 w 102"/>
              <a:gd name="T9" fmla="*/ 89 h 110"/>
              <a:gd name="T10" fmla="*/ 13 w 102"/>
              <a:gd name="T11" fmla="*/ 100 h 110"/>
              <a:gd name="T12" fmla="*/ 82 w 102"/>
              <a:gd name="T13" fmla="*/ 100 h 110"/>
              <a:gd name="T14" fmla="*/ 92 w 102"/>
              <a:gd name="T15" fmla="*/ 110 h 110"/>
              <a:gd name="T16" fmla="*/ 102 w 102"/>
              <a:gd name="T17" fmla="*/ 100 h 110"/>
              <a:gd name="T18" fmla="*/ 102 w 102"/>
              <a:gd name="T19" fmla="*/ 100 h 110"/>
              <a:gd name="T20" fmla="*/ 92 w 102"/>
              <a:gd name="T21" fmla="*/ 89 h 110"/>
              <a:gd name="T22" fmla="*/ 82 w 102"/>
              <a:gd name="T23" fmla="*/ 100 h 110"/>
              <a:gd name="T24" fmla="*/ 102 w 102"/>
              <a:gd name="T25" fmla="*/ 55 h 110"/>
              <a:gd name="T26" fmla="*/ 102 w 102"/>
              <a:gd name="T27" fmla="*/ 14 h 110"/>
              <a:gd name="T28" fmla="*/ 13 w 102"/>
              <a:gd name="T29" fmla="*/ 14 h 110"/>
              <a:gd name="T30" fmla="*/ 0 w 102"/>
              <a:gd name="T31" fmla="*/ 0 h 110"/>
              <a:gd name="T32" fmla="*/ 0 w 102"/>
              <a:gd name="T33" fmla="*/ 7 h 110"/>
              <a:gd name="T34" fmla="*/ 7 w 102"/>
              <a:gd name="T35" fmla="*/ 14 h 110"/>
              <a:gd name="T36" fmla="*/ 12 w 102"/>
              <a:gd name="T37" fmla="*/ 58 h 110"/>
              <a:gd name="T38" fmla="*/ 7 w 102"/>
              <a:gd name="T39" fmla="*/ 69 h 110"/>
              <a:gd name="T40" fmla="*/ 20 w 102"/>
              <a:gd name="T41" fmla="*/ 82 h 110"/>
              <a:gd name="T42" fmla="*/ 102 w 102"/>
              <a:gd name="T43" fmla="*/ 82 h 110"/>
              <a:gd name="T44" fmla="*/ 102 w 102"/>
              <a:gd name="T45" fmla="*/ 76 h 110"/>
              <a:gd name="T46" fmla="*/ 20 w 102"/>
              <a:gd name="T47" fmla="*/ 76 h 110"/>
              <a:gd name="T48" fmla="*/ 13 w 102"/>
              <a:gd name="T49" fmla="*/ 69 h 110"/>
              <a:gd name="T50" fmla="*/ 13 w 102"/>
              <a:gd name="T51" fmla="*/ 69 h 110"/>
              <a:gd name="T52" fmla="*/ 102 w 102"/>
              <a:gd name="T53" fmla="*/ 55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2" h="110">
                <a:moveTo>
                  <a:pt x="13" y="100"/>
                </a:moveTo>
                <a:cubicBezTo>
                  <a:pt x="13" y="105"/>
                  <a:pt x="18" y="110"/>
                  <a:pt x="24" y="110"/>
                </a:cubicBezTo>
                <a:cubicBezTo>
                  <a:pt x="29" y="110"/>
                  <a:pt x="34" y="105"/>
                  <a:pt x="34" y="100"/>
                </a:cubicBezTo>
                <a:cubicBezTo>
                  <a:pt x="34" y="100"/>
                  <a:pt x="34" y="100"/>
                  <a:pt x="34" y="100"/>
                </a:cubicBezTo>
                <a:cubicBezTo>
                  <a:pt x="34" y="94"/>
                  <a:pt x="29" y="89"/>
                  <a:pt x="24" y="89"/>
                </a:cubicBezTo>
                <a:cubicBezTo>
                  <a:pt x="18" y="89"/>
                  <a:pt x="13" y="94"/>
                  <a:pt x="13" y="100"/>
                </a:cubicBezTo>
                <a:close/>
                <a:moveTo>
                  <a:pt x="82" y="100"/>
                </a:moveTo>
                <a:cubicBezTo>
                  <a:pt x="82" y="105"/>
                  <a:pt x="86" y="110"/>
                  <a:pt x="92" y="110"/>
                </a:cubicBezTo>
                <a:cubicBezTo>
                  <a:pt x="98" y="110"/>
                  <a:pt x="102" y="105"/>
                  <a:pt x="102" y="100"/>
                </a:cubicBezTo>
                <a:cubicBezTo>
                  <a:pt x="102" y="100"/>
                  <a:pt x="102" y="100"/>
                  <a:pt x="102" y="100"/>
                </a:cubicBezTo>
                <a:cubicBezTo>
                  <a:pt x="102" y="94"/>
                  <a:pt x="98" y="89"/>
                  <a:pt x="92" y="89"/>
                </a:cubicBezTo>
                <a:cubicBezTo>
                  <a:pt x="86" y="89"/>
                  <a:pt x="82" y="94"/>
                  <a:pt x="82" y="100"/>
                </a:cubicBezTo>
                <a:close/>
                <a:moveTo>
                  <a:pt x="102" y="55"/>
                </a:moveTo>
                <a:cubicBezTo>
                  <a:pt x="102" y="14"/>
                  <a:pt x="102" y="14"/>
                  <a:pt x="102" y="14"/>
                </a:cubicBezTo>
                <a:cubicBezTo>
                  <a:pt x="13" y="14"/>
                  <a:pt x="13" y="14"/>
                  <a:pt x="13" y="14"/>
                </a:cubicBezTo>
                <a:cubicBezTo>
                  <a:pt x="13" y="6"/>
                  <a:pt x="7" y="0"/>
                  <a:pt x="0" y="0"/>
                </a:cubicBezTo>
                <a:cubicBezTo>
                  <a:pt x="0" y="7"/>
                  <a:pt x="0" y="7"/>
                  <a:pt x="0" y="7"/>
                </a:cubicBezTo>
                <a:cubicBezTo>
                  <a:pt x="3" y="7"/>
                  <a:pt x="7" y="10"/>
                  <a:pt x="7" y="14"/>
                </a:cubicBezTo>
                <a:cubicBezTo>
                  <a:pt x="12" y="58"/>
                  <a:pt x="12" y="58"/>
                  <a:pt x="12" y="58"/>
                </a:cubicBezTo>
                <a:cubicBezTo>
                  <a:pt x="9" y="61"/>
                  <a:pt x="7" y="64"/>
                  <a:pt x="7" y="69"/>
                </a:cubicBezTo>
                <a:cubicBezTo>
                  <a:pt x="7" y="76"/>
                  <a:pt x="13" y="82"/>
                  <a:pt x="20" y="82"/>
                </a:cubicBezTo>
                <a:cubicBezTo>
                  <a:pt x="102" y="82"/>
                  <a:pt x="102" y="82"/>
                  <a:pt x="102" y="82"/>
                </a:cubicBezTo>
                <a:cubicBezTo>
                  <a:pt x="102" y="76"/>
                  <a:pt x="102" y="76"/>
                  <a:pt x="102" y="76"/>
                </a:cubicBezTo>
                <a:cubicBezTo>
                  <a:pt x="20" y="76"/>
                  <a:pt x="20" y="76"/>
                  <a:pt x="20" y="76"/>
                </a:cubicBezTo>
                <a:cubicBezTo>
                  <a:pt x="16" y="76"/>
                  <a:pt x="13" y="73"/>
                  <a:pt x="13" y="69"/>
                </a:cubicBezTo>
                <a:cubicBezTo>
                  <a:pt x="13" y="69"/>
                  <a:pt x="13" y="69"/>
                  <a:pt x="13" y="69"/>
                </a:cubicBezTo>
                <a:lnTo>
                  <a:pt x="102" y="55"/>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8" name="Freeform 126"/>
          <p:cNvSpPr>
            <a:spLocks noEditPoints="1"/>
          </p:cNvSpPr>
          <p:nvPr/>
        </p:nvSpPr>
        <p:spPr bwMode="auto">
          <a:xfrm>
            <a:off x="9538750" y="2954169"/>
            <a:ext cx="205233" cy="200834"/>
          </a:xfrm>
          <a:custGeom>
            <a:avLst/>
            <a:gdLst>
              <a:gd name="T0" fmla="*/ 82 w 86"/>
              <a:gd name="T1" fmla="*/ 47 h 84"/>
              <a:gd name="T2" fmla="*/ 82 w 86"/>
              <a:gd name="T3" fmla="*/ 42 h 84"/>
              <a:gd name="T4" fmla="*/ 43 w 86"/>
              <a:gd name="T5" fmla="*/ 3 h 84"/>
              <a:gd name="T6" fmla="*/ 36 w 86"/>
              <a:gd name="T7" fmla="*/ 4 h 84"/>
              <a:gd name="T8" fmla="*/ 24 w 86"/>
              <a:gd name="T9" fmla="*/ 0 h 84"/>
              <a:gd name="T10" fmla="*/ 0 w 86"/>
              <a:gd name="T11" fmla="*/ 23 h 84"/>
              <a:gd name="T12" fmla="*/ 4 w 86"/>
              <a:gd name="T13" fmla="*/ 36 h 84"/>
              <a:gd name="T14" fmla="*/ 4 w 86"/>
              <a:gd name="T15" fmla="*/ 42 h 84"/>
              <a:gd name="T16" fmla="*/ 43 w 86"/>
              <a:gd name="T17" fmla="*/ 81 h 84"/>
              <a:gd name="T18" fmla="*/ 50 w 86"/>
              <a:gd name="T19" fmla="*/ 80 h 84"/>
              <a:gd name="T20" fmla="*/ 62 w 86"/>
              <a:gd name="T21" fmla="*/ 84 h 84"/>
              <a:gd name="T22" fmla="*/ 86 w 86"/>
              <a:gd name="T23" fmla="*/ 61 h 84"/>
              <a:gd name="T24" fmla="*/ 82 w 86"/>
              <a:gd name="T25" fmla="*/ 47 h 84"/>
              <a:gd name="T26" fmla="*/ 46 w 86"/>
              <a:gd name="T27" fmla="*/ 71 h 84"/>
              <a:gd name="T28" fmla="*/ 23 w 86"/>
              <a:gd name="T29" fmla="*/ 64 h 84"/>
              <a:gd name="T30" fmla="*/ 24 w 86"/>
              <a:gd name="T31" fmla="*/ 51 h 84"/>
              <a:gd name="T32" fmla="*/ 34 w 86"/>
              <a:gd name="T33" fmla="*/ 59 h 84"/>
              <a:gd name="T34" fmla="*/ 52 w 86"/>
              <a:gd name="T35" fmla="*/ 58 h 84"/>
              <a:gd name="T36" fmla="*/ 41 w 86"/>
              <a:gd name="T37" fmla="*/ 47 h 84"/>
              <a:gd name="T38" fmla="*/ 20 w 86"/>
              <a:gd name="T39" fmla="*/ 30 h 84"/>
              <a:gd name="T40" fmla="*/ 37 w 86"/>
              <a:gd name="T41" fmla="*/ 13 h 84"/>
              <a:gd name="T42" fmla="*/ 61 w 86"/>
              <a:gd name="T43" fmla="*/ 19 h 84"/>
              <a:gd name="T44" fmla="*/ 59 w 86"/>
              <a:gd name="T45" fmla="*/ 31 h 84"/>
              <a:gd name="T46" fmla="*/ 42 w 86"/>
              <a:gd name="T47" fmla="*/ 22 h 84"/>
              <a:gd name="T48" fmla="*/ 38 w 86"/>
              <a:gd name="T49" fmla="*/ 35 h 84"/>
              <a:gd name="T50" fmla="*/ 66 w 86"/>
              <a:gd name="T51" fmla="*/ 49 h 84"/>
              <a:gd name="T52" fmla="*/ 46 w 86"/>
              <a:gd name="T53" fmla="*/ 7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6" h="84">
                <a:moveTo>
                  <a:pt x="82" y="47"/>
                </a:moveTo>
                <a:cubicBezTo>
                  <a:pt x="82" y="46"/>
                  <a:pt x="82" y="44"/>
                  <a:pt x="82" y="42"/>
                </a:cubicBezTo>
                <a:cubicBezTo>
                  <a:pt x="82" y="21"/>
                  <a:pt x="64" y="3"/>
                  <a:pt x="43" y="3"/>
                </a:cubicBezTo>
                <a:cubicBezTo>
                  <a:pt x="41" y="3"/>
                  <a:pt x="39" y="3"/>
                  <a:pt x="36" y="4"/>
                </a:cubicBezTo>
                <a:cubicBezTo>
                  <a:pt x="33" y="1"/>
                  <a:pt x="28" y="0"/>
                  <a:pt x="24" y="0"/>
                </a:cubicBezTo>
                <a:cubicBezTo>
                  <a:pt x="11" y="0"/>
                  <a:pt x="0" y="10"/>
                  <a:pt x="0" y="23"/>
                </a:cubicBezTo>
                <a:cubicBezTo>
                  <a:pt x="0" y="28"/>
                  <a:pt x="2" y="32"/>
                  <a:pt x="4" y="36"/>
                </a:cubicBezTo>
                <a:cubicBezTo>
                  <a:pt x="4" y="38"/>
                  <a:pt x="4" y="40"/>
                  <a:pt x="4" y="42"/>
                </a:cubicBezTo>
                <a:cubicBezTo>
                  <a:pt x="4" y="64"/>
                  <a:pt x="21" y="81"/>
                  <a:pt x="43" y="81"/>
                </a:cubicBezTo>
                <a:cubicBezTo>
                  <a:pt x="45" y="81"/>
                  <a:pt x="48" y="81"/>
                  <a:pt x="50" y="80"/>
                </a:cubicBezTo>
                <a:cubicBezTo>
                  <a:pt x="54" y="83"/>
                  <a:pt x="58" y="84"/>
                  <a:pt x="62" y="84"/>
                </a:cubicBezTo>
                <a:cubicBezTo>
                  <a:pt x="75" y="84"/>
                  <a:pt x="86" y="73"/>
                  <a:pt x="86" y="61"/>
                </a:cubicBezTo>
                <a:cubicBezTo>
                  <a:pt x="86" y="56"/>
                  <a:pt x="84" y="51"/>
                  <a:pt x="82" y="47"/>
                </a:cubicBezTo>
                <a:close/>
                <a:moveTo>
                  <a:pt x="46" y="71"/>
                </a:moveTo>
                <a:cubicBezTo>
                  <a:pt x="34" y="71"/>
                  <a:pt x="28" y="69"/>
                  <a:pt x="23" y="64"/>
                </a:cubicBezTo>
                <a:cubicBezTo>
                  <a:pt x="17" y="58"/>
                  <a:pt x="19" y="52"/>
                  <a:pt x="24" y="51"/>
                </a:cubicBezTo>
                <a:cubicBezTo>
                  <a:pt x="29" y="51"/>
                  <a:pt x="32" y="57"/>
                  <a:pt x="34" y="59"/>
                </a:cubicBezTo>
                <a:cubicBezTo>
                  <a:pt x="37" y="60"/>
                  <a:pt x="47" y="64"/>
                  <a:pt x="52" y="58"/>
                </a:cubicBezTo>
                <a:cubicBezTo>
                  <a:pt x="58" y="51"/>
                  <a:pt x="48" y="48"/>
                  <a:pt x="41" y="47"/>
                </a:cubicBezTo>
                <a:cubicBezTo>
                  <a:pt x="32" y="46"/>
                  <a:pt x="19" y="40"/>
                  <a:pt x="20" y="30"/>
                </a:cubicBezTo>
                <a:cubicBezTo>
                  <a:pt x="21" y="19"/>
                  <a:pt x="29" y="14"/>
                  <a:pt x="37" y="13"/>
                </a:cubicBezTo>
                <a:cubicBezTo>
                  <a:pt x="48" y="12"/>
                  <a:pt x="55" y="15"/>
                  <a:pt x="61" y="19"/>
                </a:cubicBezTo>
                <a:cubicBezTo>
                  <a:pt x="67" y="25"/>
                  <a:pt x="63" y="31"/>
                  <a:pt x="59" y="31"/>
                </a:cubicBezTo>
                <a:cubicBezTo>
                  <a:pt x="55" y="32"/>
                  <a:pt x="51" y="22"/>
                  <a:pt x="42" y="22"/>
                </a:cubicBezTo>
                <a:cubicBezTo>
                  <a:pt x="33" y="22"/>
                  <a:pt x="27" y="32"/>
                  <a:pt x="38" y="35"/>
                </a:cubicBezTo>
                <a:cubicBezTo>
                  <a:pt x="49" y="37"/>
                  <a:pt x="61" y="38"/>
                  <a:pt x="66" y="49"/>
                </a:cubicBezTo>
                <a:cubicBezTo>
                  <a:pt x="70" y="59"/>
                  <a:pt x="59" y="70"/>
                  <a:pt x="46" y="71"/>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Freeform 127"/>
          <p:cNvSpPr>
            <a:spLocks noEditPoints="1"/>
          </p:cNvSpPr>
          <p:nvPr/>
        </p:nvSpPr>
        <p:spPr bwMode="auto">
          <a:xfrm>
            <a:off x="9626707" y="2779720"/>
            <a:ext cx="114344" cy="149528"/>
          </a:xfrm>
          <a:custGeom>
            <a:avLst/>
            <a:gdLst>
              <a:gd name="T0" fmla="*/ 42 w 48"/>
              <a:gd name="T1" fmla="*/ 8 h 63"/>
              <a:gd name="T2" fmla="*/ 6 w 48"/>
              <a:gd name="T3" fmla="*/ 8 h 63"/>
              <a:gd name="T4" fmla="*/ 0 w 48"/>
              <a:gd name="T5" fmla="*/ 14 h 63"/>
              <a:gd name="T6" fmla="*/ 0 w 48"/>
              <a:gd name="T7" fmla="*/ 16 h 63"/>
              <a:gd name="T8" fmla="*/ 48 w 48"/>
              <a:gd name="T9" fmla="*/ 16 h 63"/>
              <a:gd name="T10" fmla="*/ 48 w 48"/>
              <a:gd name="T11" fmla="*/ 14 h 63"/>
              <a:gd name="T12" fmla="*/ 42 w 48"/>
              <a:gd name="T13" fmla="*/ 8 h 63"/>
              <a:gd name="T14" fmla="*/ 31 w 48"/>
              <a:gd name="T15" fmla="*/ 4 h 63"/>
              <a:gd name="T16" fmla="*/ 32 w 48"/>
              <a:gd name="T17" fmla="*/ 10 h 63"/>
              <a:gd name="T18" fmla="*/ 16 w 48"/>
              <a:gd name="T19" fmla="*/ 10 h 63"/>
              <a:gd name="T20" fmla="*/ 17 w 48"/>
              <a:gd name="T21" fmla="*/ 4 h 63"/>
              <a:gd name="T22" fmla="*/ 31 w 48"/>
              <a:gd name="T23" fmla="*/ 4 h 63"/>
              <a:gd name="T24" fmla="*/ 32 w 48"/>
              <a:gd name="T25" fmla="*/ 0 h 63"/>
              <a:gd name="T26" fmla="*/ 16 w 48"/>
              <a:gd name="T27" fmla="*/ 0 h 63"/>
              <a:gd name="T28" fmla="*/ 13 w 48"/>
              <a:gd name="T29" fmla="*/ 3 h 63"/>
              <a:gd name="T30" fmla="*/ 12 w 48"/>
              <a:gd name="T31" fmla="*/ 11 h 63"/>
              <a:gd name="T32" fmla="*/ 14 w 48"/>
              <a:gd name="T33" fmla="*/ 14 h 63"/>
              <a:gd name="T34" fmla="*/ 34 w 48"/>
              <a:gd name="T35" fmla="*/ 14 h 63"/>
              <a:gd name="T36" fmla="*/ 36 w 48"/>
              <a:gd name="T37" fmla="*/ 11 h 63"/>
              <a:gd name="T38" fmla="*/ 35 w 48"/>
              <a:gd name="T39" fmla="*/ 3 h 63"/>
              <a:gd name="T40" fmla="*/ 32 w 48"/>
              <a:gd name="T41" fmla="*/ 0 h 63"/>
              <a:gd name="T42" fmla="*/ 43 w 48"/>
              <a:gd name="T43" fmla="*/ 20 h 63"/>
              <a:gd name="T44" fmla="*/ 5 w 48"/>
              <a:gd name="T45" fmla="*/ 20 h 63"/>
              <a:gd name="T46" fmla="*/ 2 w 48"/>
              <a:gd name="T47" fmla="*/ 24 h 63"/>
              <a:gd name="T48" fmla="*/ 5 w 48"/>
              <a:gd name="T49" fmla="*/ 59 h 63"/>
              <a:gd name="T50" fmla="*/ 9 w 48"/>
              <a:gd name="T51" fmla="*/ 63 h 63"/>
              <a:gd name="T52" fmla="*/ 39 w 48"/>
              <a:gd name="T53" fmla="*/ 63 h 63"/>
              <a:gd name="T54" fmla="*/ 43 w 48"/>
              <a:gd name="T55" fmla="*/ 59 h 63"/>
              <a:gd name="T56" fmla="*/ 46 w 48"/>
              <a:gd name="T57" fmla="*/ 24 h 63"/>
              <a:gd name="T58" fmla="*/ 43 w 48"/>
              <a:gd name="T59" fmla="*/ 20 h 63"/>
              <a:gd name="T60" fmla="*/ 16 w 48"/>
              <a:gd name="T61" fmla="*/ 55 h 63"/>
              <a:gd name="T62" fmla="*/ 10 w 48"/>
              <a:gd name="T63" fmla="*/ 55 h 63"/>
              <a:gd name="T64" fmla="*/ 8 w 48"/>
              <a:gd name="T65" fmla="*/ 28 h 63"/>
              <a:gd name="T66" fmla="*/ 16 w 48"/>
              <a:gd name="T67" fmla="*/ 28 h 63"/>
              <a:gd name="T68" fmla="*/ 16 w 48"/>
              <a:gd name="T69" fmla="*/ 55 h 63"/>
              <a:gd name="T70" fmla="*/ 28 w 48"/>
              <a:gd name="T71" fmla="*/ 55 h 63"/>
              <a:gd name="T72" fmla="*/ 20 w 48"/>
              <a:gd name="T73" fmla="*/ 55 h 63"/>
              <a:gd name="T74" fmla="*/ 20 w 48"/>
              <a:gd name="T75" fmla="*/ 28 h 63"/>
              <a:gd name="T76" fmla="*/ 28 w 48"/>
              <a:gd name="T77" fmla="*/ 28 h 63"/>
              <a:gd name="T78" fmla="*/ 28 w 48"/>
              <a:gd name="T79" fmla="*/ 55 h 63"/>
              <a:gd name="T80" fmla="*/ 38 w 48"/>
              <a:gd name="T81" fmla="*/ 55 h 63"/>
              <a:gd name="T82" fmla="*/ 32 w 48"/>
              <a:gd name="T83" fmla="*/ 55 h 63"/>
              <a:gd name="T84" fmla="*/ 32 w 48"/>
              <a:gd name="T85" fmla="*/ 28 h 63"/>
              <a:gd name="T86" fmla="*/ 40 w 48"/>
              <a:gd name="T87" fmla="*/ 28 h 63"/>
              <a:gd name="T88" fmla="*/ 38 w 48"/>
              <a:gd name="T89" fmla="*/ 5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8" h="63">
                <a:moveTo>
                  <a:pt x="42" y="8"/>
                </a:moveTo>
                <a:cubicBezTo>
                  <a:pt x="6" y="8"/>
                  <a:pt x="6" y="8"/>
                  <a:pt x="6" y="8"/>
                </a:cubicBezTo>
                <a:cubicBezTo>
                  <a:pt x="3" y="8"/>
                  <a:pt x="0" y="11"/>
                  <a:pt x="0" y="14"/>
                </a:cubicBezTo>
                <a:cubicBezTo>
                  <a:pt x="0" y="16"/>
                  <a:pt x="0" y="16"/>
                  <a:pt x="0" y="16"/>
                </a:cubicBezTo>
                <a:cubicBezTo>
                  <a:pt x="48" y="16"/>
                  <a:pt x="48" y="16"/>
                  <a:pt x="48" y="16"/>
                </a:cubicBezTo>
                <a:cubicBezTo>
                  <a:pt x="48" y="14"/>
                  <a:pt x="48" y="14"/>
                  <a:pt x="48" y="14"/>
                </a:cubicBezTo>
                <a:cubicBezTo>
                  <a:pt x="48" y="11"/>
                  <a:pt x="45" y="8"/>
                  <a:pt x="42" y="8"/>
                </a:cubicBezTo>
                <a:close/>
                <a:moveTo>
                  <a:pt x="31" y="4"/>
                </a:moveTo>
                <a:cubicBezTo>
                  <a:pt x="32" y="10"/>
                  <a:pt x="32" y="10"/>
                  <a:pt x="32" y="10"/>
                </a:cubicBezTo>
                <a:cubicBezTo>
                  <a:pt x="16" y="10"/>
                  <a:pt x="16" y="10"/>
                  <a:pt x="16" y="10"/>
                </a:cubicBezTo>
                <a:cubicBezTo>
                  <a:pt x="17" y="4"/>
                  <a:pt x="17" y="4"/>
                  <a:pt x="17" y="4"/>
                </a:cubicBezTo>
                <a:cubicBezTo>
                  <a:pt x="31" y="4"/>
                  <a:pt x="31" y="4"/>
                  <a:pt x="31" y="4"/>
                </a:cubicBezTo>
                <a:moveTo>
                  <a:pt x="32" y="0"/>
                </a:moveTo>
                <a:cubicBezTo>
                  <a:pt x="16" y="0"/>
                  <a:pt x="16" y="0"/>
                  <a:pt x="16" y="0"/>
                </a:cubicBezTo>
                <a:cubicBezTo>
                  <a:pt x="15" y="0"/>
                  <a:pt x="13" y="1"/>
                  <a:pt x="13" y="3"/>
                </a:cubicBezTo>
                <a:cubicBezTo>
                  <a:pt x="12" y="11"/>
                  <a:pt x="12" y="11"/>
                  <a:pt x="12" y="11"/>
                </a:cubicBezTo>
                <a:cubicBezTo>
                  <a:pt x="11" y="13"/>
                  <a:pt x="13" y="14"/>
                  <a:pt x="14" y="14"/>
                </a:cubicBezTo>
                <a:cubicBezTo>
                  <a:pt x="34" y="14"/>
                  <a:pt x="34" y="14"/>
                  <a:pt x="34" y="14"/>
                </a:cubicBezTo>
                <a:cubicBezTo>
                  <a:pt x="36" y="14"/>
                  <a:pt x="37" y="13"/>
                  <a:pt x="36" y="11"/>
                </a:cubicBezTo>
                <a:cubicBezTo>
                  <a:pt x="35" y="3"/>
                  <a:pt x="35" y="3"/>
                  <a:pt x="35" y="3"/>
                </a:cubicBezTo>
                <a:cubicBezTo>
                  <a:pt x="35" y="1"/>
                  <a:pt x="34" y="0"/>
                  <a:pt x="32" y="0"/>
                </a:cubicBezTo>
                <a:close/>
                <a:moveTo>
                  <a:pt x="43" y="20"/>
                </a:moveTo>
                <a:cubicBezTo>
                  <a:pt x="5" y="20"/>
                  <a:pt x="5" y="20"/>
                  <a:pt x="5" y="20"/>
                </a:cubicBezTo>
                <a:cubicBezTo>
                  <a:pt x="3" y="20"/>
                  <a:pt x="2" y="22"/>
                  <a:pt x="2" y="24"/>
                </a:cubicBezTo>
                <a:cubicBezTo>
                  <a:pt x="5" y="59"/>
                  <a:pt x="5" y="59"/>
                  <a:pt x="5" y="59"/>
                </a:cubicBezTo>
                <a:cubicBezTo>
                  <a:pt x="5" y="61"/>
                  <a:pt x="7" y="63"/>
                  <a:pt x="9" y="63"/>
                </a:cubicBezTo>
                <a:cubicBezTo>
                  <a:pt x="39" y="63"/>
                  <a:pt x="39" y="63"/>
                  <a:pt x="39" y="63"/>
                </a:cubicBezTo>
                <a:cubicBezTo>
                  <a:pt x="41" y="63"/>
                  <a:pt x="43" y="61"/>
                  <a:pt x="43" y="59"/>
                </a:cubicBezTo>
                <a:cubicBezTo>
                  <a:pt x="46" y="24"/>
                  <a:pt x="46" y="24"/>
                  <a:pt x="46" y="24"/>
                </a:cubicBezTo>
                <a:cubicBezTo>
                  <a:pt x="47" y="22"/>
                  <a:pt x="45" y="20"/>
                  <a:pt x="43" y="20"/>
                </a:cubicBezTo>
                <a:close/>
                <a:moveTo>
                  <a:pt x="16" y="55"/>
                </a:moveTo>
                <a:cubicBezTo>
                  <a:pt x="10" y="55"/>
                  <a:pt x="10" y="55"/>
                  <a:pt x="10" y="55"/>
                </a:cubicBezTo>
                <a:cubicBezTo>
                  <a:pt x="8" y="28"/>
                  <a:pt x="8" y="28"/>
                  <a:pt x="8" y="28"/>
                </a:cubicBezTo>
                <a:cubicBezTo>
                  <a:pt x="16" y="28"/>
                  <a:pt x="16" y="28"/>
                  <a:pt x="16" y="28"/>
                </a:cubicBezTo>
                <a:lnTo>
                  <a:pt x="16" y="55"/>
                </a:lnTo>
                <a:close/>
                <a:moveTo>
                  <a:pt x="28" y="55"/>
                </a:moveTo>
                <a:cubicBezTo>
                  <a:pt x="20" y="55"/>
                  <a:pt x="20" y="55"/>
                  <a:pt x="20" y="55"/>
                </a:cubicBezTo>
                <a:cubicBezTo>
                  <a:pt x="20" y="28"/>
                  <a:pt x="20" y="28"/>
                  <a:pt x="20" y="28"/>
                </a:cubicBezTo>
                <a:cubicBezTo>
                  <a:pt x="28" y="28"/>
                  <a:pt x="28" y="28"/>
                  <a:pt x="28" y="28"/>
                </a:cubicBezTo>
                <a:lnTo>
                  <a:pt x="28" y="55"/>
                </a:lnTo>
                <a:close/>
                <a:moveTo>
                  <a:pt x="38" y="55"/>
                </a:moveTo>
                <a:cubicBezTo>
                  <a:pt x="32" y="55"/>
                  <a:pt x="32" y="55"/>
                  <a:pt x="32" y="55"/>
                </a:cubicBezTo>
                <a:cubicBezTo>
                  <a:pt x="32" y="28"/>
                  <a:pt x="32" y="28"/>
                  <a:pt x="32" y="28"/>
                </a:cubicBezTo>
                <a:cubicBezTo>
                  <a:pt x="40" y="28"/>
                  <a:pt x="40" y="28"/>
                  <a:pt x="40" y="28"/>
                </a:cubicBezTo>
                <a:lnTo>
                  <a:pt x="38" y="55"/>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0" name="Freeform 128"/>
          <p:cNvSpPr>
            <a:spLocks noEditPoints="1"/>
          </p:cNvSpPr>
          <p:nvPr/>
        </p:nvSpPr>
        <p:spPr bwMode="auto">
          <a:xfrm>
            <a:off x="9291004" y="4003791"/>
            <a:ext cx="312249" cy="313714"/>
          </a:xfrm>
          <a:custGeom>
            <a:avLst/>
            <a:gdLst>
              <a:gd name="T0" fmla="*/ 65 w 130"/>
              <a:gd name="T1" fmla="*/ 0 h 131"/>
              <a:gd name="T2" fmla="*/ 0 w 130"/>
              <a:gd name="T3" fmla="*/ 65 h 131"/>
              <a:gd name="T4" fmla="*/ 65 w 130"/>
              <a:gd name="T5" fmla="*/ 131 h 131"/>
              <a:gd name="T6" fmla="*/ 130 w 130"/>
              <a:gd name="T7" fmla="*/ 65 h 131"/>
              <a:gd name="T8" fmla="*/ 65 w 130"/>
              <a:gd name="T9" fmla="*/ 0 h 131"/>
              <a:gd name="T10" fmla="*/ 65 w 130"/>
              <a:gd name="T11" fmla="*/ 114 h 131"/>
              <a:gd name="T12" fmla="*/ 16 w 130"/>
              <a:gd name="T13" fmla="*/ 65 h 131"/>
              <a:gd name="T14" fmla="*/ 65 w 130"/>
              <a:gd name="T15" fmla="*/ 17 h 131"/>
              <a:gd name="T16" fmla="*/ 114 w 130"/>
              <a:gd name="T17" fmla="*/ 65 h 131"/>
              <a:gd name="T18" fmla="*/ 65 w 130"/>
              <a:gd name="T19" fmla="*/ 114 h 131"/>
              <a:gd name="T20" fmla="*/ 40 w 130"/>
              <a:gd name="T21" fmla="*/ 65 h 131"/>
              <a:gd name="T22" fmla="*/ 65 w 130"/>
              <a:gd name="T23" fmla="*/ 90 h 131"/>
              <a:gd name="T24" fmla="*/ 89 w 130"/>
              <a:gd name="T25" fmla="*/ 65 h 131"/>
              <a:gd name="T26" fmla="*/ 65 w 130"/>
              <a:gd name="T27" fmla="*/ 41 h 131"/>
              <a:gd name="T28" fmla="*/ 40 w 130"/>
              <a:gd name="T29" fmla="*/ 6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0" h="131">
                <a:moveTo>
                  <a:pt x="65" y="0"/>
                </a:moveTo>
                <a:cubicBezTo>
                  <a:pt x="29" y="0"/>
                  <a:pt x="0" y="29"/>
                  <a:pt x="0" y="65"/>
                </a:cubicBezTo>
                <a:cubicBezTo>
                  <a:pt x="0" y="101"/>
                  <a:pt x="29" y="131"/>
                  <a:pt x="65" y="131"/>
                </a:cubicBezTo>
                <a:cubicBezTo>
                  <a:pt x="101" y="131"/>
                  <a:pt x="130" y="101"/>
                  <a:pt x="130" y="65"/>
                </a:cubicBezTo>
                <a:cubicBezTo>
                  <a:pt x="130" y="29"/>
                  <a:pt x="101" y="0"/>
                  <a:pt x="65" y="0"/>
                </a:cubicBezTo>
                <a:close/>
                <a:moveTo>
                  <a:pt x="65" y="114"/>
                </a:moveTo>
                <a:cubicBezTo>
                  <a:pt x="38" y="114"/>
                  <a:pt x="16" y="92"/>
                  <a:pt x="16" y="65"/>
                </a:cubicBezTo>
                <a:cubicBezTo>
                  <a:pt x="16" y="38"/>
                  <a:pt x="38" y="17"/>
                  <a:pt x="65" y="17"/>
                </a:cubicBezTo>
                <a:cubicBezTo>
                  <a:pt x="92" y="17"/>
                  <a:pt x="114" y="38"/>
                  <a:pt x="114" y="65"/>
                </a:cubicBezTo>
                <a:cubicBezTo>
                  <a:pt x="114" y="92"/>
                  <a:pt x="92" y="114"/>
                  <a:pt x="65" y="114"/>
                </a:cubicBezTo>
                <a:close/>
                <a:moveTo>
                  <a:pt x="40" y="65"/>
                </a:moveTo>
                <a:cubicBezTo>
                  <a:pt x="40" y="79"/>
                  <a:pt x="51" y="90"/>
                  <a:pt x="65" y="90"/>
                </a:cubicBezTo>
                <a:cubicBezTo>
                  <a:pt x="78" y="90"/>
                  <a:pt x="89" y="79"/>
                  <a:pt x="89" y="65"/>
                </a:cubicBezTo>
                <a:cubicBezTo>
                  <a:pt x="89" y="52"/>
                  <a:pt x="78" y="41"/>
                  <a:pt x="65" y="41"/>
                </a:cubicBezTo>
                <a:cubicBezTo>
                  <a:pt x="51" y="41"/>
                  <a:pt x="40" y="52"/>
                  <a:pt x="40" y="65"/>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1" name="Freeform 129"/>
          <p:cNvSpPr>
            <a:spLocks noEditPoints="1"/>
          </p:cNvSpPr>
          <p:nvPr/>
        </p:nvSpPr>
        <p:spPr bwMode="auto">
          <a:xfrm>
            <a:off x="9063781" y="2693229"/>
            <a:ext cx="517482" cy="224291"/>
          </a:xfrm>
          <a:custGeom>
            <a:avLst/>
            <a:gdLst>
              <a:gd name="T0" fmla="*/ 188 w 216"/>
              <a:gd name="T1" fmla="*/ 41 h 94"/>
              <a:gd name="T2" fmla="*/ 178 w 216"/>
              <a:gd name="T3" fmla="*/ 43 h 94"/>
              <a:gd name="T4" fmla="*/ 129 w 216"/>
              <a:gd name="T5" fmla="*/ 0 h 94"/>
              <a:gd name="T6" fmla="*/ 111 w 216"/>
              <a:gd name="T7" fmla="*/ 3 h 94"/>
              <a:gd name="T8" fmla="*/ 108 w 216"/>
              <a:gd name="T9" fmla="*/ 6 h 94"/>
              <a:gd name="T10" fmla="*/ 108 w 216"/>
              <a:gd name="T11" fmla="*/ 91 h 94"/>
              <a:gd name="T12" fmla="*/ 111 w 216"/>
              <a:gd name="T13" fmla="*/ 94 h 94"/>
              <a:gd name="T14" fmla="*/ 188 w 216"/>
              <a:gd name="T15" fmla="*/ 94 h 94"/>
              <a:gd name="T16" fmla="*/ 216 w 216"/>
              <a:gd name="T17" fmla="*/ 68 h 94"/>
              <a:gd name="T18" fmla="*/ 188 w 216"/>
              <a:gd name="T19" fmla="*/ 41 h 94"/>
              <a:gd name="T20" fmla="*/ 85 w 216"/>
              <a:gd name="T21" fmla="*/ 94 h 94"/>
              <a:gd name="T22" fmla="*/ 91 w 216"/>
              <a:gd name="T23" fmla="*/ 94 h 94"/>
              <a:gd name="T24" fmla="*/ 95 w 216"/>
              <a:gd name="T25" fmla="*/ 47 h 94"/>
              <a:gd name="T26" fmla="*/ 91 w 216"/>
              <a:gd name="T27" fmla="*/ 0 h 94"/>
              <a:gd name="T28" fmla="*/ 85 w 216"/>
              <a:gd name="T29" fmla="*/ 0 h 94"/>
              <a:gd name="T30" fmla="*/ 81 w 216"/>
              <a:gd name="T31" fmla="*/ 47 h 94"/>
              <a:gd name="T32" fmla="*/ 85 w 216"/>
              <a:gd name="T33" fmla="*/ 94 h 94"/>
              <a:gd name="T34" fmla="*/ 64 w 216"/>
              <a:gd name="T35" fmla="*/ 94 h 94"/>
              <a:gd name="T36" fmla="*/ 58 w 216"/>
              <a:gd name="T37" fmla="*/ 94 h 94"/>
              <a:gd name="T38" fmla="*/ 54 w 216"/>
              <a:gd name="T39" fmla="*/ 60 h 94"/>
              <a:gd name="T40" fmla="*/ 58 w 216"/>
              <a:gd name="T41" fmla="*/ 27 h 94"/>
              <a:gd name="T42" fmla="*/ 64 w 216"/>
              <a:gd name="T43" fmla="*/ 27 h 94"/>
              <a:gd name="T44" fmla="*/ 68 w 216"/>
              <a:gd name="T45" fmla="*/ 61 h 94"/>
              <a:gd name="T46" fmla="*/ 64 w 216"/>
              <a:gd name="T47" fmla="*/ 94 h 94"/>
              <a:gd name="T48" fmla="*/ 31 w 216"/>
              <a:gd name="T49" fmla="*/ 94 h 94"/>
              <a:gd name="T50" fmla="*/ 37 w 216"/>
              <a:gd name="T51" fmla="*/ 94 h 94"/>
              <a:gd name="T52" fmla="*/ 41 w 216"/>
              <a:gd name="T53" fmla="*/ 67 h 94"/>
              <a:gd name="T54" fmla="*/ 37 w 216"/>
              <a:gd name="T55" fmla="*/ 40 h 94"/>
              <a:gd name="T56" fmla="*/ 31 w 216"/>
              <a:gd name="T57" fmla="*/ 40 h 94"/>
              <a:gd name="T58" fmla="*/ 27 w 216"/>
              <a:gd name="T59" fmla="*/ 67 h 94"/>
              <a:gd name="T60" fmla="*/ 31 w 216"/>
              <a:gd name="T61" fmla="*/ 94 h 94"/>
              <a:gd name="T62" fmla="*/ 4 w 216"/>
              <a:gd name="T63" fmla="*/ 81 h 94"/>
              <a:gd name="T64" fmla="*/ 10 w 216"/>
              <a:gd name="T65" fmla="*/ 81 h 94"/>
              <a:gd name="T66" fmla="*/ 14 w 216"/>
              <a:gd name="T67" fmla="*/ 67 h 94"/>
              <a:gd name="T68" fmla="*/ 10 w 216"/>
              <a:gd name="T69" fmla="*/ 54 h 94"/>
              <a:gd name="T70" fmla="*/ 4 w 216"/>
              <a:gd name="T71" fmla="*/ 54 h 94"/>
              <a:gd name="T72" fmla="*/ 0 w 216"/>
              <a:gd name="T73" fmla="*/ 67 h 94"/>
              <a:gd name="T74" fmla="*/ 4 w 216"/>
              <a:gd name="T75" fmla="*/ 8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16" h="94">
                <a:moveTo>
                  <a:pt x="188" y="41"/>
                </a:moveTo>
                <a:cubicBezTo>
                  <a:pt x="184" y="41"/>
                  <a:pt x="181" y="42"/>
                  <a:pt x="178" y="43"/>
                </a:cubicBezTo>
                <a:cubicBezTo>
                  <a:pt x="175" y="19"/>
                  <a:pt x="154" y="0"/>
                  <a:pt x="129" y="0"/>
                </a:cubicBezTo>
                <a:cubicBezTo>
                  <a:pt x="122" y="0"/>
                  <a:pt x="116" y="1"/>
                  <a:pt x="111" y="3"/>
                </a:cubicBezTo>
                <a:cubicBezTo>
                  <a:pt x="109" y="4"/>
                  <a:pt x="108" y="5"/>
                  <a:pt x="108" y="6"/>
                </a:cubicBezTo>
                <a:cubicBezTo>
                  <a:pt x="108" y="91"/>
                  <a:pt x="108" y="91"/>
                  <a:pt x="108" y="91"/>
                </a:cubicBezTo>
                <a:cubicBezTo>
                  <a:pt x="108" y="93"/>
                  <a:pt x="110" y="94"/>
                  <a:pt x="111" y="94"/>
                </a:cubicBezTo>
                <a:cubicBezTo>
                  <a:pt x="111" y="94"/>
                  <a:pt x="188" y="94"/>
                  <a:pt x="188" y="94"/>
                </a:cubicBezTo>
                <a:cubicBezTo>
                  <a:pt x="204" y="94"/>
                  <a:pt x="216" y="82"/>
                  <a:pt x="216" y="68"/>
                </a:cubicBezTo>
                <a:cubicBezTo>
                  <a:pt x="216" y="53"/>
                  <a:pt x="204" y="41"/>
                  <a:pt x="188" y="41"/>
                </a:cubicBezTo>
                <a:close/>
                <a:moveTo>
                  <a:pt x="85" y="94"/>
                </a:moveTo>
                <a:cubicBezTo>
                  <a:pt x="91" y="94"/>
                  <a:pt x="91" y="94"/>
                  <a:pt x="91" y="94"/>
                </a:cubicBezTo>
                <a:cubicBezTo>
                  <a:pt x="95" y="47"/>
                  <a:pt x="95" y="47"/>
                  <a:pt x="95" y="47"/>
                </a:cubicBezTo>
                <a:cubicBezTo>
                  <a:pt x="91" y="0"/>
                  <a:pt x="91" y="0"/>
                  <a:pt x="91" y="0"/>
                </a:cubicBezTo>
                <a:cubicBezTo>
                  <a:pt x="85" y="0"/>
                  <a:pt x="85" y="0"/>
                  <a:pt x="85" y="0"/>
                </a:cubicBezTo>
                <a:cubicBezTo>
                  <a:pt x="81" y="47"/>
                  <a:pt x="81" y="47"/>
                  <a:pt x="81" y="47"/>
                </a:cubicBezTo>
                <a:lnTo>
                  <a:pt x="85" y="94"/>
                </a:lnTo>
                <a:close/>
                <a:moveTo>
                  <a:pt x="64" y="94"/>
                </a:moveTo>
                <a:cubicBezTo>
                  <a:pt x="58" y="94"/>
                  <a:pt x="58" y="94"/>
                  <a:pt x="58" y="94"/>
                </a:cubicBezTo>
                <a:cubicBezTo>
                  <a:pt x="54" y="60"/>
                  <a:pt x="54" y="60"/>
                  <a:pt x="54" y="60"/>
                </a:cubicBezTo>
                <a:cubicBezTo>
                  <a:pt x="58" y="27"/>
                  <a:pt x="58" y="27"/>
                  <a:pt x="58" y="27"/>
                </a:cubicBezTo>
                <a:cubicBezTo>
                  <a:pt x="64" y="27"/>
                  <a:pt x="64" y="27"/>
                  <a:pt x="64" y="27"/>
                </a:cubicBezTo>
                <a:cubicBezTo>
                  <a:pt x="68" y="61"/>
                  <a:pt x="68" y="61"/>
                  <a:pt x="68" y="61"/>
                </a:cubicBezTo>
                <a:lnTo>
                  <a:pt x="64" y="94"/>
                </a:lnTo>
                <a:close/>
                <a:moveTo>
                  <a:pt x="31" y="94"/>
                </a:moveTo>
                <a:cubicBezTo>
                  <a:pt x="37" y="94"/>
                  <a:pt x="37" y="94"/>
                  <a:pt x="37" y="94"/>
                </a:cubicBezTo>
                <a:cubicBezTo>
                  <a:pt x="41" y="67"/>
                  <a:pt x="41" y="67"/>
                  <a:pt x="41" y="67"/>
                </a:cubicBezTo>
                <a:cubicBezTo>
                  <a:pt x="37" y="40"/>
                  <a:pt x="37" y="40"/>
                  <a:pt x="37" y="40"/>
                </a:cubicBezTo>
                <a:cubicBezTo>
                  <a:pt x="31" y="40"/>
                  <a:pt x="31" y="40"/>
                  <a:pt x="31" y="40"/>
                </a:cubicBezTo>
                <a:cubicBezTo>
                  <a:pt x="27" y="67"/>
                  <a:pt x="27" y="67"/>
                  <a:pt x="27" y="67"/>
                </a:cubicBezTo>
                <a:lnTo>
                  <a:pt x="31" y="94"/>
                </a:lnTo>
                <a:close/>
                <a:moveTo>
                  <a:pt x="4" y="81"/>
                </a:moveTo>
                <a:cubicBezTo>
                  <a:pt x="10" y="81"/>
                  <a:pt x="10" y="81"/>
                  <a:pt x="10" y="81"/>
                </a:cubicBezTo>
                <a:cubicBezTo>
                  <a:pt x="14" y="67"/>
                  <a:pt x="14" y="67"/>
                  <a:pt x="14" y="67"/>
                </a:cubicBezTo>
                <a:cubicBezTo>
                  <a:pt x="10" y="54"/>
                  <a:pt x="10" y="54"/>
                  <a:pt x="10" y="54"/>
                </a:cubicBezTo>
                <a:cubicBezTo>
                  <a:pt x="4" y="54"/>
                  <a:pt x="4" y="54"/>
                  <a:pt x="4" y="54"/>
                </a:cubicBezTo>
                <a:cubicBezTo>
                  <a:pt x="0" y="67"/>
                  <a:pt x="0" y="67"/>
                  <a:pt x="0" y="67"/>
                </a:cubicBezTo>
                <a:lnTo>
                  <a:pt x="4" y="81"/>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Freeform 130"/>
          <p:cNvSpPr>
            <a:spLocks noEditPoints="1"/>
          </p:cNvSpPr>
          <p:nvPr/>
        </p:nvSpPr>
        <p:spPr bwMode="auto">
          <a:xfrm>
            <a:off x="9162000" y="2961498"/>
            <a:ext cx="287327" cy="256542"/>
          </a:xfrm>
          <a:custGeom>
            <a:avLst/>
            <a:gdLst>
              <a:gd name="T0" fmla="*/ 50 w 120"/>
              <a:gd name="T1" fmla="*/ 0 h 107"/>
              <a:gd name="T2" fmla="*/ 50 w 120"/>
              <a:gd name="T3" fmla="*/ 0 h 107"/>
              <a:gd name="T4" fmla="*/ 100 w 120"/>
              <a:gd name="T5" fmla="*/ 41 h 107"/>
              <a:gd name="T6" fmla="*/ 50 w 120"/>
              <a:gd name="T7" fmla="*/ 81 h 107"/>
              <a:gd name="T8" fmla="*/ 42 w 120"/>
              <a:gd name="T9" fmla="*/ 81 h 107"/>
              <a:gd name="T10" fmla="*/ 7 w 120"/>
              <a:gd name="T11" fmla="*/ 93 h 107"/>
              <a:gd name="T12" fmla="*/ 7 w 120"/>
              <a:gd name="T13" fmla="*/ 91 h 107"/>
              <a:gd name="T14" fmla="*/ 19 w 120"/>
              <a:gd name="T15" fmla="*/ 75 h 107"/>
              <a:gd name="T16" fmla="*/ 19 w 120"/>
              <a:gd name="T17" fmla="*/ 72 h 107"/>
              <a:gd name="T18" fmla="*/ 0 w 120"/>
              <a:gd name="T19" fmla="*/ 41 h 107"/>
              <a:gd name="T20" fmla="*/ 50 w 120"/>
              <a:gd name="T21" fmla="*/ 0 h 107"/>
              <a:gd name="T22" fmla="*/ 104 w 120"/>
              <a:gd name="T23" fmla="*/ 91 h 107"/>
              <a:gd name="T24" fmla="*/ 113 w 120"/>
              <a:gd name="T25" fmla="*/ 104 h 107"/>
              <a:gd name="T26" fmla="*/ 113 w 120"/>
              <a:gd name="T27" fmla="*/ 107 h 107"/>
              <a:gd name="T28" fmla="*/ 83 w 120"/>
              <a:gd name="T29" fmla="*/ 96 h 107"/>
              <a:gd name="T30" fmla="*/ 77 w 120"/>
              <a:gd name="T31" fmla="*/ 96 h 107"/>
              <a:gd name="T32" fmla="*/ 50 w 120"/>
              <a:gd name="T33" fmla="*/ 89 h 107"/>
              <a:gd name="T34" fmla="*/ 90 w 120"/>
              <a:gd name="T35" fmla="*/ 75 h 107"/>
              <a:gd name="T36" fmla="*/ 103 w 120"/>
              <a:gd name="T37" fmla="*/ 60 h 107"/>
              <a:gd name="T38" fmla="*/ 108 w 120"/>
              <a:gd name="T39" fmla="*/ 41 h 107"/>
              <a:gd name="T40" fmla="*/ 108 w 120"/>
              <a:gd name="T41" fmla="*/ 37 h 107"/>
              <a:gd name="T42" fmla="*/ 120 w 120"/>
              <a:gd name="T43" fmla="*/ 62 h 107"/>
              <a:gd name="T44" fmla="*/ 104 w 120"/>
              <a:gd name="T45" fmla="*/ 88 h 107"/>
              <a:gd name="T46" fmla="*/ 104 w 120"/>
              <a:gd name="T47" fmla="*/ 9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0" h="107">
                <a:moveTo>
                  <a:pt x="50" y="0"/>
                </a:moveTo>
                <a:cubicBezTo>
                  <a:pt x="50" y="0"/>
                  <a:pt x="50" y="0"/>
                  <a:pt x="50" y="0"/>
                </a:cubicBezTo>
                <a:cubicBezTo>
                  <a:pt x="78" y="0"/>
                  <a:pt x="100" y="18"/>
                  <a:pt x="100" y="41"/>
                </a:cubicBezTo>
                <a:cubicBezTo>
                  <a:pt x="100" y="63"/>
                  <a:pt x="78" y="81"/>
                  <a:pt x="50" y="81"/>
                </a:cubicBezTo>
                <a:cubicBezTo>
                  <a:pt x="47" y="81"/>
                  <a:pt x="45" y="81"/>
                  <a:pt x="42" y="81"/>
                </a:cubicBezTo>
                <a:cubicBezTo>
                  <a:pt x="32" y="91"/>
                  <a:pt x="19" y="93"/>
                  <a:pt x="7" y="93"/>
                </a:cubicBezTo>
                <a:cubicBezTo>
                  <a:pt x="7" y="91"/>
                  <a:pt x="7" y="91"/>
                  <a:pt x="7" y="91"/>
                </a:cubicBezTo>
                <a:cubicBezTo>
                  <a:pt x="14" y="87"/>
                  <a:pt x="19" y="82"/>
                  <a:pt x="19" y="75"/>
                </a:cubicBezTo>
                <a:cubicBezTo>
                  <a:pt x="19" y="74"/>
                  <a:pt x="19" y="73"/>
                  <a:pt x="19" y="72"/>
                </a:cubicBezTo>
                <a:cubicBezTo>
                  <a:pt x="8" y="65"/>
                  <a:pt x="0" y="53"/>
                  <a:pt x="0" y="41"/>
                </a:cubicBezTo>
                <a:cubicBezTo>
                  <a:pt x="0" y="18"/>
                  <a:pt x="23" y="0"/>
                  <a:pt x="50" y="0"/>
                </a:cubicBezTo>
                <a:close/>
                <a:moveTo>
                  <a:pt x="104" y="91"/>
                </a:moveTo>
                <a:cubicBezTo>
                  <a:pt x="104" y="97"/>
                  <a:pt x="107" y="102"/>
                  <a:pt x="113" y="104"/>
                </a:cubicBezTo>
                <a:cubicBezTo>
                  <a:pt x="113" y="107"/>
                  <a:pt x="113" y="107"/>
                  <a:pt x="113" y="107"/>
                </a:cubicBezTo>
                <a:cubicBezTo>
                  <a:pt x="102" y="106"/>
                  <a:pt x="93" y="105"/>
                  <a:pt x="83" y="96"/>
                </a:cubicBezTo>
                <a:cubicBezTo>
                  <a:pt x="81" y="96"/>
                  <a:pt x="79" y="96"/>
                  <a:pt x="77" y="96"/>
                </a:cubicBezTo>
                <a:cubicBezTo>
                  <a:pt x="67" y="96"/>
                  <a:pt x="58" y="93"/>
                  <a:pt x="50" y="89"/>
                </a:cubicBezTo>
                <a:cubicBezTo>
                  <a:pt x="65" y="89"/>
                  <a:pt x="79" y="84"/>
                  <a:pt x="90" y="75"/>
                </a:cubicBezTo>
                <a:cubicBezTo>
                  <a:pt x="96" y="71"/>
                  <a:pt x="100" y="66"/>
                  <a:pt x="103" y="60"/>
                </a:cubicBezTo>
                <a:cubicBezTo>
                  <a:pt x="106" y="54"/>
                  <a:pt x="108" y="47"/>
                  <a:pt x="108" y="41"/>
                </a:cubicBezTo>
                <a:cubicBezTo>
                  <a:pt x="108" y="40"/>
                  <a:pt x="108" y="39"/>
                  <a:pt x="108" y="37"/>
                </a:cubicBezTo>
                <a:cubicBezTo>
                  <a:pt x="115" y="44"/>
                  <a:pt x="120" y="52"/>
                  <a:pt x="120" y="62"/>
                </a:cubicBezTo>
                <a:cubicBezTo>
                  <a:pt x="120" y="72"/>
                  <a:pt x="114" y="82"/>
                  <a:pt x="104" y="88"/>
                </a:cubicBezTo>
                <a:cubicBezTo>
                  <a:pt x="104" y="89"/>
                  <a:pt x="104" y="90"/>
                  <a:pt x="104" y="91"/>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3" name="Freeform 131"/>
          <p:cNvSpPr>
            <a:spLocks noEditPoints="1"/>
          </p:cNvSpPr>
          <p:nvPr/>
        </p:nvSpPr>
        <p:spPr bwMode="auto">
          <a:xfrm>
            <a:off x="9191319" y="3245892"/>
            <a:ext cx="253610" cy="252144"/>
          </a:xfrm>
          <a:custGeom>
            <a:avLst/>
            <a:gdLst>
              <a:gd name="T0" fmla="*/ 20 w 106"/>
              <a:gd name="T1" fmla="*/ 53 h 105"/>
              <a:gd name="T2" fmla="*/ 20 w 106"/>
              <a:gd name="T3" fmla="*/ 49 h 105"/>
              <a:gd name="T4" fmla="*/ 1 w 106"/>
              <a:gd name="T5" fmla="*/ 43 h 105"/>
              <a:gd name="T6" fmla="*/ 0 w 106"/>
              <a:gd name="T7" fmla="*/ 53 h 105"/>
              <a:gd name="T8" fmla="*/ 17 w 106"/>
              <a:gd name="T9" fmla="*/ 91 h 105"/>
              <a:gd name="T10" fmla="*/ 29 w 106"/>
              <a:gd name="T11" fmla="*/ 75 h 105"/>
              <a:gd name="T12" fmla="*/ 20 w 106"/>
              <a:gd name="T13" fmla="*/ 53 h 105"/>
              <a:gd name="T14" fmla="*/ 86 w 106"/>
              <a:gd name="T15" fmla="*/ 53 h 105"/>
              <a:gd name="T16" fmla="*/ 77 w 106"/>
              <a:gd name="T17" fmla="*/ 75 h 105"/>
              <a:gd name="T18" fmla="*/ 89 w 106"/>
              <a:gd name="T19" fmla="*/ 91 h 105"/>
              <a:gd name="T20" fmla="*/ 106 w 106"/>
              <a:gd name="T21" fmla="*/ 53 h 105"/>
              <a:gd name="T22" fmla="*/ 105 w 106"/>
              <a:gd name="T23" fmla="*/ 43 h 105"/>
              <a:gd name="T24" fmla="*/ 86 w 106"/>
              <a:gd name="T25" fmla="*/ 49 h 105"/>
              <a:gd name="T26" fmla="*/ 86 w 106"/>
              <a:gd name="T27" fmla="*/ 53 h 105"/>
              <a:gd name="T28" fmla="*/ 59 w 106"/>
              <a:gd name="T29" fmla="*/ 20 h 105"/>
              <a:gd name="T30" fmla="*/ 82 w 106"/>
              <a:gd name="T31" fmla="*/ 36 h 105"/>
              <a:gd name="T32" fmla="*/ 101 w 106"/>
              <a:gd name="T33" fmla="*/ 30 h 105"/>
              <a:gd name="T34" fmla="*/ 59 w 106"/>
              <a:gd name="T35" fmla="*/ 0 h 105"/>
              <a:gd name="T36" fmla="*/ 59 w 106"/>
              <a:gd name="T37" fmla="*/ 20 h 105"/>
              <a:gd name="T38" fmla="*/ 24 w 106"/>
              <a:gd name="T39" fmla="*/ 36 h 105"/>
              <a:gd name="T40" fmla="*/ 46 w 106"/>
              <a:gd name="T41" fmla="*/ 20 h 105"/>
              <a:gd name="T42" fmla="*/ 46 w 106"/>
              <a:gd name="T43" fmla="*/ 0 h 105"/>
              <a:gd name="T44" fmla="*/ 5 w 106"/>
              <a:gd name="T45" fmla="*/ 30 h 105"/>
              <a:gd name="T46" fmla="*/ 24 w 106"/>
              <a:gd name="T47" fmla="*/ 36 h 105"/>
              <a:gd name="T48" fmla="*/ 67 w 106"/>
              <a:gd name="T49" fmla="*/ 83 h 105"/>
              <a:gd name="T50" fmla="*/ 53 w 106"/>
              <a:gd name="T51" fmla="*/ 85 h 105"/>
              <a:gd name="T52" fmla="*/ 39 w 106"/>
              <a:gd name="T53" fmla="*/ 83 h 105"/>
              <a:gd name="T54" fmla="*/ 28 w 106"/>
              <a:gd name="T55" fmla="*/ 99 h 105"/>
              <a:gd name="T56" fmla="*/ 53 w 106"/>
              <a:gd name="T57" fmla="*/ 105 h 105"/>
              <a:gd name="T58" fmla="*/ 78 w 106"/>
              <a:gd name="T59" fmla="*/ 99 h 105"/>
              <a:gd name="T60" fmla="*/ 67 w 106"/>
              <a:gd name="T61" fmla="*/ 8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6" h="105">
                <a:moveTo>
                  <a:pt x="20" y="53"/>
                </a:moveTo>
                <a:cubicBezTo>
                  <a:pt x="20" y="51"/>
                  <a:pt x="20" y="50"/>
                  <a:pt x="20" y="49"/>
                </a:cubicBezTo>
                <a:cubicBezTo>
                  <a:pt x="1" y="43"/>
                  <a:pt x="1" y="43"/>
                  <a:pt x="1" y="43"/>
                </a:cubicBezTo>
                <a:cubicBezTo>
                  <a:pt x="1" y="46"/>
                  <a:pt x="0" y="49"/>
                  <a:pt x="0" y="53"/>
                </a:cubicBezTo>
                <a:cubicBezTo>
                  <a:pt x="0" y="68"/>
                  <a:pt x="7" y="81"/>
                  <a:pt x="17" y="91"/>
                </a:cubicBezTo>
                <a:cubicBezTo>
                  <a:pt x="29" y="75"/>
                  <a:pt x="29" y="75"/>
                  <a:pt x="29" y="75"/>
                </a:cubicBezTo>
                <a:cubicBezTo>
                  <a:pt x="23" y="69"/>
                  <a:pt x="20" y="61"/>
                  <a:pt x="20" y="53"/>
                </a:cubicBezTo>
                <a:close/>
                <a:moveTo>
                  <a:pt x="86" y="53"/>
                </a:moveTo>
                <a:cubicBezTo>
                  <a:pt x="86" y="61"/>
                  <a:pt x="83" y="69"/>
                  <a:pt x="77" y="75"/>
                </a:cubicBezTo>
                <a:cubicBezTo>
                  <a:pt x="89" y="91"/>
                  <a:pt x="89" y="91"/>
                  <a:pt x="89" y="91"/>
                </a:cubicBezTo>
                <a:cubicBezTo>
                  <a:pt x="99" y="81"/>
                  <a:pt x="106" y="68"/>
                  <a:pt x="106" y="53"/>
                </a:cubicBezTo>
                <a:cubicBezTo>
                  <a:pt x="106" y="49"/>
                  <a:pt x="105" y="46"/>
                  <a:pt x="105" y="43"/>
                </a:cubicBezTo>
                <a:cubicBezTo>
                  <a:pt x="86" y="49"/>
                  <a:pt x="86" y="49"/>
                  <a:pt x="86" y="49"/>
                </a:cubicBezTo>
                <a:cubicBezTo>
                  <a:pt x="86" y="50"/>
                  <a:pt x="86" y="51"/>
                  <a:pt x="86" y="53"/>
                </a:cubicBezTo>
                <a:close/>
                <a:moveTo>
                  <a:pt x="59" y="20"/>
                </a:moveTo>
                <a:cubicBezTo>
                  <a:pt x="69" y="22"/>
                  <a:pt x="77" y="28"/>
                  <a:pt x="82" y="36"/>
                </a:cubicBezTo>
                <a:cubicBezTo>
                  <a:pt x="101" y="30"/>
                  <a:pt x="101" y="30"/>
                  <a:pt x="101" y="30"/>
                </a:cubicBezTo>
                <a:cubicBezTo>
                  <a:pt x="93" y="14"/>
                  <a:pt x="78" y="3"/>
                  <a:pt x="59" y="0"/>
                </a:cubicBezTo>
                <a:lnTo>
                  <a:pt x="59" y="20"/>
                </a:lnTo>
                <a:close/>
                <a:moveTo>
                  <a:pt x="24" y="36"/>
                </a:moveTo>
                <a:cubicBezTo>
                  <a:pt x="29" y="28"/>
                  <a:pt x="37" y="22"/>
                  <a:pt x="46" y="20"/>
                </a:cubicBezTo>
                <a:cubicBezTo>
                  <a:pt x="46" y="0"/>
                  <a:pt x="46" y="0"/>
                  <a:pt x="46" y="0"/>
                </a:cubicBezTo>
                <a:cubicBezTo>
                  <a:pt x="28" y="3"/>
                  <a:pt x="13" y="14"/>
                  <a:pt x="5" y="30"/>
                </a:cubicBezTo>
                <a:lnTo>
                  <a:pt x="24" y="36"/>
                </a:lnTo>
                <a:close/>
                <a:moveTo>
                  <a:pt x="67" y="83"/>
                </a:moveTo>
                <a:cubicBezTo>
                  <a:pt x="62" y="84"/>
                  <a:pt x="58" y="85"/>
                  <a:pt x="53" y="85"/>
                </a:cubicBezTo>
                <a:cubicBezTo>
                  <a:pt x="48" y="85"/>
                  <a:pt x="43" y="84"/>
                  <a:pt x="39" y="83"/>
                </a:cubicBezTo>
                <a:cubicBezTo>
                  <a:pt x="28" y="99"/>
                  <a:pt x="28" y="99"/>
                  <a:pt x="28" y="99"/>
                </a:cubicBezTo>
                <a:cubicBezTo>
                  <a:pt x="35" y="103"/>
                  <a:pt x="44" y="105"/>
                  <a:pt x="53" y="105"/>
                </a:cubicBezTo>
                <a:cubicBezTo>
                  <a:pt x="62" y="105"/>
                  <a:pt x="71" y="103"/>
                  <a:pt x="78" y="99"/>
                </a:cubicBezTo>
                <a:lnTo>
                  <a:pt x="67" y="83"/>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4" name="Freeform 132"/>
          <p:cNvSpPr>
            <a:spLocks noEditPoints="1"/>
          </p:cNvSpPr>
          <p:nvPr/>
        </p:nvSpPr>
        <p:spPr bwMode="auto">
          <a:xfrm>
            <a:off x="9207444" y="3550812"/>
            <a:ext cx="237484" cy="250678"/>
          </a:xfrm>
          <a:custGeom>
            <a:avLst/>
            <a:gdLst>
              <a:gd name="T0" fmla="*/ 75 w 162"/>
              <a:gd name="T1" fmla="*/ 65 h 171"/>
              <a:gd name="T2" fmla="*/ 54 w 162"/>
              <a:gd name="T3" fmla="*/ 86 h 171"/>
              <a:gd name="T4" fmla="*/ 87 w 162"/>
              <a:gd name="T5" fmla="*/ 65 h 171"/>
              <a:gd name="T6" fmla="*/ 108 w 162"/>
              <a:gd name="T7" fmla="*/ 86 h 171"/>
              <a:gd name="T8" fmla="*/ 87 w 162"/>
              <a:gd name="T9" fmla="*/ 65 h 171"/>
              <a:gd name="T10" fmla="*/ 139 w 162"/>
              <a:gd name="T11" fmla="*/ 65 h 171"/>
              <a:gd name="T12" fmla="*/ 118 w 162"/>
              <a:gd name="T13" fmla="*/ 86 h 171"/>
              <a:gd name="T14" fmla="*/ 21 w 162"/>
              <a:gd name="T15" fmla="*/ 129 h 171"/>
              <a:gd name="T16" fmla="*/ 43 w 162"/>
              <a:gd name="T17" fmla="*/ 150 h 171"/>
              <a:gd name="T18" fmla="*/ 21 w 162"/>
              <a:gd name="T19" fmla="*/ 129 h 171"/>
              <a:gd name="T20" fmla="*/ 75 w 162"/>
              <a:gd name="T21" fmla="*/ 129 h 171"/>
              <a:gd name="T22" fmla="*/ 54 w 162"/>
              <a:gd name="T23" fmla="*/ 150 h 171"/>
              <a:gd name="T24" fmla="*/ 87 w 162"/>
              <a:gd name="T25" fmla="*/ 129 h 171"/>
              <a:gd name="T26" fmla="*/ 108 w 162"/>
              <a:gd name="T27" fmla="*/ 150 h 171"/>
              <a:gd name="T28" fmla="*/ 87 w 162"/>
              <a:gd name="T29" fmla="*/ 129 h 171"/>
              <a:gd name="T30" fmla="*/ 75 w 162"/>
              <a:gd name="T31" fmla="*/ 96 h 171"/>
              <a:gd name="T32" fmla="*/ 54 w 162"/>
              <a:gd name="T33" fmla="*/ 117 h 171"/>
              <a:gd name="T34" fmla="*/ 87 w 162"/>
              <a:gd name="T35" fmla="*/ 96 h 171"/>
              <a:gd name="T36" fmla="*/ 108 w 162"/>
              <a:gd name="T37" fmla="*/ 117 h 171"/>
              <a:gd name="T38" fmla="*/ 87 w 162"/>
              <a:gd name="T39" fmla="*/ 96 h 171"/>
              <a:gd name="T40" fmla="*/ 139 w 162"/>
              <a:gd name="T41" fmla="*/ 96 h 171"/>
              <a:gd name="T42" fmla="*/ 118 w 162"/>
              <a:gd name="T43" fmla="*/ 117 h 171"/>
              <a:gd name="T44" fmla="*/ 21 w 162"/>
              <a:gd name="T45" fmla="*/ 96 h 171"/>
              <a:gd name="T46" fmla="*/ 43 w 162"/>
              <a:gd name="T47" fmla="*/ 117 h 171"/>
              <a:gd name="T48" fmla="*/ 21 w 162"/>
              <a:gd name="T49" fmla="*/ 96 h 171"/>
              <a:gd name="T50" fmla="*/ 139 w 162"/>
              <a:gd name="T51" fmla="*/ 11 h 171"/>
              <a:gd name="T52" fmla="*/ 118 w 162"/>
              <a:gd name="T53" fmla="*/ 0 h 171"/>
              <a:gd name="T54" fmla="*/ 43 w 162"/>
              <a:gd name="T55" fmla="*/ 11 h 171"/>
              <a:gd name="T56" fmla="*/ 21 w 162"/>
              <a:gd name="T57" fmla="*/ 0 h 171"/>
              <a:gd name="T58" fmla="*/ 0 w 162"/>
              <a:gd name="T59" fmla="*/ 171 h 171"/>
              <a:gd name="T60" fmla="*/ 162 w 162"/>
              <a:gd name="T61" fmla="*/ 0 h 171"/>
              <a:gd name="T62" fmla="*/ 150 w 162"/>
              <a:gd name="T63" fmla="*/ 161 h 171"/>
              <a:gd name="T64" fmla="*/ 11 w 162"/>
              <a:gd name="T65" fmla="*/ 44 h 171"/>
              <a:gd name="T66" fmla="*/ 150 w 162"/>
              <a:gd name="T67" fmla="*/ 1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2" h="171">
                <a:moveTo>
                  <a:pt x="54" y="65"/>
                </a:moveTo>
                <a:lnTo>
                  <a:pt x="75" y="65"/>
                </a:lnTo>
                <a:lnTo>
                  <a:pt x="75" y="86"/>
                </a:lnTo>
                <a:lnTo>
                  <a:pt x="54" y="86"/>
                </a:lnTo>
                <a:lnTo>
                  <a:pt x="54" y="65"/>
                </a:lnTo>
                <a:close/>
                <a:moveTo>
                  <a:pt x="87" y="65"/>
                </a:moveTo>
                <a:lnTo>
                  <a:pt x="108" y="65"/>
                </a:lnTo>
                <a:lnTo>
                  <a:pt x="108" y="86"/>
                </a:lnTo>
                <a:lnTo>
                  <a:pt x="87" y="86"/>
                </a:lnTo>
                <a:lnTo>
                  <a:pt x="87" y="65"/>
                </a:lnTo>
                <a:close/>
                <a:moveTo>
                  <a:pt x="118" y="65"/>
                </a:moveTo>
                <a:lnTo>
                  <a:pt x="139" y="65"/>
                </a:lnTo>
                <a:lnTo>
                  <a:pt x="139" y="86"/>
                </a:lnTo>
                <a:lnTo>
                  <a:pt x="118" y="86"/>
                </a:lnTo>
                <a:lnTo>
                  <a:pt x="118" y="65"/>
                </a:lnTo>
                <a:close/>
                <a:moveTo>
                  <a:pt x="21" y="129"/>
                </a:moveTo>
                <a:lnTo>
                  <a:pt x="43" y="129"/>
                </a:lnTo>
                <a:lnTo>
                  <a:pt x="43" y="150"/>
                </a:lnTo>
                <a:lnTo>
                  <a:pt x="21" y="150"/>
                </a:lnTo>
                <a:lnTo>
                  <a:pt x="21" y="129"/>
                </a:lnTo>
                <a:close/>
                <a:moveTo>
                  <a:pt x="54" y="129"/>
                </a:moveTo>
                <a:lnTo>
                  <a:pt x="75" y="129"/>
                </a:lnTo>
                <a:lnTo>
                  <a:pt x="75" y="150"/>
                </a:lnTo>
                <a:lnTo>
                  <a:pt x="54" y="150"/>
                </a:lnTo>
                <a:lnTo>
                  <a:pt x="54" y="129"/>
                </a:lnTo>
                <a:close/>
                <a:moveTo>
                  <a:pt x="87" y="129"/>
                </a:moveTo>
                <a:lnTo>
                  <a:pt x="108" y="129"/>
                </a:lnTo>
                <a:lnTo>
                  <a:pt x="108" y="150"/>
                </a:lnTo>
                <a:lnTo>
                  <a:pt x="87" y="150"/>
                </a:lnTo>
                <a:lnTo>
                  <a:pt x="87" y="129"/>
                </a:lnTo>
                <a:close/>
                <a:moveTo>
                  <a:pt x="54" y="96"/>
                </a:moveTo>
                <a:lnTo>
                  <a:pt x="75" y="96"/>
                </a:lnTo>
                <a:lnTo>
                  <a:pt x="75" y="117"/>
                </a:lnTo>
                <a:lnTo>
                  <a:pt x="54" y="117"/>
                </a:lnTo>
                <a:lnTo>
                  <a:pt x="54" y="96"/>
                </a:lnTo>
                <a:close/>
                <a:moveTo>
                  <a:pt x="87" y="96"/>
                </a:moveTo>
                <a:lnTo>
                  <a:pt x="108" y="96"/>
                </a:lnTo>
                <a:lnTo>
                  <a:pt x="108" y="117"/>
                </a:lnTo>
                <a:lnTo>
                  <a:pt x="87" y="117"/>
                </a:lnTo>
                <a:lnTo>
                  <a:pt x="87" y="96"/>
                </a:lnTo>
                <a:close/>
                <a:moveTo>
                  <a:pt x="118" y="96"/>
                </a:moveTo>
                <a:lnTo>
                  <a:pt x="139" y="96"/>
                </a:lnTo>
                <a:lnTo>
                  <a:pt x="139" y="117"/>
                </a:lnTo>
                <a:lnTo>
                  <a:pt x="118" y="117"/>
                </a:lnTo>
                <a:lnTo>
                  <a:pt x="118" y="96"/>
                </a:lnTo>
                <a:close/>
                <a:moveTo>
                  <a:pt x="21" y="96"/>
                </a:moveTo>
                <a:lnTo>
                  <a:pt x="43" y="96"/>
                </a:lnTo>
                <a:lnTo>
                  <a:pt x="43" y="117"/>
                </a:lnTo>
                <a:lnTo>
                  <a:pt x="21" y="117"/>
                </a:lnTo>
                <a:lnTo>
                  <a:pt x="21" y="96"/>
                </a:lnTo>
                <a:close/>
                <a:moveTo>
                  <a:pt x="139" y="0"/>
                </a:moveTo>
                <a:lnTo>
                  <a:pt x="139" y="11"/>
                </a:lnTo>
                <a:lnTo>
                  <a:pt x="118" y="11"/>
                </a:lnTo>
                <a:lnTo>
                  <a:pt x="118" y="0"/>
                </a:lnTo>
                <a:lnTo>
                  <a:pt x="43" y="0"/>
                </a:lnTo>
                <a:lnTo>
                  <a:pt x="43" y="11"/>
                </a:lnTo>
                <a:lnTo>
                  <a:pt x="21" y="11"/>
                </a:lnTo>
                <a:lnTo>
                  <a:pt x="21" y="0"/>
                </a:lnTo>
                <a:lnTo>
                  <a:pt x="0" y="0"/>
                </a:lnTo>
                <a:lnTo>
                  <a:pt x="0" y="171"/>
                </a:lnTo>
                <a:lnTo>
                  <a:pt x="162" y="171"/>
                </a:lnTo>
                <a:lnTo>
                  <a:pt x="162" y="0"/>
                </a:lnTo>
                <a:lnTo>
                  <a:pt x="139" y="0"/>
                </a:lnTo>
                <a:close/>
                <a:moveTo>
                  <a:pt x="150" y="161"/>
                </a:moveTo>
                <a:lnTo>
                  <a:pt x="11" y="161"/>
                </a:lnTo>
                <a:lnTo>
                  <a:pt x="11" y="44"/>
                </a:lnTo>
                <a:lnTo>
                  <a:pt x="150" y="44"/>
                </a:lnTo>
                <a:lnTo>
                  <a:pt x="150" y="161"/>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5" name="Freeform 133"/>
          <p:cNvSpPr>
            <a:spLocks noEditPoints="1"/>
          </p:cNvSpPr>
          <p:nvPr/>
        </p:nvSpPr>
        <p:spPr bwMode="auto">
          <a:xfrm>
            <a:off x="9584195" y="4710380"/>
            <a:ext cx="200836" cy="200834"/>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42 w 84"/>
              <a:gd name="T11" fmla="*/ 76 h 84"/>
              <a:gd name="T12" fmla="*/ 8 w 84"/>
              <a:gd name="T13" fmla="*/ 42 h 84"/>
              <a:gd name="T14" fmla="*/ 42 w 84"/>
              <a:gd name="T15" fmla="*/ 8 h 84"/>
              <a:gd name="T16" fmla="*/ 76 w 84"/>
              <a:gd name="T17" fmla="*/ 42 h 84"/>
              <a:gd name="T18" fmla="*/ 42 w 84"/>
              <a:gd name="T19" fmla="*/ 76 h 84"/>
              <a:gd name="T20" fmla="*/ 26 w 84"/>
              <a:gd name="T21" fmla="*/ 26 h 84"/>
              <a:gd name="T22" fmla="*/ 58 w 84"/>
              <a:gd name="T23" fmla="*/ 26 h 84"/>
              <a:gd name="T24" fmla="*/ 58 w 84"/>
              <a:gd name="T25" fmla="*/ 58 h 84"/>
              <a:gd name="T26" fmla="*/ 26 w 84"/>
              <a:gd name="T27" fmla="*/ 58 h 84"/>
              <a:gd name="T28" fmla="*/ 26 w 84"/>
              <a:gd name="T29" fmla="*/ 2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42" y="76"/>
                </a:moveTo>
                <a:cubicBezTo>
                  <a:pt x="23" y="76"/>
                  <a:pt x="8" y="61"/>
                  <a:pt x="8" y="42"/>
                </a:cubicBezTo>
                <a:cubicBezTo>
                  <a:pt x="8" y="23"/>
                  <a:pt x="23" y="8"/>
                  <a:pt x="42" y="8"/>
                </a:cubicBezTo>
                <a:cubicBezTo>
                  <a:pt x="61" y="8"/>
                  <a:pt x="76" y="23"/>
                  <a:pt x="76" y="42"/>
                </a:cubicBezTo>
                <a:cubicBezTo>
                  <a:pt x="76" y="61"/>
                  <a:pt x="61" y="76"/>
                  <a:pt x="42" y="76"/>
                </a:cubicBezTo>
                <a:close/>
                <a:moveTo>
                  <a:pt x="26" y="26"/>
                </a:moveTo>
                <a:cubicBezTo>
                  <a:pt x="58" y="26"/>
                  <a:pt x="58" y="26"/>
                  <a:pt x="58" y="26"/>
                </a:cubicBezTo>
                <a:cubicBezTo>
                  <a:pt x="58" y="58"/>
                  <a:pt x="58" y="58"/>
                  <a:pt x="58" y="58"/>
                </a:cubicBezTo>
                <a:cubicBezTo>
                  <a:pt x="26" y="58"/>
                  <a:pt x="26" y="58"/>
                  <a:pt x="26" y="58"/>
                </a:cubicBezTo>
                <a:lnTo>
                  <a:pt x="26" y="26"/>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6" name="Freeform 134"/>
          <p:cNvSpPr>
            <a:spLocks noEditPoints="1"/>
          </p:cNvSpPr>
          <p:nvPr/>
        </p:nvSpPr>
        <p:spPr bwMode="auto">
          <a:xfrm>
            <a:off x="9291004" y="4681062"/>
            <a:ext cx="350363" cy="350362"/>
          </a:xfrm>
          <a:custGeom>
            <a:avLst/>
            <a:gdLst>
              <a:gd name="T0" fmla="*/ 140 w 146"/>
              <a:gd name="T1" fmla="*/ 123 h 146"/>
              <a:gd name="T2" fmla="*/ 106 w 146"/>
              <a:gd name="T3" fmla="*/ 94 h 146"/>
              <a:gd name="T4" fmla="*/ 96 w 146"/>
              <a:gd name="T5" fmla="*/ 89 h 146"/>
              <a:gd name="T6" fmla="*/ 109 w 146"/>
              <a:gd name="T7" fmla="*/ 54 h 146"/>
              <a:gd name="T8" fmla="*/ 54 w 146"/>
              <a:gd name="T9" fmla="*/ 0 h 146"/>
              <a:gd name="T10" fmla="*/ 0 w 146"/>
              <a:gd name="T11" fmla="*/ 54 h 146"/>
              <a:gd name="T12" fmla="*/ 54 w 146"/>
              <a:gd name="T13" fmla="*/ 108 h 146"/>
              <a:gd name="T14" fmla="*/ 90 w 146"/>
              <a:gd name="T15" fmla="*/ 95 h 146"/>
              <a:gd name="T16" fmla="*/ 94 w 146"/>
              <a:gd name="T17" fmla="*/ 106 h 146"/>
              <a:gd name="T18" fmla="*/ 123 w 146"/>
              <a:gd name="T19" fmla="*/ 140 h 146"/>
              <a:gd name="T20" fmla="*/ 141 w 146"/>
              <a:gd name="T21" fmla="*/ 141 h 146"/>
              <a:gd name="T22" fmla="*/ 140 w 146"/>
              <a:gd name="T23" fmla="*/ 123 h 146"/>
              <a:gd name="T24" fmla="*/ 54 w 146"/>
              <a:gd name="T25" fmla="*/ 90 h 146"/>
              <a:gd name="T26" fmla="*/ 18 w 146"/>
              <a:gd name="T27" fmla="*/ 54 h 146"/>
              <a:gd name="T28" fmla="*/ 54 w 146"/>
              <a:gd name="T29" fmla="*/ 18 h 146"/>
              <a:gd name="T30" fmla="*/ 91 w 146"/>
              <a:gd name="T31" fmla="*/ 54 h 146"/>
              <a:gd name="T32" fmla="*/ 54 w 146"/>
              <a:gd name="T33" fmla="*/ 90 h 146"/>
              <a:gd name="T34" fmla="*/ 63 w 146"/>
              <a:gd name="T35" fmla="*/ 27 h 146"/>
              <a:gd name="T36" fmla="*/ 45 w 146"/>
              <a:gd name="T37" fmla="*/ 27 h 146"/>
              <a:gd name="T38" fmla="*/ 45 w 146"/>
              <a:gd name="T39" fmla="*/ 45 h 146"/>
              <a:gd name="T40" fmla="*/ 27 w 146"/>
              <a:gd name="T41" fmla="*/ 45 h 146"/>
              <a:gd name="T42" fmla="*/ 27 w 146"/>
              <a:gd name="T43" fmla="*/ 63 h 146"/>
              <a:gd name="T44" fmla="*/ 45 w 146"/>
              <a:gd name="T45" fmla="*/ 63 h 146"/>
              <a:gd name="T46" fmla="*/ 45 w 146"/>
              <a:gd name="T47" fmla="*/ 81 h 146"/>
              <a:gd name="T48" fmla="*/ 63 w 146"/>
              <a:gd name="T49" fmla="*/ 81 h 146"/>
              <a:gd name="T50" fmla="*/ 63 w 146"/>
              <a:gd name="T51" fmla="*/ 63 h 146"/>
              <a:gd name="T52" fmla="*/ 81 w 146"/>
              <a:gd name="T53" fmla="*/ 63 h 146"/>
              <a:gd name="T54" fmla="*/ 81 w 146"/>
              <a:gd name="T55" fmla="*/ 45 h 146"/>
              <a:gd name="T56" fmla="*/ 63 w 146"/>
              <a:gd name="T57" fmla="*/ 45 h 146"/>
              <a:gd name="T58" fmla="*/ 63 w 146"/>
              <a:gd name="T59" fmla="*/ 27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46" h="146">
                <a:moveTo>
                  <a:pt x="140" y="123"/>
                </a:moveTo>
                <a:cubicBezTo>
                  <a:pt x="106" y="94"/>
                  <a:pt x="106" y="94"/>
                  <a:pt x="106" y="94"/>
                </a:cubicBezTo>
                <a:cubicBezTo>
                  <a:pt x="103" y="91"/>
                  <a:pt x="99" y="89"/>
                  <a:pt x="96" y="89"/>
                </a:cubicBezTo>
                <a:cubicBezTo>
                  <a:pt x="104" y="80"/>
                  <a:pt x="109" y="67"/>
                  <a:pt x="109" y="54"/>
                </a:cubicBezTo>
                <a:cubicBezTo>
                  <a:pt x="109" y="24"/>
                  <a:pt x="84" y="0"/>
                  <a:pt x="54" y="0"/>
                </a:cubicBezTo>
                <a:cubicBezTo>
                  <a:pt x="24" y="0"/>
                  <a:pt x="0" y="24"/>
                  <a:pt x="0" y="54"/>
                </a:cubicBezTo>
                <a:cubicBezTo>
                  <a:pt x="0" y="84"/>
                  <a:pt x="24" y="108"/>
                  <a:pt x="54" y="108"/>
                </a:cubicBezTo>
                <a:cubicBezTo>
                  <a:pt x="68" y="108"/>
                  <a:pt x="80" y="103"/>
                  <a:pt x="90" y="95"/>
                </a:cubicBezTo>
                <a:cubicBezTo>
                  <a:pt x="89" y="98"/>
                  <a:pt x="91" y="102"/>
                  <a:pt x="94" y="106"/>
                </a:cubicBezTo>
                <a:cubicBezTo>
                  <a:pt x="123" y="140"/>
                  <a:pt x="123" y="140"/>
                  <a:pt x="123" y="140"/>
                </a:cubicBezTo>
                <a:cubicBezTo>
                  <a:pt x="128" y="146"/>
                  <a:pt x="136" y="146"/>
                  <a:pt x="141" y="141"/>
                </a:cubicBezTo>
                <a:cubicBezTo>
                  <a:pt x="146" y="136"/>
                  <a:pt x="146" y="128"/>
                  <a:pt x="140" y="123"/>
                </a:cubicBezTo>
                <a:close/>
                <a:moveTo>
                  <a:pt x="54" y="90"/>
                </a:moveTo>
                <a:cubicBezTo>
                  <a:pt x="34" y="90"/>
                  <a:pt x="18" y="74"/>
                  <a:pt x="18" y="54"/>
                </a:cubicBezTo>
                <a:cubicBezTo>
                  <a:pt x="18" y="34"/>
                  <a:pt x="34" y="18"/>
                  <a:pt x="54" y="18"/>
                </a:cubicBezTo>
                <a:cubicBezTo>
                  <a:pt x="74" y="18"/>
                  <a:pt x="91" y="34"/>
                  <a:pt x="91" y="54"/>
                </a:cubicBezTo>
                <a:cubicBezTo>
                  <a:pt x="91" y="74"/>
                  <a:pt x="74" y="90"/>
                  <a:pt x="54" y="90"/>
                </a:cubicBezTo>
                <a:close/>
                <a:moveTo>
                  <a:pt x="63" y="27"/>
                </a:moveTo>
                <a:cubicBezTo>
                  <a:pt x="45" y="27"/>
                  <a:pt x="45" y="27"/>
                  <a:pt x="45" y="27"/>
                </a:cubicBezTo>
                <a:cubicBezTo>
                  <a:pt x="45" y="45"/>
                  <a:pt x="45" y="45"/>
                  <a:pt x="45" y="45"/>
                </a:cubicBezTo>
                <a:cubicBezTo>
                  <a:pt x="27" y="45"/>
                  <a:pt x="27" y="45"/>
                  <a:pt x="27" y="45"/>
                </a:cubicBezTo>
                <a:cubicBezTo>
                  <a:pt x="27" y="63"/>
                  <a:pt x="27" y="63"/>
                  <a:pt x="27" y="63"/>
                </a:cubicBezTo>
                <a:cubicBezTo>
                  <a:pt x="45" y="63"/>
                  <a:pt x="45" y="63"/>
                  <a:pt x="45" y="63"/>
                </a:cubicBezTo>
                <a:cubicBezTo>
                  <a:pt x="45" y="81"/>
                  <a:pt x="45" y="81"/>
                  <a:pt x="45" y="81"/>
                </a:cubicBezTo>
                <a:cubicBezTo>
                  <a:pt x="63" y="81"/>
                  <a:pt x="63" y="81"/>
                  <a:pt x="63" y="81"/>
                </a:cubicBezTo>
                <a:cubicBezTo>
                  <a:pt x="63" y="63"/>
                  <a:pt x="63" y="63"/>
                  <a:pt x="63" y="63"/>
                </a:cubicBezTo>
                <a:cubicBezTo>
                  <a:pt x="81" y="63"/>
                  <a:pt x="81" y="63"/>
                  <a:pt x="81" y="63"/>
                </a:cubicBezTo>
                <a:cubicBezTo>
                  <a:pt x="81" y="45"/>
                  <a:pt x="81" y="45"/>
                  <a:pt x="81" y="45"/>
                </a:cubicBezTo>
                <a:cubicBezTo>
                  <a:pt x="63" y="45"/>
                  <a:pt x="63" y="45"/>
                  <a:pt x="63" y="45"/>
                </a:cubicBezTo>
                <a:lnTo>
                  <a:pt x="63" y="2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7" name="Freeform 135"/>
          <p:cNvSpPr>
            <a:spLocks noEditPoints="1"/>
          </p:cNvSpPr>
          <p:nvPr/>
        </p:nvSpPr>
        <p:spPr bwMode="auto">
          <a:xfrm>
            <a:off x="9751313" y="5308488"/>
            <a:ext cx="203767" cy="206699"/>
          </a:xfrm>
          <a:custGeom>
            <a:avLst/>
            <a:gdLst>
              <a:gd name="T0" fmla="*/ 16 w 85"/>
              <a:gd name="T1" fmla="*/ 49 h 86"/>
              <a:gd name="T2" fmla="*/ 16 w 85"/>
              <a:gd name="T3" fmla="*/ 86 h 86"/>
              <a:gd name="T4" fmla="*/ 18 w 85"/>
              <a:gd name="T5" fmla="*/ 86 h 86"/>
              <a:gd name="T6" fmla="*/ 21 w 85"/>
              <a:gd name="T7" fmla="*/ 86 h 86"/>
              <a:gd name="T8" fmla="*/ 21 w 85"/>
              <a:gd name="T9" fmla="*/ 49 h 86"/>
              <a:gd name="T10" fmla="*/ 18 w 85"/>
              <a:gd name="T11" fmla="*/ 49 h 86"/>
              <a:gd name="T12" fmla="*/ 16 w 85"/>
              <a:gd name="T13" fmla="*/ 49 h 86"/>
              <a:gd name="T14" fmla="*/ 64 w 85"/>
              <a:gd name="T15" fmla="*/ 49 h 86"/>
              <a:gd name="T16" fmla="*/ 64 w 85"/>
              <a:gd name="T17" fmla="*/ 86 h 86"/>
              <a:gd name="T18" fmla="*/ 67 w 85"/>
              <a:gd name="T19" fmla="*/ 86 h 86"/>
              <a:gd name="T20" fmla="*/ 69 w 85"/>
              <a:gd name="T21" fmla="*/ 86 h 86"/>
              <a:gd name="T22" fmla="*/ 69 w 85"/>
              <a:gd name="T23" fmla="*/ 49 h 86"/>
              <a:gd name="T24" fmla="*/ 67 w 85"/>
              <a:gd name="T25" fmla="*/ 49 h 86"/>
              <a:gd name="T26" fmla="*/ 64 w 85"/>
              <a:gd name="T27" fmla="*/ 49 h 86"/>
              <a:gd name="T28" fmla="*/ 85 w 85"/>
              <a:gd name="T29" fmla="*/ 43 h 86"/>
              <a:gd name="T30" fmla="*/ 42 w 85"/>
              <a:gd name="T31" fmla="*/ 0 h 86"/>
              <a:gd name="T32" fmla="*/ 0 w 85"/>
              <a:gd name="T33" fmla="*/ 43 h 86"/>
              <a:gd name="T34" fmla="*/ 2 w 85"/>
              <a:gd name="T35" fmla="*/ 58 h 86"/>
              <a:gd name="T36" fmla="*/ 0 w 85"/>
              <a:gd name="T37" fmla="*/ 67 h 86"/>
              <a:gd name="T38" fmla="*/ 10 w 85"/>
              <a:gd name="T39" fmla="*/ 84 h 86"/>
              <a:gd name="T40" fmla="*/ 10 w 85"/>
              <a:gd name="T41" fmla="*/ 51 h 86"/>
              <a:gd name="T42" fmla="*/ 6 w 85"/>
              <a:gd name="T43" fmla="*/ 54 h 86"/>
              <a:gd name="T44" fmla="*/ 5 w 85"/>
              <a:gd name="T45" fmla="*/ 46 h 86"/>
              <a:gd name="T46" fmla="*/ 42 w 85"/>
              <a:gd name="T47" fmla="*/ 8 h 86"/>
              <a:gd name="T48" fmla="*/ 80 w 85"/>
              <a:gd name="T49" fmla="*/ 46 h 86"/>
              <a:gd name="T50" fmla="*/ 79 w 85"/>
              <a:gd name="T51" fmla="*/ 54 h 86"/>
              <a:gd name="T52" fmla="*/ 75 w 85"/>
              <a:gd name="T53" fmla="*/ 51 h 86"/>
              <a:gd name="T54" fmla="*/ 75 w 85"/>
              <a:gd name="T55" fmla="*/ 84 h 86"/>
              <a:gd name="T56" fmla="*/ 85 w 85"/>
              <a:gd name="T57" fmla="*/ 67 h 86"/>
              <a:gd name="T58" fmla="*/ 83 w 85"/>
              <a:gd name="T59" fmla="*/ 58 h 86"/>
              <a:gd name="T60" fmla="*/ 85 w 85"/>
              <a:gd name="T61" fmla="*/ 4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5" h="86">
                <a:moveTo>
                  <a:pt x="16" y="49"/>
                </a:moveTo>
                <a:cubicBezTo>
                  <a:pt x="16" y="86"/>
                  <a:pt x="16" y="86"/>
                  <a:pt x="16" y="86"/>
                </a:cubicBezTo>
                <a:cubicBezTo>
                  <a:pt x="17" y="86"/>
                  <a:pt x="17" y="86"/>
                  <a:pt x="18" y="86"/>
                </a:cubicBezTo>
                <a:cubicBezTo>
                  <a:pt x="21" y="86"/>
                  <a:pt x="21" y="86"/>
                  <a:pt x="21" y="86"/>
                </a:cubicBezTo>
                <a:cubicBezTo>
                  <a:pt x="21" y="49"/>
                  <a:pt x="21" y="49"/>
                  <a:pt x="21" y="49"/>
                </a:cubicBezTo>
                <a:cubicBezTo>
                  <a:pt x="18" y="49"/>
                  <a:pt x="18" y="49"/>
                  <a:pt x="18" y="49"/>
                </a:cubicBezTo>
                <a:cubicBezTo>
                  <a:pt x="17" y="49"/>
                  <a:pt x="17" y="49"/>
                  <a:pt x="16" y="49"/>
                </a:cubicBezTo>
                <a:close/>
                <a:moveTo>
                  <a:pt x="64" y="49"/>
                </a:moveTo>
                <a:cubicBezTo>
                  <a:pt x="64" y="86"/>
                  <a:pt x="64" y="86"/>
                  <a:pt x="64" y="86"/>
                </a:cubicBezTo>
                <a:cubicBezTo>
                  <a:pt x="67" y="86"/>
                  <a:pt x="67" y="86"/>
                  <a:pt x="67" y="86"/>
                </a:cubicBezTo>
                <a:cubicBezTo>
                  <a:pt x="68" y="86"/>
                  <a:pt x="68" y="86"/>
                  <a:pt x="69" y="86"/>
                </a:cubicBezTo>
                <a:cubicBezTo>
                  <a:pt x="69" y="49"/>
                  <a:pt x="69" y="49"/>
                  <a:pt x="69" y="49"/>
                </a:cubicBezTo>
                <a:cubicBezTo>
                  <a:pt x="68" y="49"/>
                  <a:pt x="68" y="49"/>
                  <a:pt x="67" y="49"/>
                </a:cubicBezTo>
                <a:lnTo>
                  <a:pt x="64" y="49"/>
                </a:lnTo>
                <a:close/>
                <a:moveTo>
                  <a:pt x="85" y="43"/>
                </a:moveTo>
                <a:cubicBezTo>
                  <a:pt x="85" y="20"/>
                  <a:pt x="66" y="0"/>
                  <a:pt x="42" y="0"/>
                </a:cubicBezTo>
                <a:cubicBezTo>
                  <a:pt x="19" y="0"/>
                  <a:pt x="0" y="20"/>
                  <a:pt x="0" y="43"/>
                </a:cubicBezTo>
                <a:cubicBezTo>
                  <a:pt x="0" y="48"/>
                  <a:pt x="0" y="53"/>
                  <a:pt x="2" y="58"/>
                </a:cubicBezTo>
                <a:cubicBezTo>
                  <a:pt x="0" y="61"/>
                  <a:pt x="0" y="64"/>
                  <a:pt x="0" y="67"/>
                </a:cubicBezTo>
                <a:cubicBezTo>
                  <a:pt x="0" y="75"/>
                  <a:pt x="4" y="81"/>
                  <a:pt x="10" y="84"/>
                </a:cubicBezTo>
                <a:cubicBezTo>
                  <a:pt x="10" y="51"/>
                  <a:pt x="10" y="51"/>
                  <a:pt x="10" y="51"/>
                </a:cubicBezTo>
                <a:cubicBezTo>
                  <a:pt x="9" y="51"/>
                  <a:pt x="7" y="52"/>
                  <a:pt x="6" y="54"/>
                </a:cubicBezTo>
                <a:cubicBezTo>
                  <a:pt x="5" y="51"/>
                  <a:pt x="5" y="49"/>
                  <a:pt x="5" y="46"/>
                </a:cubicBezTo>
                <a:cubicBezTo>
                  <a:pt x="5" y="25"/>
                  <a:pt x="22" y="8"/>
                  <a:pt x="42" y="8"/>
                </a:cubicBezTo>
                <a:cubicBezTo>
                  <a:pt x="63" y="8"/>
                  <a:pt x="80" y="25"/>
                  <a:pt x="80" y="46"/>
                </a:cubicBezTo>
                <a:cubicBezTo>
                  <a:pt x="80" y="49"/>
                  <a:pt x="80" y="51"/>
                  <a:pt x="79" y="54"/>
                </a:cubicBezTo>
                <a:cubicBezTo>
                  <a:pt x="78" y="52"/>
                  <a:pt x="76" y="51"/>
                  <a:pt x="75" y="51"/>
                </a:cubicBezTo>
                <a:cubicBezTo>
                  <a:pt x="75" y="84"/>
                  <a:pt x="75" y="84"/>
                  <a:pt x="75" y="84"/>
                </a:cubicBezTo>
                <a:cubicBezTo>
                  <a:pt x="81" y="81"/>
                  <a:pt x="85" y="75"/>
                  <a:pt x="85" y="67"/>
                </a:cubicBezTo>
                <a:cubicBezTo>
                  <a:pt x="85" y="64"/>
                  <a:pt x="84" y="61"/>
                  <a:pt x="83" y="58"/>
                </a:cubicBezTo>
                <a:cubicBezTo>
                  <a:pt x="85" y="53"/>
                  <a:pt x="85" y="48"/>
                  <a:pt x="85" y="43"/>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8" name="Freeform 136"/>
          <p:cNvSpPr>
            <a:spLocks noEditPoints="1"/>
          </p:cNvSpPr>
          <p:nvPr/>
        </p:nvSpPr>
        <p:spPr bwMode="auto">
          <a:xfrm>
            <a:off x="9441998" y="5057810"/>
            <a:ext cx="249212" cy="247745"/>
          </a:xfrm>
          <a:custGeom>
            <a:avLst/>
            <a:gdLst>
              <a:gd name="T0" fmla="*/ 52 w 104"/>
              <a:gd name="T1" fmla="*/ 0 h 104"/>
              <a:gd name="T2" fmla="*/ 0 w 104"/>
              <a:gd name="T3" fmla="*/ 52 h 104"/>
              <a:gd name="T4" fmla="*/ 52 w 104"/>
              <a:gd name="T5" fmla="*/ 104 h 104"/>
              <a:gd name="T6" fmla="*/ 104 w 104"/>
              <a:gd name="T7" fmla="*/ 52 h 104"/>
              <a:gd name="T8" fmla="*/ 52 w 104"/>
              <a:gd name="T9" fmla="*/ 0 h 104"/>
              <a:gd name="T10" fmla="*/ 32 w 104"/>
              <a:gd name="T11" fmla="*/ 52 h 104"/>
              <a:gd name="T12" fmla="*/ 52 w 104"/>
              <a:gd name="T13" fmla="*/ 32 h 104"/>
              <a:gd name="T14" fmla="*/ 72 w 104"/>
              <a:gd name="T15" fmla="*/ 52 h 104"/>
              <a:gd name="T16" fmla="*/ 52 w 104"/>
              <a:gd name="T17" fmla="*/ 71 h 104"/>
              <a:gd name="T18" fmla="*/ 32 w 104"/>
              <a:gd name="T19" fmla="*/ 52 h 104"/>
              <a:gd name="T20" fmla="*/ 94 w 104"/>
              <a:gd name="T21" fmla="*/ 69 h 104"/>
              <a:gd name="T22" fmla="*/ 94 w 104"/>
              <a:gd name="T23" fmla="*/ 69 h 104"/>
              <a:gd name="T24" fmla="*/ 76 w 104"/>
              <a:gd name="T25" fmla="*/ 62 h 104"/>
              <a:gd name="T26" fmla="*/ 78 w 104"/>
              <a:gd name="T27" fmla="*/ 52 h 104"/>
              <a:gd name="T28" fmla="*/ 76 w 104"/>
              <a:gd name="T29" fmla="*/ 42 h 104"/>
              <a:gd name="T30" fmla="*/ 89 w 104"/>
              <a:gd name="T31" fmla="*/ 37 h 104"/>
              <a:gd name="T32" fmla="*/ 94 w 104"/>
              <a:gd name="T33" fmla="*/ 34 h 104"/>
              <a:gd name="T34" fmla="*/ 98 w 104"/>
              <a:gd name="T35" fmla="*/ 52 h 104"/>
              <a:gd name="T36" fmla="*/ 94 w 104"/>
              <a:gd name="T37" fmla="*/ 69 h 104"/>
              <a:gd name="T38" fmla="*/ 69 w 104"/>
              <a:gd name="T39" fmla="*/ 10 h 104"/>
              <a:gd name="T40" fmla="*/ 69 w 104"/>
              <a:gd name="T41" fmla="*/ 10 h 104"/>
              <a:gd name="T42" fmla="*/ 69 w 104"/>
              <a:gd name="T43" fmla="*/ 10 h 104"/>
              <a:gd name="T44" fmla="*/ 62 w 104"/>
              <a:gd name="T45" fmla="*/ 28 h 104"/>
              <a:gd name="T46" fmla="*/ 52 w 104"/>
              <a:gd name="T47" fmla="*/ 26 h 104"/>
              <a:gd name="T48" fmla="*/ 42 w 104"/>
              <a:gd name="T49" fmla="*/ 28 h 104"/>
              <a:gd name="T50" fmla="*/ 38 w 104"/>
              <a:gd name="T51" fmla="*/ 19 h 104"/>
              <a:gd name="T52" fmla="*/ 35 w 104"/>
              <a:gd name="T53" fmla="*/ 10 h 104"/>
              <a:gd name="T54" fmla="*/ 52 w 104"/>
              <a:gd name="T55" fmla="*/ 6 h 104"/>
              <a:gd name="T56" fmla="*/ 69 w 104"/>
              <a:gd name="T57" fmla="*/ 10 h 104"/>
              <a:gd name="T58" fmla="*/ 10 w 104"/>
              <a:gd name="T59" fmla="*/ 34 h 104"/>
              <a:gd name="T60" fmla="*/ 19 w 104"/>
              <a:gd name="T61" fmla="*/ 38 h 104"/>
              <a:gd name="T62" fmla="*/ 28 w 104"/>
              <a:gd name="T63" fmla="*/ 42 h 104"/>
              <a:gd name="T64" fmla="*/ 26 w 104"/>
              <a:gd name="T65" fmla="*/ 52 h 104"/>
              <a:gd name="T66" fmla="*/ 28 w 104"/>
              <a:gd name="T67" fmla="*/ 62 h 104"/>
              <a:gd name="T68" fmla="*/ 10 w 104"/>
              <a:gd name="T69" fmla="*/ 69 h 104"/>
              <a:gd name="T70" fmla="*/ 6 w 104"/>
              <a:gd name="T71" fmla="*/ 52 h 104"/>
              <a:gd name="T72" fmla="*/ 10 w 104"/>
              <a:gd name="T73" fmla="*/ 34 h 104"/>
              <a:gd name="T74" fmla="*/ 35 w 104"/>
              <a:gd name="T75" fmla="*/ 94 h 104"/>
              <a:gd name="T76" fmla="*/ 37 w 104"/>
              <a:gd name="T77" fmla="*/ 88 h 104"/>
              <a:gd name="T78" fmla="*/ 42 w 104"/>
              <a:gd name="T79" fmla="*/ 76 h 104"/>
              <a:gd name="T80" fmla="*/ 52 w 104"/>
              <a:gd name="T81" fmla="*/ 78 h 104"/>
              <a:gd name="T82" fmla="*/ 62 w 104"/>
              <a:gd name="T83" fmla="*/ 76 h 104"/>
              <a:gd name="T84" fmla="*/ 69 w 104"/>
              <a:gd name="T85" fmla="*/ 94 h 104"/>
              <a:gd name="T86" fmla="*/ 69 w 104"/>
              <a:gd name="T87" fmla="*/ 94 h 104"/>
              <a:gd name="T88" fmla="*/ 69 w 104"/>
              <a:gd name="T89" fmla="*/ 94 h 104"/>
              <a:gd name="T90" fmla="*/ 52 w 104"/>
              <a:gd name="T91" fmla="*/ 97 h 104"/>
              <a:gd name="T92" fmla="*/ 35 w 104"/>
              <a:gd name="T93" fmla="*/ 9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4" h="104">
                <a:moveTo>
                  <a:pt x="52" y="0"/>
                </a:moveTo>
                <a:cubicBezTo>
                  <a:pt x="23" y="0"/>
                  <a:pt x="0" y="23"/>
                  <a:pt x="0" y="52"/>
                </a:cubicBezTo>
                <a:cubicBezTo>
                  <a:pt x="0" y="81"/>
                  <a:pt x="23" y="104"/>
                  <a:pt x="52" y="104"/>
                </a:cubicBezTo>
                <a:cubicBezTo>
                  <a:pt x="81" y="104"/>
                  <a:pt x="104" y="81"/>
                  <a:pt x="104" y="52"/>
                </a:cubicBezTo>
                <a:cubicBezTo>
                  <a:pt x="104" y="23"/>
                  <a:pt x="81" y="0"/>
                  <a:pt x="52" y="0"/>
                </a:cubicBezTo>
                <a:close/>
                <a:moveTo>
                  <a:pt x="32" y="52"/>
                </a:moveTo>
                <a:cubicBezTo>
                  <a:pt x="32" y="41"/>
                  <a:pt x="41" y="32"/>
                  <a:pt x="52" y="32"/>
                </a:cubicBezTo>
                <a:cubicBezTo>
                  <a:pt x="63" y="32"/>
                  <a:pt x="72" y="41"/>
                  <a:pt x="72" y="52"/>
                </a:cubicBezTo>
                <a:cubicBezTo>
                  <a:pt x="72" y="63"/>
                  <a:pt x="63" y="71"/>
                  <a:pt x="52" y="71"/>
                </a:cubicBezTo>
                <a:cubicBezTo>
                  <a:pt x="41" y="71"/>
                  <a:pt x="32" y="63"/>
                  <a:pt x="32" y="52"/>
                </a:cubicBezTo>
                <a:close/>
                <a:moveTo>
                  <a:pt x="94" y="69"/>
                </a:moveTo>
                <a:cubicBezTo>
                  <a:pt x="94" y="69"/>
                  <a:pt x="94" y="69"/>
                  <a:pt x="94" y="69"/>
                </a:cubicBezTo>
                <a:cubicBezTo>
                  <a:pt x="76" y="62"/>
                  <a:pt x="76" y="62"/>
                  <a:pt x="76" y="62"/>
                </a:cubicBezTo>
                <a:cubicBezTo>
                  <a:pt x="77" y="59"/>
                  <a:pt x="78" y="55"/>
                  <a:pt x="78" y="52"/>
                </a:cubicBezTo>
                <a:cubicBezTo>
                  <a:pt x="78" y="48"/>
                  <a:pt x="77" y="45"/>
                  <a:pt x="76" y="42"/>
                </a:cubicBezTo>
                <a:cubicBezTo>
                  <a:pt x="89" y="37"/>
                  <a:pt x="89" y="37"/>
                  <a:pt x="89" y="37"/>
                </a:cubicBezTo>
                <a:cubicBezTo>
                  <a:pt x="94" y="34"/>
                  <a:pt x="94" y="34"/>
                  <a:pt x="94" y="34"/>
                </a:cubicBezTo>
                <a:cubicBezTo>
                  <a:pt x="96" y="40"/>
                  <a:pt x="98" y="46"/>
                  <a:pt x="98" y="52"/>
                </a:cubicBezTo>
                <a:cubicBezTo>
                  <a:pt x="98" y="58"/>
                  <a:pt x="96" y="64"/>
                  <a:pt x="94" y="69"/>
                </a:cubicBezTo>
                <a:close/>
                <a:moveTo>
                  <a:pt x="69" y="10"/>
                </a:moveTo>
                <a:cubicBezTo>
                  <a:pt x="69" y="10"/>
                  <a:pt x="69" y="10"/>
                  <a:pt x="69" y="10"/>
                </a:cubicBezTo>
                <a:cubicBezTo>
                  <a:pt x="69" y="10"/>
                  <a:pt x="69" y="10"/>
                  <a:pt x="69" y="10"/>
                </a:cubicBezTo>
                <a:cubicBezTo>
                  <a:pt x="62" y="28"/>
                  <a:pt x="62" y="28"/>
                  <a:pt x="62" y="28"/>
                </a:cubicBezTo>
                <a:cubicBezTo>
                  <a:pt x="59" y="26"/>
                  <a:pt x="56" y="26"/>
                  <a:pt x="52" y="26"/>
                </a:cubicBezTo>
                <a:cubicBezTo>
                  <a:pt x="48" y="26"/>
                  <a:pt x="45" y="26"/>
                  <a:pt x="42" y="28"/>
                </a:cubicBezTo>
                <a:cubicBezTo>
                  <a:pt x="38" y="19"/>
                  <a:pt x="38" y="19"/>
                  <a:pt x="38" y="19"/>
                </a:cubicBezTo>
                <a:cubicBezTo>
                  <a:pt x="35" y="10"/>
                  <a:pt x="35" y="10"/>
                  <a:pt x="35" y="10"/>
                </a:cubicBezTo>
                <a:cubicBezTo>
                  <a:pt x="40" y="7"/>
                  <a:pt x="46" y="6"/>
                  <a:pt x="52" y="6"/>
                </a:cubicBezTo>
                <a:cubicBezTo>
                  <a:pt x="58" y="6"/>
                  <a:pt x="64" y="7"/>
                  <a:pt x="69" y="10"/>
                </a:cubicBezTo>
                <a:close/>
                <a:moveTo>
                  <a:pt x="10" y="34"/>
                </a:moveTo>
                <a:cubicBezTo>
                  <a:pt x="19" y="38"/>
                  <a:pt x="19" y="38"/>
                  <a:pt x="19" y="38"/>
                </a:cubicBezTo>
                <a:cubicBezTo>
                  <a:pt x="28" y="42"/>
                  <a:pt x="28" y="42"/>
                  <a:pt x="28" y="42"/>
                </a:cubicBezTo>
                <a:cubicBezTo>
                  <a:pt x="27" y="45"/>
                  <a:pt x="26" y="48"/>
                  <a:pt x="26" y="52"/>
                </a:cubicBezTo>
                <a:cubicBezTo>
                  <a:pt x="26" y="55"/>
                  <a:pt x="27" y="59"/>
                  <a:pt x="28" y="62"/>
                </a:cubicBezTo>
                <a:cubicBezTo>
                  <a:pt x="10" y="69"/>
                  <a:pt x="10" y="69"/>
                  <a:pt x="10" y="69"/>
                </a:cubicBezTo>
                <a:cubicBezTo>
                  <a:pt x="8" y="64"/>
                  <a:pt x="6" y="58"/>
                  <a:pt x="6" y="52"/>
                </a:cubicBezTo>
                <a:cubicBezTo>
                  <a:pt x="6" y="46"/>
                  <a:pt x="8" y="40"/>
                  <a:pt x="10" y="34"/>
                </a:cubicBezTo>
                <a:close/>
                <a:moveTo>
                  <a:pt x="35" y="94"/>
                </a:moveTo>
                <a:cubicBezTo>
                  <a:pt x="37" y="88"/>
                  <a:pt x="37" y="88"/>
                  <a:pt x="37" y="88"/>
                </a:cubicBezTo>
                <a:cubicBezTo>
                  <a:pt x="42" y="76"/>
                  <a:pt x="42" y="76"/>
                  <a:pt x="42" y="76"/>
                </a:cubicBezTo>
                <a:cubicBezTo>
                  <a:pt x="45" y="77"/>
                  <a:pt x="48" y="78"/>
                  <a:pt x="52" y="78"/>
                </a:cubicBezTo>
                <a:cubicBezTo>
                  <a:pt x="56" y="78"/>
                  <a:pt x="59" y="77"/>
                  <a:pt x="62" y="76"/>
                </a:cubicBezTo>
                <a:cubicBezTo>
                  <a:pt x="69" y="94"/>
                  <a:pt x="69" y="94"/>
                  <a:pt x="69" y="94"/>
                </a:cubicBezTo>
                <a:cubicBezTo>
                  <a:pt x="69" y="94"/>
                  <a:pt x="69" y="94"/>
                  <a:pt x="69" y="94"/>
                </a:cubicBezTo>
                <a:cubicBezTo>
                  <a:pt x="69" y="94"/>
                  <a:pt x="69" y="94"/>
                  <a:pt x="69" y="94"/>
                </a:cubicBezTo>
                <a:cubicBezTo>
                  <a:pt x="64" y="96"/>
                  <a:pt x="58" y="97"/>
                  <a:pt x="52" y="97"/>
                </a:cubicBezTo>
                <a:cubicBezTo>
                  <a:pt x="46" y="97"/>
                  <a:pt x="40" y="96"/>
                  <a:pt x="35" y="94"/>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9" name="Freeform 137"/>
          <p:cNvSpPr/>
          <p:nvPr/>
        </p:nvSpPr>
        <p:spPr bwMode="auto">
          <a:xfrm>
            <a:off x="9516762" y="5358331"/>
            <a:ext cx="287327" cy="290258"/>
          </a:xfrm>
          <a:custGeom>
            <a:avLst/>
            <a:gdLst>
              <a:gd name="T0" fmla="*/ 0 w 120"/>
              <a:gd name="T1" fmla="*/ 70 h 121"/>
              <a:gd name="T2" fmla="*/ 10 w 120"/>
              <a:gd name="T3" fmla="*/ 80 h 121"/>
              <a:gd name="T4" fmla="*/ 20 w 120"/>
              <a:gd name="T5" fmla="*/ 70 h 121"/>
              <a:gd name="T6" fmla="*/ 20 w 120"/>
              <a:gd name="T7" fmla="*/ 34 h 121"/>
              <a:gd name="T8" fmla="*/ 103 w 120"/>
              <a:gd name="T9" fmla="*/ 117 h 121"/>
              <a:gd name="T10" fmla="*/ 117 w 120"/>
              <a:gd name="T11" fmla="*/ 117 h 121"/>
              <a:gd name="T12" fmla="*/ 120 w 120"/>
              <a:gd name="T13" fmla="*/ 110 h 121"/>
              <a:gd name="T14" fmla="*/ 117 w 120"/>
              <a:gd name="T15" fmla="*/ 103 h 121"/>
              <a:gd name="T16" fmla="*/ 34 w 120"/>
              <a:gd name="T17" fmla="*/ 20 h 121"/>
              <a:gd name="T18" fmla="*/ 70 w 120"/>
              <a:gd name="T19" fmla="*/ 20 h 121"/>
              <a:gd name="T20" fmla="*/ 80 w 120"/>
              <a:gd name="T21" fmla="*/ 10 h 121"/>
              <a:gd name="T22" fmla="*/ 70 w 120"/>
              <a:gd name="T23" fmla="*/ 0 h 121"/>
              <a:gd name="T24" fmla="*/ 0 w 120"/>
              <a:gd name="T25" fmla="*/ 0 h 121"/>
              <a:gd name="T26" fmla="*/ 0 w 120"/>
              <a:gd name="T27" fmla="*/ 7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121">
                <a:moveTo>
                  <a:pt x="0" y="70"/>
                </a:moveTo>
                <a:cubicBezTo>
                  <a:pt x="0" y="76"/>
                  <a:pt x="4" y="80"/>
                  <a:pt x="10" y="80"/>
                </a:cubicBezTo>
                <a:cubicBezTo>
                  <a:pt x="15" y="80"/>
                  <a:pt x="20" y="76"/>
                  <a:pt x="20" y="70"/>
                </a:cubicBezTo>
                <a:cubicBezTo>
                  <a:pt x="20" y="34"/>
                  <a:pt x="20" y="34"/>
                  <a:pt x="20" y="34"/>
                </a:cubicBezTo>
                <a:cubicBezTo>
                  <a:pt x="103" y="117"/>
                  <a:pt x="103" y="117"/>
                  <a:pt x="103" y="117"/>
                </a:cubicBezTo>
                <a:cubicBezTo>
                  <a:pt x="107" y="121"/>
                  <a:pt x="113" y="121"/>
                  <a:pt x="117" y="117"/>
                </a:cubicBezTo>
                <a:cubicBezTo>
                  <a:pt x="119" y="115"/>
                  <a:pt x="120" y="113"/>
                  <a:pt x="120" y="110"/>
                </a:cubicBezTo>
                <a:cubicBezTo>
                  <a:pt x="120" y="108"/>
                  <a:pt x="119" y="105"/>
                  <a:pt x="117" y="103"/>
                </a:cubicBezTo>
                <a:cubicBezTo>
                  <a:pt x="34" y="20"/>
                  <a:pt x="34" y="20"/>
                  <a:pt x="34" y="20"/>
                </a:cubicBezTo>
                <a:cubicBezTo>
                  <a:pt x="70" y="20"/>
                  <a:pt x="70" y="20"/>
                  <a:pt x="70" y="20"/>
                </a:cubicBezTo>
                <a:cubicBezTo>
                  <a:pt x="75" y="20"/>
                  <a:pt x="80" y="15"/>
                  <a:pt x="80" y="10"/>
                </a:cubicBezTo>
                <a:cubicBezTo>
                  <a:pt x="80" y="4"/>
                  <a:pt x="75" y="0"/>
                  <a:pt x="70" y="0"/>
                </a:cubicBezTo>
                <a:cubicBezTo>
                  <a:pt x="0" y="0"/>
                  <a:pt x="0" y="0"/>
                  <a:pt x="0" y="0"/>
                </a:cubicBezTo>
                <a:lnTo>
                  <a:pt x="0" y="70"/>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0" name="Freeform 138"/>
          <p:cNvSpPr>
            <a:spLocks noEditPoints="1"/>
          </p:cNvSpPr>
          <p:nvPr/>
        </p:nvSpPr>
        <p:spPr bwMode="auto">
          <a:xfrm>
            <a:off x="9135613" y="4409859"/>
            <a:ext cx="299054" cy="247745"/>
          </a:xfrm>
          <a:custGeom>
            <a:avLst/>
            <a:gdLst>
              <a:gd name="T0" fmla="*/ 125 w 125"/>
              <a:gd name="T1" fmla="*/ 55 h 103"/>
              <a:gd name="T2" fmla="*/ 110 w 125"/>
              <a:gd name="T3" fmla="*/ 24 h 103"/>
              <a:gd name="T4" fmla="*/ 86 w 125"/>
              <a:gd name="T5" fmla="*/ 24 h 103"/>
              <a:gd name="T6" fmla="*/ 86 w 125"/>
              <a:gd name="T7" fmla="*/ 8 h 103"/>
              <a:gd name="T8" fmla="*/ 78 w 125"/>
              <a:gd name="T9" fmla="*/ 0 h 103"/>
              <a:gd name="T10" fmla="*/ 8 w 125"/>
              <a:gd name="T11" fmla="*/ 0 h 103"/>
              <a:gd name="T12" fmla="*/ 0 w 125"/>
              <a:gd name="T13" fmla="*/ 8 h 103"/>
              <a:gd name="T14" fmla="*/ 0 w 125"/>
              <a:gd name="T15" fmla="*/ 71 h 103"/>
              <a:gd name="T16" fmla="*/ 8 w 125"/>
              <a:gd name="T17" fmla="*/ 79 h 103"/>
              <a:gd name="T18" fmla="*/ 18 w 125"/>
              <a:gd name="T19" fmla="*/ 79 h 103"/>
              <a:gd name="T20" fmla="*/ 16 w 125"/>
              <a:gd name="T21" fmla="*/ 87 h 103"/>
              <a:gd name="T22" fmla="*/ 31 w 125"/>
              <a:gd name="T23" fmla="*/ 103 h 103"/>
              <a:gd name="T24" fmla="*/ 47 w 125"/>
              <a:gd name="T25" fmla="*/ 87 h 103"/>
              <a:gd name="T26" fmla="*/ 45 w 125"/>
              <a:gd name="T27" fmla="*/ 79 h 103"/>
              <a:gd name="T28" fmla="*/ 88 w 125"/>
              <a:gd name="T29" fmla="*/ 79 h 103"/>
              <a:gd name="T30" fmla="*/ 86 w 125"/>
              <a:gd name="T31" fmla="*/ 87 h 103"/>
              <a:gd name="T32" fmla="*/ 102 w 125"/>
              <a:gd name="T33" fmla="*/ 103 h 103"/>
              <a:gd name="T34" fmla="*/ 118 w 125"/>
              <a:gd name="T35" fmla="*/ 87 h 103"/>
              <a:gd name="T36" fmla="*/ 115 w 125"/>
              <a:gd name="T37" fmla="*/ 79 h 103"/>
              <a:gd name="T38" fmla="*/ 125 w 125"/>
              <a:gd name="T39" fmla="*/ 79 h 103"/>
              <a:gd name="T40" fmla="*/ 125 w 125"/>
              <a:gd name="T41" fmla="*/ 55 h 103"/>
              <a:gd name="T42" fmla="*/ 86 w 125"/>
              <a:gd name="T43" fmla="*/ 55 h 103"/>
              <a:gd name="T44" fmla="*/ 86 w 125"/>
              <a:gd name="T45" fmla="*/ 36 h 103"/>
              <a:gd name="T46" fmla="*/ 102 w 125"/>
              <a:gd name="T47" fmla="*/ 36 h 103"/>
              <a:gd name="T48" fmla="*/ 112 w 125"/>
              <a:gd name="T49" fmla="*/ 55 h 103"/>
              <a:gd name="T50" fmla="*/ 86 w 125"/>
              <a:gd name="T51" fmla="*/ 5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5" h="103">
                <a:moveTo>
                  <a:pt x="125" y="55"/>
                </a:moveTo>
                <a:cubicBezTo>
                  <a:pt x="110" y="24"/>
                  <a:pt x="110" y="24"/>
                  <a:pt x="110" y="24"/>
                </a:cubicBezTo>
                <a:cubicBezTo>
                  <a:pt x="86" y="24"/>
                  <a:pt x="86" y="24"/>
                  <a:pt x="86" y="24"/>
                </a:cubicBezTo>
                <a:cubicBezTo>
                  <a:pt x="86" y="8"/>
                  <a:pt x="86" y="8"/>
                  <a:pt x="86" y="8"/>
                </a:cubicBezTo>
                <a:cubicBezTo>
                  <a:pt x="86" y="4"/>
                  <a:pt x="83" y="0"/>
                  <a:pt x="78" y="0"/>
                </a:cubicBezTo>
                <a:cubicBezTo>
                  <a:pt x="8" y="0"/>
                  <a:pt x="8" y="0"/>
                  <a:pt x="8" y="0"/>
                </a:cubicBezTo>
                <a:cubicBezTo>
                  <a:pt x="3" y="0"/>
                  <a:pt x="0" y="4"/>
                  <a:pt x="0" y="8"/>
                </a:cubicBezTo>
                <a:cubicBezTo>
                  <a:pt x="0" y="71"/>
                  <a:pt x="0" y="71"/>
                  <a:pt x="0" y="71"/>
                </a:cubicBezTo>
                <a:cubicBezTo>
                  <a:pt x="8" y="79"/>
                  <a:pt x="8" y="79"/>
                  <a:pt x="8" y="79"/>
                </a:cubicBezTo>
                <a:cubicBezTo>
                  <a:pt x="18" y="79"/>
                  <a:pt x="18" y="79"/>
                  <a:pt x="18" y="79"/>
                </a:cubicBezTo>
                <a:cubicBezTo>
                  <a:pt x="16" y="81"/>
                  <a:pt x="16" y="84"/>
                  <a:pt x="16" y="87"/>
                </a:cubicBezTo>
                <a:cubicBezTo>
                  <a:pt x="16" y="96"/>
                  <a:pt x="23" y="103"/>
                  <a:pt x="31" y="103"/>
                </a:cubicBezTo>
                <a:cubicBezTo>
                  <a:pt x="40" y="103"/>
                  <a:pt x="47" y="96"/>
                  <a:pt x="47" y="87"/>
                </a:cubicBezTo>
                <a:cubicBezTo>
                  <a:pt x="47" y="84"/>
                  <a:pt x="46" y="81"/>
                  <a:pt x="45" y="79"/>
                </a:cubicBezTo>
                <a:cubicBezTo>
                  <a:pt x="88" y="79"/>
                  <a:pt x="88" y="79"/>
                  <a:pt x="88" y="79"/>
                </a:cubicBezTo>
                <a:cubicBezTo>
                  <a:pt x="87" y="81"/>
                  <a:pt x="86" y="84"/>
                  <a:pt x="86" y="87"/>
                </a:cubicBezTo>
                <a:cubicBezTo>
                  <a:pt x="86" y="96"/>
                  <a:pt x="93" y="103"/>
                  <a:pt x="102" y="103"/>
                </a:cubicBezTo>
                <a:cubicBezTo>
                  <a:pt x="111" y="103"/>
                  <a:pt x="118" y="96"/>
                  <a:pt x="118" y="87"/>
                </a:cubicBezTo>
                <a:cubicBezTo>
                  <a:pt x="118" y="84"/>
                  <a:pt x="117" y="81"/>
                  <a:pt x="115" y="79"/>
                </a:cubicBezTo>
                <a:cubicBezTo>
                  <a:pt x="125" y="79"/>
                  <a:pt x="125" y="79"/>
                  <a:pt x="125" y="79"/>
                </a:cubicBezTo>
                <a:lnTo>
                  <a:pt x="125" y="55"/>
                </a:lnTo>
                <a:close/>
                <a:moveTo>
                  <a:pt x="86" y="55"/>
                </a:moveTo>
                <a:cubicBezTo>
                  <a:pt x="86" y="36"/>
                  <a:pt x="86" y="36"/>
                  <a:pt x="86" y="36"/>
                </a:cubicBezTo>
                <a:cubicBezTo>
                  <a:pt x="102" y="36"/>
                  <a:pt x="102" y="36"/>
                  <a:pt x="102" y="36"/>
                </a:cubicBezTo>
                <a:cubicBezTo>
                  <a:pt x="112" y="55"/>
                  <a:pt x="112" y="55"/>
                  <a:pt x="112" y="55"/>
                </a:cubicBezTo>
                <a:lnTo>
                  <a:pt x="86" y="55"/>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1" name="Freeform 139"/>
          <p:cNvSpPr>
            <a:spLocks noEditPoints="1"/>
          </p:cNvSpPr>
          <p:nvPr/>
        </p:nvSpPr>
        <p:spPr bwMode="auto">
          <a:xfrm>
            <a:off x="9003678" y="4122532"/>
            <a:ext cx="252144" cy="252144"/>
          </a:xfrm>
          <a:custGeom>
            <a:avLst/>
            <a:gdLst>
              <a:gd name="T0" fmla="*/ 101 w 105"/>
              <a:gd name="T1" fmla="*/ 29 h 105"/>
              <a:gd name="T2" fmla="*/ 72 w 105"/>
              <a:gd name="T3" fmla="*/ 26 h 105"/>
              <a:gd name="T4" fmla="*/ 89 w 105"/>
              <a:gd name="T5" fmla="*/ 10 h 105"/>
              <a:gd name="T6" fmla="*/ 82 w 105"/>
              <a:gd name="T7" fmla="*/ 3 h 105"/>
              <a:gd name="T8" fmla="*/ 59 w 105"/>
              <a:gd name="T9" fmla="*/ 26 h 105"/>
              <a:gd name="T10" fmla="*/ 53 w 105"/>
              <a:gd name="T11" fmla="*/ 26 h 105"/>
              <a:gd name="T12" fmla="*/ 53 w 105"/>
              <a:gd name="T13" fmla="*/ 26 h 105"/>
              <a:gd name="T14" fmla="*/ 26 w 105"/>
              <a:gd name="T15" fmla="*/ 0 h 105"/>
              <a:gd name="T16" fmla="*/ 20 w 105"/>
              <a:gd name="T17" fmla="*/ 6 h 105"/>
              <a:gd name="T18" fmla="*/ 40 w 105"/>
              <a:gd name="T19" fmla="*/ 26 h 105"/>
              <a:gd name="T20" fmla="*/ 4 w 105"/>
              <a:gd name="T21" fmla="*/ 29 h 105"/>
              <a:gd name="T22" fmla="*/ 0 w 105"/>
              <a:gd name="T23" fmla="*/ 65 h 105"/>
              <a:gd name="T24" fmla="*/ 4 w 105"/>
              <a:gd name="T25" fmla="*/ 102 h 105"/>
              <a:gd name="T26" fmla="*/ 53 w 105"/>
              <a:gd name="T27" fmla="*/ 105 h 105"/>
              <a:gd name="T28" fmla="*/ 101 w 105"/>
              <a:gd name="T29" fmla="*/ 102 h 105"/>
              <a:gd name="T30" fmla="*/ 105 w 105"/>
              <a:gd name="T31" fmla="*/ 65 h 105"/>
              <a:gd name="T32" fmla="*/ 101 w 105"/>
              <a:gd name="T33" fmla="*/ 29 h 105"/>
              <a:gd name="T34" fmla="*/ 89 w 105"/>
              <a:gd name="T35" fmla="*/ 90 h 105"/>
              <a:gd name="T36" fmla="*/ 53 w 105"/>
              <a:gd name="T37" fmla="*/ 92 h 105"/>
              <a:gd name="T38" fmla="*/ 16 w 105"/>
              <a:gd name="T39" fmla="*/ 90 h 105"/>
              <a:gd name="T40" fmla="*/ 13 w 105"/>
              <a:gd name="T41" fmla="*/ 65 h 105"/>
              <a:gd name="T42" fmla="*/ 16 w 105"/>
              <a:gd name="T43" fmla="*/ 41 h 105"/>
              <a:gd name="T44" fmla="*/ 53 w 105"/>
              <a:gd name="T45" fmla="*/ 39 h 105"/>
              <a:gd name="T46" fmla="*/ 89 w 105"/>
              <a:gd name="T47" fmla="*/ 41 h 105"/>
              <a:gd name="T48" fmla="*/ 92 w 105"/>
              <a:gd name="T49" fmla="*/ 65 h 105"/>
              <a:gd name="T50" fmla="*/ 89 w 105"/>
              <a:gd name="T51" fmla="*/ 9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5" h="105">
                <a:moveTo>
                  <a:pt x="101" y="29"/>
                </a:moveTo>
                <a:cubicBezTo>
                  <a:pt x="92" y="28"/>
                  <a:pt x="82" y="27"/>
                  <a:pt x="72" y="26"/>
                </a:cubicBezTo>
                <a:cubicBezTo>
                  <a:pt x="89" y="10"/>
                  <a:pt x="89" y="10"/>
                  <a:pt x="89" y="10"/>
                </a:cubicBezTo>
                <a:cubicBezTo>
                  <a:pt x="82" y="3"/>
                  <a:pt x="82" y="3"/>
                  <a:pt x="82" y="3"/>
                </a:cubicBezTo>
                <a:cubicBezTo>
                  <a:pt x="59" y="26"/>
                  <a:pt x="59" y="26"/>
                  <a:pt x="59" y="26"/>
                </a:cubicBezTo>
                <a:cubicBezTo>
                  <a:pt x="57" y="26"/>
                  <a:pt x="55" y="26"/>
                  <a:pt x="53" y="26"/>
                </a:cubicBezTo>
                <a:cubicBezTo>
                  <a:pt x="53" y="26"/>
                  <a:pt x="53" y="26"/>
                  <a:pt x="53" y="26"/>
                </a:cubicBezTo>
                <a:cubicBezTo>
                  <a:pt x="26" y="0"/>
                  <a:pt x="26" y="0"/>
                  <a:pt x="26" y="0"/>
                </a:cubicBezTo>
                <a:cubicBezTo>
                  <a:pt x="20" y="6"/>
                  <a:pt x="20" y="6"/>
                  <a:pt x="20" y="6"/>
                </a:cubicBezTo>
                <a:cubicBezTo>
                  <a:pt x="40" y="26"/>
                  <a:pt x="40" y="26"/>
                  <a:pt x="40" y="26"/>
                </a:cubicBezTo>
                <a:cubicBezTo>
                  <a:pt x="27" y="27"/>
                  <a:pt x="15" y="28"/>
                  <a:pt x="4" y="29"/>
                </a:cubicBezTo>
                <a:cubicBezTo>
                  <a:pt x="2" y="40"/>
                  <a:pt x="0" y="53"/>
                  <a:pt x="0" y="65"/>
                </a:cubicBezTo>
                <a:cubicBezTo>
                  <a:pt x="0" y="78"/>
                  <a:pt x="2" y="91"/>
                  <a:pt x="4" y="102"/>
                </a:cubicBezTo>
                <a:cubicBezTo>
                  <a:pt x="19" y="104"/>
                  <a:pt x="35" y="105"/>
                  <a:pt x="53" y="105"/>
                </a:cubicBezTo>
                <a:cubicBezTo>
                  <a:pt x="70" y="105"/>
                  <a:pt x="86" y="104"/>
                  <a:pt x="101" y="102"/>
                </a:cubicBezTo>
                <a:cubicBezTo>
                  <a:pt x="104" y="91"/>
                  <a:pt x="105" y="78"/>
                  <a:pt x="105" y="65"/>
                </a:cubicBezTo>
                <a:cubicBezTo>
                  <a:pt x="105" y="53"/>
                  <a:pt x="104" y="40"/>
                  <a:pt x="101" y="29"/>
                </a:cubicBezTo>
                <a:close/>
                <a:moveTo>
                  <a:pt x="89" y="90"/>
                </a:moveTo>
                <a:cubicBezTo>
                  <a:pt x="78" y="91"/>
                  <a:pt x="65" y="92"/>
                  <a:pt x="53" y="92"/>
                </a:cubicBezTo>
                <a:cubicBezTo>
                  <a:pt x="40" y="92"/>
                  <a:pt x="27" y="91"/>
                  <a:pt x="16" y="90"/>
                </a:cubicBezTo>
                <a:cubicBezTo>
                  <a:pt x="14" y="82"/>
                  <a:pt x="13" y="74"/>
                  <a:pt x="13" y="65"/>
                </a:cubicBezTo>
                <a:cubicBezTo>
                  <a:pt x="13" y="57"/>
                  <a:pt x="14" y="49"/>
                  <a:pt x="16" y="41"/>
                </a:cubicBezTo>
                <a:cubicBezTo>
                  <a:pt x="27" y="40"/>
                  <a:pt x="40" y="39"/>
                  <a:pt x="53" y="39"/>
                </a:cubicBezTo>
                <a:cubicBezTo>
                  <a:pt x="65" y="39"/>
                  <a:pt x="78" y="40"/>
                  <a:pt x="89" y="41"/>
                </a:cubicBezTo>
                <a:cubicBezTo>
                  <a:pt x="91" y="49"/>
                  <a:pt x="92" y="57"/>
                  <a:pt x="92" y="65"/>
                </a:cubicBezTo>
                <a:cubicBezTo>
                  <a:pt x="92" y="74"/>
                  <a:pt x="91" y="82"/>
                  <a:pt x="89" y="9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2" name="Freeform 140"/>
          <p:cNvSpPr/>
          <p:nvPr/>
        </p:nvSpPr>
        <p:spPr bwMode="auto">
          <a:xfrm>
            <a:off x="9021269" y="3833741"/>
            <a:ext cx="321044" cy="260939"/>
          </a:xfrm>
          <a:custGeom>
            <a:avLst/>
            <a:gdLst>
              <a:gd name="T0" fmla="*/ 134 w 134"/>
              <a:gd name="T1" fmla="*/ 13 h 109"/>
              <a:gd name="T2" fmla="*/ 118 w 134"/>
              <a:gd name="T3" fmla="*/ 17 h 109"/>
              <a:gd name="T4" fmla="*/ 130 w 134"/>
              <a:gd name="T5" fmla="*/ 2 h 109"/>
              <a:gd name="T6" fmla="*/ 113 w 134"/>
              <a:gd name="T7" fmla="*/ 9 h 109"/>
              <a:gd name="T8" fmla="*/ 93 w 134"/>
              <a:gd name="T9" fmla="*/ 0 h 109"/>
              <a:gd name="T10" fmla="*/ 65 w 134"/>
              <a:gd name="T11" fmla="*/ 28 h 109"/>
              <a:gd name="T12" fmla="*/ 66 w 134"/>
              <a:gd name="T13" fmla="*/ 34 h 109"/>
              <a:gd name="T14" fmla="*/ 10 w 134"/>
              <a:gd name="T15" fmla="*/ 5 h 109"/>
              <a:gd name="T16" fmla="*/ 6 w 134"/>
              <a:gd name="T17" fmla="*/ 19 h 109"/>
              <a:gd name="T18" fmla="*/ 18 w 134"/>
              <a:gd name="T19" fmla="*/ 42 h 109"/>
              <a:gd name="T20" fmla="*/ 6 w 134"/>
              <a:gd name="T21" fmla="*/ 38 h 109"/>
              <a:gd name="T22" fmla="*/ 6 w 134"/>
              <a:gd name="T23" fmla="*/ 39 h 109"/>
              <a:gd name="T24" fmla="*/ 28 w 134"/>
              <a:gd name="T25" fmla="*/ 66 h 109"/>
              <a:gd name="T26" fmla="*/ 20 w 134"/>
              <a:gd name="T27" fmla="*/ 67 h 109"/>
              <a:gd name="T28" fmla="*/ 15 w 134"/>
              <a:gd name="T29" fmla="*/ 66 h 109"/>
              <a:gd name="T30" fmla="*/ 41 w 134"/>
              <a:gd name="T31" fmla="*/ 85 h 109"/>
              <a:gd name="T32" fmla="*/ 7 w 134"/>
              <a:gd name="T33" fmla="*/ 97 h 109"/>
              <a:gd name="T34" fmla="*/ 0 w 134"/>
              <a:gd name="T35" fmla="*/ 96 h 109"/>
              <a:gd name="T36" fmla="*/ 42 w 134"/>
              <a:gd name="T37" fmla="*/ 109 h 109"/>
              <a:gd name="T38" fmla="*/ 120 w 134"/>
              <a:gd name="T39" fmla="*/ 31 h 109"/>
              <a:gd name="T40" fmla="*/ 120 w 134"/>
              <a:gd name="T41" fmla="*/ 27 h 109"/>
              <a:gd name="T42" fmla="*/ 134 w 134"/>
              <a:gd name="T43" fmla="*/ 1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09">
                <a:moveTo>
                  <a:pt x="134" y="13"/>
                </a:moveTo>
                <a:cubicBezTo>
                  <a:pt x="129" y="15"/>
                  <a:pt x="124" y="17"/>
                  <a:pt x="118" y="17"/>
                </a:cubicBezTo>
                <a:cubicBezTo>
                  <a:pt x="124" y="14"/>
                  <a:pt x="128" y="9"/>
                  <a:pt x="130" y="2"/>
                </a:cubicBezTo>
                <a:cubicBezTo>
                  <a:pt x="125" y="5"/>
                  <a:pt x="119" y="8"/>
                  <a:pt x="113" y="9"/>
                </a:cubicBezTo>
                <a:cubicBezTo>
                  <a:pt x="108" y="3"/>
                  <a:pt x="101" y="0"/>
                  <a:pt x="93" y="0"/>
                </a:cubicBezTo>
                <a:cubicBezTo>
                  <a:pt x="78" y="0"/>
                  <a:pt x="65" y="12"/>
                  <a:pt x="65" y="28"/>
                </a:cubicBezTo>
                <a:cubicBezTo>
                  <a:pt x="65" y="30"/>
                  <a:pt x="66" y="32"/>
                  <a:pt x="66" y="34"/>
                </a:cubicBezTo>
                <a:cubicBezTo>
                  <a:pt x="43" y="33"/>
                  <a:pt x="23" y="22"/>
                  <a:pt x="10" y="5"/>
                </a:cubicBezTo>
                <a:cubicBezTo>
                  <a:pt x="7" y="9"/>
                  <a:pt x="6" y="14"/>
                  <a:pt x="6" y="19"/>
                </a:cubicBezTo>
                <a:cubicBezTo>
                  <a:pt x="6" y="28"/>
                  <a:pt x="11" y="37"/>
                  <a:pt x="18" y="42"/>
                </a:cubicBezTo>
                <a:cubicBezTo>
                  <a:pt x="14" y="42"/>
                  <a:pt x="9" y="40"/>
                  <a:pt x="6" y="38"/>
                </a:cubicBezTo>
                <a:cubicBezTo>
                  <a:pt x="6" y="38"/>
                  <a:pt x="6" y="39"/>
                  <a:pt x="6" y="39"/>
                </a:cubicBezTo>
                <a:cubicBezTo>
                  <a:pt x="6" y="52"/>
                  <a:pt x="15" y="63"/>
                  <a:pt x="28" y="66"/>
                </a:cubicBezTo>
                <a:cubicBezTo>
                  <a:pt x="25" y="66"/>
                  <a:pt x="23" y="67"/>
                  <a:pt x="20" y="67"/>
                </a:cubicBezTo>
                <a:cubicBezTo>
                  <a:pt x="19" y="67"/>
                  <a:pt x="17" y="66"/>
                  <a:pt x="15" y="66"/>
                </a:cubicBezTo>
                <a:cubicBezTo>
                  <a:pt x="19" y="77"/>
                  <a:pt x="29" y="85"/>
                  <a:pt x="41" y="85"/>
                </a:cubicBezTo>
                <a:cubicBezTo>
                  <a:pt x="31" y="92"/>
                  <a:pt x="20" y="97"/>
                  <a:pt x="7" y="97"/>
                </a:cubicBezTo>
                <a:cubicBezTo>
                  <a:pt x="5" y="97"/>
                  <a:pt x="2" y="97"/>
                  <a:pt x="0" y="96"/>
                </a:cubicBezTo>
                <a:cubicBezTo>
                  <a:pt x="12" y="104"/>
                  <a:pt x="27" y="109"/>
                  <a:pt x="42" y="109"/>
                </a:cubicBezTo>
                <a:cubicBezTo>
                  <a:pt x="93" y="109"/>
                  <a:pt x="120" y="67"/>
                  <a:pt x="120" y="31"/>
                </a:cubicBezTo>
                <a:cubicBezTo>
                  <a:pt x="120" y="30"/>
                  <a:pt x="120" y="28"/>
                  <a:pt x="120" y="27"/>
                </a:cubicBezTo>
                <a:cubicBezTo>
                  <a:pt x="126" y="23"/>
                  <a:pt x="130" y="18"/>
                  <a:pt x="134" y="13"/>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3" name="Freeform 141"/>
          <p:cNvSpPr>
            <a:spLocks noEditPoints="1"/>
          </p:cNvSpPr>
          <p:nvPr/>
        </p:nvSpPr>
        <p:spPr bwMode="auto">
          <a:xfrm>
            <a:off x="9164932" y="5169223"/>
            <a:ext cx="310782" cy="293190"/>
          </a:xfrm>
          <a:custGeom>
            <a:avLst/>
            <a:gdLst>
              <a:gd name="T0" fmla="*/ 93 w 212"/>
              <a:gd name="T1" fmla="*/ 107 h 200"/>
              <a:gd name="T2" fmla="*/ 119 w 212"/>
              <a:gd name="T3" fmla="*/ 107 h 200"/>
              <a:gd name="T4" fmla="*/ 119 w 212"/>
              <a:gd name="T5" fmla="*/ 54 h 200"/>
              <a:gd name="T6" fmla="*/ 158 w 212"/>
              <a:gd name="T7" fmla="*/ 54 h 200"/>
              <a:gd name="T8" fmla="*/ 106 w 212"/>
              <a:gd name="T9" fmla="*/ 0 h 200"/>
              <a:gd name="T10" fmla="*/ 52 w 212"/>
              <a:gd name="T11" fmla="*/ 54 h 200"/>
              <a:gd name="T12" fmla="*/ 93 w 212"/>
              <a:gd name="T13" fmla="*/ 54 h 200"/>
              <a:gd name="T14" fmla="*/ 93 w 212"/>
              <a:gd name="T15" fmla="*/ 107 h 200"/>
              <a:gd name="T16" fmla="*/ 132 w 212"/>
              <a:gd name="T17" fmla="*/ 77 h 200"/>
              <a:gd name="T18" fmla="*/ 132 w 212"/>
              <a:gd name="T19" fmla="*/ 97 h 200"/>
              <a:gd name="T20" fmla="*/ 192 w 212"/>
              <a:gd name="T21" fmla="*/ 120 h 200"/>
              <a:gd name="T22" fmla="*/ 106 w 212"/>
              <a:gd name="T23" fmla="*/ 152 h 200"/>
              <a:gd name="T24" fmla="*/ 18 w 212"/>
              <a:gd name="T25" fmla="*/ 120 h 200"/>
              <a:gd name="T26" fmla="*/ 78 w 212"/>
              <a:gd name="T27" fmla="*/ 97 h 200"/>
              <a:gd name="T28" fmla="*/ 78 w 212"/>
              <a:gd name="T29" fmla="*/ 77 h 200"/>
              <a:gd name="T30" fmla="*/ 0 w 212"/>
              <a:gd name="T31" fmla="*/ 107 h 200"/>
              <a:gd name="T32" fmla="*/ 0 w 212"/>
              <a:gd name="T33" fmla="*/ 160 h 200"/>
              <a:gd name="T34" fmla="*/ 106 w 212"/>
              <a:gd name="T35" fmla="*/ 200 h 200"/>
              <a:gd name="T36" fmla="*/ 212 w 212"/>
              <a:gd name="T37" fmla="*/ 160 h 200"/>
              <a:gd name="T38" fmla="*/ 212 w 212"/>
              <a:gd name="T39" fmla="*/ 107 h 200"/>
              <a:gd name="T40" fmla="*/ 132 w 212"/>
              <a:gd name="T41" fmla="*/ 77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2" h="200">
                <a:moveTo>
                  <a:pt x="93" y="107"/>
                </a:moveTo>
                <a:lnTo>
                  <a:pt x="119" y="107"/>
                </a:lnTo>
                <a:lnTo>
                  <a:pt x="119" y="54"/>
                </a:lnTo>
                <a:lnTo>
                  <a:pt x="158" y="54"/>
                </a:lnTo>
                <a:lnTo>
                  <a:pt x="106" y="0"/>
                </a:lnTo>
                <a:lnTo>
                  <a:pt x="52" y="54"/>
                </a:lnTo>
                <a:lnTo>
                  <a:pt x="93" y="54"/>
                </a:lnTo>
                <a:lnTo>
                  <a:pt x="93" y="107"/>
                </a:lnTo>
                <a:close/>
                <a:moveTo>
                  <a:pt x="132" y="77"/>
                </a:moveTo>
                <a:lnTo>
                  <a:pt x="132" y="97"/>
                </a:lnTo>
                <a:lnTo>
                  <a:pt x="192" y="120"/>
                </a:lnTo>
                <a:lnTo>
                  <a:pt x="106" y="152"/>
                </a:lnTo>
                <a:lnTo>
                  <a:pt x="18" y="120"/>
                </a:lnTo>
                <a:lnTo>
                  <a:pt x="78" y="97"/>
                </a:lnTo>
                <a:lnTo>
                  <a:pt x="78" y="77"/>
                </a:lnTo>
                <a:lnTo>
                  <a:pt x="0" y="107"/>
                </a:lnTo>
                <a:lnTo>
                  <a:pt x="0" y="160"/>
                </a:lnTo>
                <a:lnTo>
                  <a:pt x="106" y="200"/>
                </a:lnTo>
                <a:lnTo>
                  <a:pt x="212" y="160"/>
                </a:lnTo>
                <a:lnTo>
                  <a:pt x="212" y="107"/>
                </a:lnTo>
                <a:lnTo>
                  <a:pt x="132" y="7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4" name="Freeform 142"/>
          <p:cNvSpPr>
            <a:spLocks noEditPoints="1"/>
          </p:cNvSpPr>
          <p:nvPr/>
        </p:nvSpPr>
        <p:spPr bwMode="auto">
          <a:xfrm>
            <a:off x="9150273" y="5485868"/>
            <a:ext cx="237484" cy="180312"/>
          </a:xfrm>
          <a:custGeom>
            <a:avLst/>
            <a:gdLst>
              <a:gd name="T0" fmla="*/ 37 w 99"/>
              <a:gd name="T1" fmla="*/ 16 h 75"/>
              <a:gd name="T2" fmla="*/ 53 w 99"/>
              <a:gd name="T3" fmla="*/ 31 h 75"/>
              <a:gd name="T4" fmla="*/ 68 w 99"/>
              <a:gd name="T5" fmla="*/ 16 h 75"/>
              <a:gd name="T6" fmla="*/ 53 w 99"/>
              <a:gd name="T7" fmla="*/ 0 h 75"/>
              <a:gd name="T8" fmla="*/ 37 w 99"/>
              <a:gd name="T9" fmla="*/ 16 h 75"/>
              <a:gd name="T10" fmla="*/ 0 w 99"/>
              <a:gd name="T11" fmla="*/ 16 h 75"/>
              <a:gd name="T12" fmla="*/ 16 w 99"/>
              <a:gd name="T13" fmla="*/ 31 h 75"/>
              <a:gd name="T14" fmla="*/ 31 w 99"/>
              <a:gd name="T15" fmla="*/ 16 h 75"/>
              <a:gd name="T16" fmla="*/ 16 w 99"/>
              <a:gd name="T17" fmla="*/ 0 h 75"/>
              <a:gd name="T18" fmla="*/ 0 w 99"/>
              <a:gd name="T19" fmla="*/ 16 h 75"/>
              <a:gd name="T20" fmla="*/ 74 w 99"/>
              <a:gd name="T21" fmla="*/ 47 h 75"/>
              <a:gd name="T22" fmla="*/ 74 w 99"/>
              <a:gd name="T23" fmla="*/ 37 h 75"/>
              <a:gd name="T24" fmla="*/ 68 w 99"/>
              <a:gd name="T25" fmla="*/ 31 h 75"/>
              <a:gd name="T26" fmla="*/ 53 w 99"/>
              <a:gd name="T27" fmla="*/ 31 h 75"/>
              <a:gd name="T28" fmla="*/ 16 w 99"/>
              <a:gd name="T29" fmla="*/ 31 h 75"/>
              <a:gd name="T30" fmla="*/ 6 w 99"/>
              <a:gd name="T31" fmla="*/ 31 h 75"/>
              <a:gd name="T32" fmla="*/ 0 w 99"/>
              <a:gd name="T33" fmla="*/ 37 h 75"/>
              <a:gd name="T34" fmla="*/ 0 w 99"/>
              <a:gd name="T35" fmla="*/ 68 h 75"/>
              <a:gd name="T36" fmla="*/ 6 w 99"/>
              <a:gd name="T37" fmla="*/ 75 h 75"/>
              <a:gd name="T38" fmla="*/ 68 w 99"/>
              <a:gd name="T39" fmla="*/ 75 h 75"/>
              <a:gd name="T40" fmla="*/ 74 w 99"/>
              <a:gd name="T41" fmla="*/ 68 h 75"/>
              <a:gd name="T42" fmla="*/ 74 w 99"/>
              <a:gd name="T43" fmla="*/ 59 h 75"/>
              <a:gd name="T44" fmla="*/ 99 w 99"/>
              <a:gd name="T45" fmla="*/ 75 h 75"/>
              <a:gd name="T46" fmla="*/ 99 w 99"/>
              <a:gd name="T47" fmla="*/ 31 h 75"/>
              <a:gd name="T48" fmla="*/ 74 w 99"/>
              <a:gd name="T49" fmla="*/ 47 h 75"/>
              <a:gd name="T50" fmla="*/ 62 w 99"/>
              <a:gd name="T51" fmla="*/ 62 h 75"/>
              <a:gd name="T52" fmla="*/ 13 w 99"/>
              <a:gd name="T53" fmla="*/ 62 h 75"/>
              <a:gd name="T54" fmla="*/ 13 w 99"/>
              <a:gd name="T55" fmla="*/ 44 h 75"/>
              <a:gd name="T56" fmla="*/ 62 w 99"/>
              <a:gd name="T57" fmla="*/ 44 h 75"/>
              <a:gd name="T58" fmla="*/ 62 w 99"/>
              <a:gd name="T59" fmla="*/ 6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9" h="75">
                <a:moveTo>
                  <a:pt x="37" y="16"/>
                </a:moveTo>
                <a:cubicBezTo>
                  <a:pt x="37" y="24"/>
                  <a:pt x="44" y="31"/>
                  <a:pt x="53" y="31"/>
                </a:cubicBezTo>
                <a:cubicBezTo>
                  <a:pt x="61" y="31"/>
                  <a:pt x="68" y="24"/>
                  <a:pt x="68" y="16"/>
                </a:cubicBezTo>
                <a:cubicBezTo>
                  <a:pt x="68" y="7"/>
                  <a:pt x="61" y="0"/>
                  <a:pt x="53" y="0"/>
                </a:cubicBezTo>
                <a:cubicBezTo>
                  <a:pt x="44" y="0"/>
                  <a:pt x="37" y="7"/>
                  <a:pt x="37" y="16"/>
                </a:cubicBezTo>
                <a:close/>
                <a:moveTo>
                  <a:pt x="0" y="16"/>
                </a:moveTo>
                <a:cubicBezTo>
                  <a:pt x="0" y="24"/>
                  <a:pt x="7" y="31"/>
                  <a:pt x="16" y="31"/>
                </a:cubicBezTo>
                <a:cubicBezTo>
                  <a:pt x="24" y="31"/>
                  <a:pt x="31" y="24"/>
                  <a:pt x="31" y="16"/>
                </a:cubicBezTo>
                <a:cubicBezTo>
                  <a:pt x="31" y="7"/>
                  <a:pt x="24" y="0"/>
                  <a:pt x="16" y="0"/>
                </a:cubicBezTo>
                <a:cubicBezTo>
                  <a:pt x="7" y="0"/>
                  <a:pt x="0" y="7"/>
                  <a:pt x="0" y="16"/>
                </a:cubicBezTo>
                <a:close/>
                <a:moveTo>
                  <a:pt x="74" y="47"/>
                </a:moveTo>
                <a:cubicBezTo>
                  <a:pt x="74" y="37"/>
                  <a:pt x="74" y="37"/>
                  <a:pt x="74" y="37"/>
                </a:cubicBezTo>
                <a:cubicBezTo>
                  <a:pt x="74" y="34"/>
                  <a:pt x="72" y="31"/>
                  <a:pt x="68" y="31"/>
                </a:cubicBezTo>
                <a:cubicBezTo>
                  <a:pt x="53" y="31"/>
                  <a:pt x="53" y="31"/>
                  <a:pt x="53" y="31"/>
                </a:cubicBezTo>
                <a:cubicBezTo>
                  <a:pt x="16" y="31"/>
                  <a:pt x="16" y="31"/>
                  <a:pt x="16" y="31"/>
                </a:cubicBezTo>
                <a:cubicBezTo>
                  <a:pt x="6" y="31"/>
                  <a:pt x="6" y="31"/>
                  <a:pt x="6" y="31"/>
                </a:cubicBezTo>
                <a:cubicBezTo>
                  <a:pt x="3" y="31"/>
                  <a:pt x="0" y="34"/>
                  <a:pt x="0" y="37"/>
                </a:cubicBezTo>
                <a:cubicBezTo>
                  <a:pt x="0" y="68"/>
                  <a:pt x="0" y="68"/>
                  <a:pt x="0" y="68"/>
                </a:cubicBezTo>
                <a:cubicBezTo>
                  <a:pt x="0" y="72"/>
                  <a:pt x="3" y="75"/>
                  <a:pt x="6" y="75"/>
                </a:cubicBezTo>
                <a:cubicBezTo>
                  <a:pt x="68" y="75"/>
                  <a:pt x="68" y="75"/>
                  <a:pt x="68" y="75"/>
                </a:cubicBezTo>
                <a:cubicBezTo>
                  <a:pt x="72" y="75"/>
                  <a:pt x="74" y="72"/>
                  <a:pt x="74" y="68"/>
                </a:cubicBezTo>
                <a:cubicBezTo>
                  <a:pt x="74" y="59"/>
                  <a:pt x="74" y="59"/>
                  <a:pt x="74" y="59"/>
                </a:cubicBezTo>
                <a:cubicBezTo>
                  <a:pt x="99" y="75"/>
                  <a:pt x="99" y="75"/>
                  <a:pt x="99" y="75"/>
                </a:cubicBezTo>
                <a:cubicBezTo>
                  <a:pt x="99" y="31"/>
                  <a:pt x="99" y="31"/>
                  <a:pt x="99" y="31"/>
                </a:cubicBezTo>
                <a:lnTo>
                  <a:pt x="74" y="47"/>
                </a:lnTo>
                <a:close/>
                <a:moveTo>
                  <a:pt x="62" y="62"/>
                </a:moveTo>
                <a:cubicBezTo>
                  <a:pt x="13" y="62"/>
                  <a:pt x="13" y="62"/>
                  <a:pt x="13" y="62"/>
                </a:cubicBezTo>
                <a:cubicBezTo>
                  <a:pt x="13" y="44"/>
                  <a:pt x="13" y="44"/>
                  <a:pt x="13" y="44"/>
                </a:cubicBezTo>
                <a:cubicBezTo>
                  <a:pt x="62" y="44"/>
                  <a:pt x="62" y="44"/>
                  <a:pt x="62" y="44"/>
                </a:cubicBezTo>
                <a:lnTo>
                  <a:pt x="62" y="62"/>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5" name="Freeform 143"/>
          <p:cNvSpPr>
            <a:spLocks noEditPoints="1"/>
          </p:cNvSpPr>
          <p:nvPr/>
        </p:nvSpPr>
        <p:spPr bwMode="auto">
          <a:xfrm>
            <a:off x="9094567" y="4900954"/>
            <a:ext cx="252144" cy="255076"/>
          </a:xfrm>
          <a:custGeom>
            <a:avLst/>
            <a:gdLst>
              <a:gd name="T0" fmla="*/ 53 w 105"/>
              <a:gd name="T1" fmla="*/ 0 h 106"/>
              <a:gd name="T2" fmla="*/ 0 w 105"/>
              <a:gd name="T3" fmla="*/ 53 h 106"/>
              <a:gd name="T4" fmla="*/ 53 w 105"/>
              <a:gd name="T5" fmla="*/ 106 h 106"/>
              <a:gd name="T6" fmla="*/ 105 w 105"/>
              <a:gd name="T7" fmla="*/ 53 h 106"/>
              <a:gd name="T8" fmla="*/ 53 w 105"/>
              <a:gd name="T9" fmla="*/ 0 h 106"/>
              <a:gd name="T10" fmla="*/ 84 w 105"/>
              <a:gd name="T11" fmla="*/ 45 h 106"/>
              <a:gd name="T12" fmla="*/ 55 w 105"/>
              <a:gd name="T13" fmla="*/ 85 h 106"/>
              <a:gd name="T14" fmla="*/ 41 w 105"/>
              <a:gd name="T15" fmla="*/ 80 h 106"/>
              <a:gd name="T16" fmla="*/ 31 w 105"/>
              <a:gd name="T17" fmla="*/ 48 h 106"/>
              <a:gd name="T18" fmla="*/ 24 w 105"/>
              <a:gd name="T19" fmla="*/ 50 h 106"/>
              <a:gd name="T20" fmla="*/ 21 w 105"/>
              <a:gd name="T21" fmla="*/ 47 h 106"/>
              <a:gd name="T22" fmla="*/ 40 w 105"/>
              <a:gd name="T23" fmla="*/ 33 h 106"/>
              <a:gd name="T24" fmla="*/ 51 w 105"/>
              <a:gd name="T25" fmla="*/ 54 h 106"/>
              <a:gd name="T26" fmla="*/ 56 w 105"/>
              <a:gd name="T27" fmla="*/ 67 h 106"/>
              <a:gd name="T28" fmla="*/ 64 w 105"/>
              <a:gd name="T29" fmla="*/ 55 h 106"/>
              <a:gd name="T30" fmla="*/ 57 w 105"/>
              <a:gd name="T31" fmla="*/ 47 h 106"/>
              <a:gd name="T32" fmla="*/ 84 w 105"/>
              <a:gd name="T33" fmla="*/ 4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5" h="106">
                <a:moveTo>
                  <a:pt x="53" y="0"/>
                </a:moveTo>
                <a:cubicBezTo>
                  <a:pt x="23" y="0"/>
                  <a:pt x="0" y="24"/>
                  <a:pt x="0" y="53"/>
                </a:cubicBezTo>
                <a:cubicBezTo>
                  <a:pt x="0" y="82"/>
                  <a:pt x="23" y="106"/>
                  <a:pt x="53" y="106"/>
                </a:cubicBezTo>
                <a:cubicBezTo>
                  <a:pt x="82" y="106"/>
                  <a:pt x="105" y="82"/>
                  <a:pt x="105" y="53"/>
                </a:cubicBezTo>
                <a:cubicBezTo>
                  <a:pt x="105" y="24"/>
                  <a:pt x="82" y="0"/>
                  <a:pt x="53" y="0"/>
                </a:cubicBezTo>
                <a:close/>
                <a:moveTo>
                  <a:pt x="84" y="45"/>
                </a:moveTo>
                <a:cubicBezTo>
                  <a:pt x="80" y="65"/>
                  <a:pt x="61" y="82"/>
                  <a:pt x="55" y="85"/>
                </a:cubicBezTo>
                <a:cubicBezTo>
                  <a:pt x="49" y="89"/>
                  <a:pt x="43" y="84"/>
                  <a:pt x="41" y="80"/>
                </a:cubicBezTo>
                <a:cubicBezTo>
                  <a:pt x="39" y="75"/>
                  <a:pt x="33" y="50"/>
                  <a:pt x="31" y="48"/>
                </a:cubicBezTo>
                <a:cubicBezTo>
                  <a:pt x="29" y="46"/>
                  <a:pt x="24" y="50"/>
                  <a:pt x="24" y="50"/>
                </a:cubicBezTo>
                <a:cubicBezTo>
                  <a:pt x="21" y="47"/>
                  <a:pt x="21" y="47"/>
                  <a:pt x="21" y="47"/>
                </a:cubicBezTo>
                <a:cubicBezTo>
                  <a:pt x="21" y="47"/>
                  <a:pt x="32" y="34"/>
                  <a:pt x="40" y="33"/>
                </a:cubicBezTo>
                <a:cubicBezTo>
                  <a:pt x="49" y="31"/>
                  <a:pt x="49" y="46"/>
                  <a:pt x="51" y="54"/>
                </a:cubicBezTo>
                <a:cubicBezTo>
                  <a:pt x="53" y="62"/>
                  <a:pt x="54" y="67"/>
                  <a:pt x="56" y="67"/>
                </a:cubicBezTo>
                <a:cubicBezTo>
                  <a:pt x="58" y="67"/>
                  <a:pt x="61" y="62"/>
                  <a:pt x="64" y="55"/>
                </a:cubicBezTo>
                <a:cubicBezTo>
                  <a:pt x="68" y="49"/>
                  <a:pt x="64" y="43"/>
                  <a:pt x="57" y="47"/>
                </a:cubicBezTo>
                <a:cubicBezTo>
                  <a:pt x="60" y="30"/>
                  <a:pt x="87" y="26"/>
                  <a:pt x="84" y="45"/>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6" name="Freeform 144"/>
          <p:cNvSpPr>
            <a:spLocks noEditPoints="1"/>
          </p:cNvSpPr>
          <p:nvPr/>
        </p:nvSpPr>
        <p:spPr bwMode="auto">
          <a:xfrm>
            <a:off x="9015405" y="4676663"/>
            <a:ext cx="244815" cy="208166"/>
          </a:xfrm>
          <a:custGeom>
            <a:avLst/>
            <a:gdLst>
              <a:gd name="T0" fmla="*/ 84 w 102"/>
              <a:gd name="T1" fmla="*/ 82 h 87"/>
              <a:gd name="T2" fmla="*/ 81 w 102"/>
              <a:gd name="T3" fmla="*/ 81 h 87"/>
              <a:gd name="T4" fmla="*/ 81 w 102"/>
              <a:gd name="T5" fmla="*/ 74 h 87"/>
              <a:gd name="T6" fmla="*/ 93 w 102"/>
              <a:gd name="T7" fmla="*/ 44 h 87"/>
              <a:gd name="T8" fmla="*/ 81 w 102"/>
              <a:gd name="T9" fmla="*/ 13 h 87"/>
              <a:gd name="T10" fmla="*/ 81 w 102"/>
              <a:gd name="T11" fmla="*/ 6 h 87"/>
              <a:gd name="T12" fmla="*/ 87 w 102"/>
              <a:gd name="T13" fmla="*/ 6 h 87"/>
              <a:gd name="T14" fmla="*/ 102 w 102"/>
              <a:gd name="T15" fmla="*/ 44 h 87"/>
              <a:gd name="T16" fmla="*/ 87 w 102"/>
              <a:gd name="T17" fmla="*/ 81 h 87"/>
              <a:gd name="T18" fmla="*/ 84 w 102"/>
              <a:gd name="T19" fmla="*/ 82 h 87"/>
              <a:gd name="T20" fmla="*/ 68 w 102"/>
              <a:gd name="T21" fmla="*/ 74 h 87"/>
              <a:gd name="T22" fmla="*/ 65 w 102"/>
              <a:gd name="T23" fmla="*/ 72 h 87"/>
              <a:gd name="T24" fmla="*/ 65 w 102"/>
              <a:gd name="T25" fmla="*/ 66 h 87"/>
              <a:gd name="T26" fmla="*/ 65 w 102"/>
              <a:gd name="T27" fmla="*/ 21 h 87"/>
              <a:gd name="T28" fmla="*/ 65 w 102"/>
              <a:gd name="T29" fmla="*/ 15 h 87"/>
              <a:gd name="T30" fmla="*/ 71 w 102"/>
              <a:gd name="T31" fmla="*/ 15 h 87"/>
              <a:gd name="T32" fmla="*/ 83 w 102"/>
              <a:gd name="T33" fmla="*/ 44 h 87"/>
              <a:gd name="T34" fmla="*/ 71 w 102"/>
              <a:gd name="T35" fmla="*/ 72 h 87"/>
              <a:gd name="T36" fmla="*/ 68 w 102"/>
              <a:gd name="T37" fmla="*/ 74 h 87"/>
              <a:gd name="T38" fmla="*/ 52 w 102"/>
              <a:gd name="T39" fmla="*/ 65 h 87"/>
              <a:gd name="T40" fmla="*/ 49 w 102"/>
              <a:gd name="T41" fmla="*/ 64 h 87"/>
              <a:gd name="T42" fmla="*/ 49 w 102"/>
              <a:gd name="T43" fmla="*/ 57 h 87"/>
              <a:gd name="T44" fmla="*/ 49 w 102"/>
              <a:gd name="T45" fmla="*/ 30 h 87"/>
              <a:gd name="T46" fmla="*/ 49 w 102"/>
              <a:gd name="T47" fmla="*/ 23 h 87"/>
              <a:gd name="T48" fmla="*/ 55 w 102"/>
              <a:gd name="T49" fmla="*/ 23 h 87"/>
              <a:gd name="T50" fmla="*/ 55 w 102"/>
              <a:gd name="T51" fmla="*/ 64 h 87"/>
              <a:gd name="T52" fmla="*/ 52 w 102"/>
              <a:gd name="T53" fmla="*/ 65 h 87"/>
              <a:gd name="T54" fmla="*/ 38 w 102"/>
              <a:gd name="T55" fmla="*/ 3 h 87"/>
              <a:gd name="T56" fmla="*/ 42 w 102"/>
              <a:gd name="T57" fmla="*/ 5 h 87"/>
              <a:gd name="T58" fmla="*/ 42 w 102"/>
              <a:gd name="T59" fmla="*/ 82 h 87"/>
              <a:gd name="T60" fmla="*/ 38 w 102"/>
              <a:gd name="T61" fmla="*/ 84 h 87"/>
              <a:gd name="T62" fmla="*/ 15 w 102"/>
              <a:gd name="T63" fmla="*/ 62 h 87"/>
              <a:gd name="T64" fmla="*/ 0 w 102"/>
              <a:gd name="T65" fmla="*/ 62 h 87"/>
              <a:gd name="T66" fmla="*/ 0 w 102"/>
              <a:gd name="T67" fmla="*/ 25 h 87"/>
              <a:gd name="T68" fmla="*/ 15 w 102"/>
              <a:gd name="T69" fmla="*/ 25 h 87"/>
              <a:gd name="T70" fmla="*/ 38 w 102"/>
              <a:gd name="T71" fmla="*/ 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2" h="87">
                <a:moveTo>
                  <a:pt x="84" y="82"/>
                </a:moveTo>
                <a:cubicBezTo>
                  <a:pt x="83" y="82"/>
                  <a:pt x="81" y="82"/>
                  <a:pt x="81" y="81"/>
                </a:cubicBezTo>
                <a:cubicBezTo>
                  <a:pt x="79" y="79"/>
                  <a:pt x="79" y="76"/>
                  <a:pt x="81" y="74"/>
                </a:cubicBezTo>
                <a:cubicBezTo>
                  <a:pt x="89" y="66"/>
                  <a:pt x="93" y="55"/>
                  <a:pt x="93" y="44"/>
                </a:cubicBezTo>
                <a:cubicBezTo>
                  <a:pt x="93" y="32"/>
                  <a:pt x="89" y="21"/>
                  <a:pt x="81" y="13"/>
                </a:cubicBezTo>
                <a:cubicBezTo>
                  <a:pt x="79" y="11"/>
                  <a:pt x="79" y="8"/>
                  <a:pt x="81" y="6"/>
                </a:cubicBezTo>
                <a:cubicBezTo>
                  <a:pt x="82" y="4"/>
                  <a:pt x="85" y="4"/>
                  <a:pt x="87" y="6"/>
                </a:cubicBezTo>
                <a:cubicBezTo>
                  <a:pt x="97" y="16"/>
                  <a:pt x="102" y="29"/>
                  <a:pt x="102" y="44"/>
                </a:cubicBezTo>
                <a:cubicBezTo>
                  <a:pt x="102" y="58"/>
                  <a:pt x="97" y="71"/>
                  <a:pt x="87" y="81"/>
                </a:cubicBezTo>
                <a:cubicBezTo>
                  <a:pt x="86" y="82"/>
                  <a:pt x="85" y="82"/>
                  <a:pt x="84" y="82"/>
                </a:cubicBezTo>
                <a:close/>
                <a:moveTo>
                  <a:pt x="68" y="74"/>
                </a:moveTo>
                <a:cubicBezTo>
                  <a:pt x="67" y="74"/>
                  <a:pt x="65" y="73"/>
                  <a:pt x="65" y="72"/>
                </a:cubicBezTo>
                <a:cubicBezTo>
                  <a:pt x="63" y="70"/>
                  <a:pt x="63" y="68"/>
                  <a:pt x="65" y="66"/>
                </a:cubicBezTo>
                <a:cubicBezTo>
                  <a:pt x="77" y="54"/>
                  <a:pt x="77" y="33"/>
                  <a:pt x="65" y="21"/>
                </a:cubicBezTo>
                <a:cubicBezTo>
                  <a:pt x="63" y="19"/>
                  <a:pt x="63" y="17"/>
                  <a:pt x="65" y="15"/>
                </a:cubicBezTo>
                <a:cubicBezTo>
                  <a:pt x="66" y="13"/>
                  <a:pt x="69" y="13"/>
                  <a:pt x="71" y="15"/>
                </a:cubicBezTo>
                <a:cubicBezTo>
                  <a:pt x="79" y="22"/>
                  <a:pt x="83" y="33"/>
                  <a:pt x="83" y="44"/>
                </a:cubicBezTo>
                <a:cubicBezTo>
                  <a:pt x="83" y="54"/>
                  <a:pt x="79" y="65"/>
                  <a:pt x="71" y="72"/>
                </a:cubicBezTo>
                <a:cubicBezTo>
                  <a:pt x="70" y="73"/>
                  <a:pt x="69" y="74"/>
                  <a:pt x="68" y="74"/>
                </a:cubicBezTo>
                <a:close/>
                <a:moveTo>
                  <a:pt x="52" y="65"/>
                </a:moveTo>
                <a:cubicBezTo>
                  <a:pt x="51" y="65"/>
                  <a:pt x="49" y="65"/>
                  <a:pt x="49" y="64"/>
                </a:cubicBezTo>
                <a:cubicBezTo>
                  <a:pt x="47" y="62"/>
                  <a:pt x="47" y="59"/>
                  <a:pt x="49" y="57"/>
                </a:cubicBezTo>
                <a:cubicBezTo>
                  <a:pt x="56" y="50"/>
                  <a:pt x="56" y="37"/>
                  <a:pt x="49" y="30"/>
                </a:cubicBezTo>
                <a:cubicBezTo>
                  <a:pt x="47" y="28"/>
                  <a:pt x="47" y="25"/>
                  <a:pt x="49" y="23"/>
                </a:cubicBezTo>
                <a:cubicBezTo>
                  <a:pt x="50" y="22"/>
                  <a:pt x="53" y="22"/>
                  <a:pt x="55" y="23"/>
                </a:cubicBezTo>
                <a:cubicBezTo>
                  <a:pt x="66" y="34"/>
                  <a:pt x="66" y="53"/>
                  <a:pt x="55" y="64"/>
                </a:cubicBezTo>
                <a:cubicBezTo>
                  <a:pt x="54" y="65"/>
                  <a:pt x="53" y="65"/>
                  <a:pt x="52" y="65"/>
                </a:cubicBezTo>
                <a:close/>
                <a:moveTo>
                  <a:pt x="38" y="3"/>
                </a:moveTo>
                <a:cubicBezTo>
                  <a:pt x="40" y="0"/>
                  <a:pt x="42" y="1"/>
                  <a:pt x="42" y="5"/>
                </a:cubicBezTo>
                <a:cubicBezTo>
                  <a:pt x="42" y="82"/>
                  <a:pt x="42" y="82"/>
                  <a:pt x="42" y="82"/>
                </a:cubicBezTo>
                <a:cubicBezTo>
                  <a:pt x="42" y="86"/>
                  <a:pt x="40" y="87"/>
                  <a:pt x="38" y="84"/>
                </a:cubicBezTo>
                <a:cubicBezTo>
                  <a:pt x="15" y="62"/>
                  <a:pt x="15" y="62"/>
                  <a:pt x="15" y="62"/>
                </a:cubicBezTo>
                <a:cubicBezTo>
                  <a:pt x="0" y="62"/>
                  <a:pt x="0" y="62"/>
                  <a:pt x="0" y="62"/>
                </a:cubicBezTo>
                <a:cubicBezTo>
                  <a:pt x="0" y="25"/>
                  <a:pt x="0" y="25"/>
                  <a:pt x="0" y="25"/>
                </a:cubicBezTo>
                <a:cubicBezTo>
                  <a:pt x="15" y="25"/>
                  <a:pt x="15" y="25"/>
                  <a:pt x="15" y="25"/>
                </a:cubicBezTo>
                <a:lnTo>
                  <a:pt x="38" y="3"/>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7" name="Freeform 145"/>
          <p:cNvSpPr>
            <a:spLocks noEditPoints="1"/>
          </p:cNvSpPr>
          <p:nvPr/>
        </p:nvSpPr>
        <p:spPr bwMode="auto">
          <a:xfrm>
            <a:off x="8805773" y="4409859"/>
            <a:ext cx="277065" cy="244814"/>
          </a:xfrm>
          <a:custGeom>
            <a:avLst/>
            <a:gdLst>
              <a:gd name="T0" fmla="*/ 124 w 189"/>
              <a:gd name="T1" fmla="*/ 23 h 167"/>
              <a:gd name="T2" fmla="*/ 65 w 189"/>
              <a:gd name="T3" fmla="*/ 0 h 167"/>
              <a:gd name="T4" fmla="*/ 0 w 189"/>
              <a:gd name="T5" fmla="*/ 23 h 167"/>
              <a:gd name="T6" fmla="*/ 0 w 189"/>
              <a:gd name="T7" fmla="*/ 167 h 167"/>
              <a:gd name="T8" fmla="*/ 65 w 189"/>
              <a:gd name="T9" fmla="*/ 142 h 167"/>
              <a:gd name="T10" fmla="*/ 124 w 189"/>
              <a:gd name="T11" fmla="*/ 167 h 167"/>
              <a:gd name="T12" fmla="*/ 189 w 189"/>
              <a:gd name="T13" fmla="*/ 142 h 167"/>
              <a:gd name="T14" fmla="*/ 189 w 189"/>
              <a:gd name="T15" fmla="*/ 0 h 167"/>
              <a:gd name="T16" fmla="*/ 124 w 189"/>
              <a:gd name="T17" fmla="*/ 23 h 167"/>
              <a:gd name="T18" fmla="*/ 70 w 189"/>
              <a:gd name="T19" fmla="*/ 15 h 167"/>
              <a:gd name="T20" fmla="*/ 119 w 189"/>
              <a:gd name="T21" fmla="*/ 35 h 167"/>
              <a:gd name="T22" fmla="*/ 119 w 189"/>
              <a:gd name="T23" fmla="*/ 152 h 167"/>
              <a:gd name="T24" fmla="*/ 70 w 189"/>
              <a:gd name="T25" fmla="*/ 133 h 167"/>
              <a:gd name="T26" fmla="*/ 70 w 189"/>
              <a:gd name="T27" fmla="*/ 15 h 167"/>
              <a:gd name="T28" fmla="*/ 11 w 189"/>
              <a:gd name="T29" fmla="*/ 31 h 167"/>
              <a:gd name="T30" fmla="*/ 58 w 189"/>
              <a:gd name="T31" fmla="*/ 15 h 167"/>
              <a:gd name="T32" fmla="*/ 58 w 189"/>
              <a:gd name="T33" fmla="*/ 133 h 167"/>
              <a:gd name="T34" fmla="*/ 11 w 189"/>
              <a:gd name="T35" fmla="*/ 151 h 167"/>
              <a:gd name="T36" fmla="*/ 11 w 189"/>
              <a:gd name="T37" fmla="*/ 31 h 167"/>
              <a:gd name="T38" fmla="*/ 178 w 189"/>
              <a:gd name="T39" fmla="*/ 134 h 167"/>
              <a:gd name="T40" fmla="*/ 130 w 189"/>
              <a:gd name="T41" fmla="*/ 152 h 167"/>
              <a:gd name="T42" fmla="*/ 130 w 189"/>
              <a:gd name="T43" fmla="*/ 35 h 167"/>
              <a:gd name="T44" fmla="*/ 178 w 189"/>
              <a:gd name="T45" fmla="*/ 17 h 167"/>
              <a:gd name="T46" fmla="*/ 178 w 189"/>
              <a:gd name="T47" fmla="*/ 13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9" h="167">
                <a:moveTo>
                  <a:pt x="124" y="23"/>
                </a:moveTo>
                <a:lnTo>
                  <a:pt x="65" y="0"/>
                </a:lnTo>
                <a:lnTo>
                  <a:pt x="0" y="23"/>
                </a:lnTo>
                <a:lnTo>
                  <a:pt x="0" y="167"/>
                </a:lnTo>
                <a:lnTo>
                  <a:pt x="65" y="142"/>
                </a:lnTo>
                <a:lnTo>
                  <a:pt x="124" y="167"/>
                </a:lnTo>
                <a:lnTo>
                  <a:pt x="189" y="142"/>
                </a:lnTo>
                <a:lnTo>
                  <a:pt x="189" y="0"/>
                </a:lnTo>
                <a:lnTo>
                  <a:pt x="124" y="23"/>
                </a:lnTo>
                <a:close/>
                <a:moveTo>
                  <a:pt x="70" y="15"/>
                </a:moveTo>
                <a:lnTo>
                  <a:pt x="119" y="35"/>
                </a:lnTo>
                <a:lnTo>
                  <a:pt x="119" y="152"/>
                </a:lnTo>
                <a:lnTo>
                  <a:pt x="70" y="133"/>
                </a:lnTo>
                <a:lnTo>
                  <a:pt x="70" y="15"/>
                </a:lnTo>
                <a:close/>
                <a:moveTo>
                  <a:pt x="11" y="31"/>
                </a:moveTo>
                <a:lnTo>
                  <a:pt x="58" y="15"/>
                </a:lnTo>
                <a:lnTo>
                  <a:pt x="58" y="133"/>
                </a:lnTo>
                <a:lnTo>
                  <a:pt x="11" y="151"/>
                </a:lnTo>
                <a:lnTo>
                  <a:pt x="11" y="31"/>
                </a:lnTo>
                <a:close/>
                <a:moveTo>
                  <a:pt x="178" y="134"/>
                </a:moveTo>
                <a:lnTo>
                  <a:pt x="130" y="152"/>
                </a:lnTo>
                <a:lnTo>
                  <a:pt x="130" y="35"/>
                </a:lnTo>
                <a:lnTo>
                  <a:pt x="178" y="17"/>
                </a:lnTo>
                <a:lnTo>
                  <a:pt x="178" y="134"/>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8" name="Freeform 146"/>
          <p:cNvSpPr>
            <a:spLocks noEditPoints="1"/>
          </p:cNvSpPr>
          <p:nvPr/>
        </p:nvSpPr>
        <p:spPr bwMode="auto">
          <a:xfrm>
            <a:off x="8874674" y="3495104"/>
            <a:ext cx="303453" cy="306383"/>
          </a:xfrm>
          <a:custGeom>
            <a:avLst/>
            <a:gdLst>
              <a:gd name="T0" fmla="*/ 63 w 127"/>
              <a:gd name="T1" fmla="*/ 0 h 128"/>
              <a:gd name="T2" fmla="*/ 0 w 127"/>
              <a:gd name="T3" fmla="*/ 64 h 128"/>
              <a:gd name="T4" fmla="*/ 63 w 127"/>
              <a:gd name="T5" fmla="*/ 128 h 128"/>
              <a:gd name="T6" fmla="*/ 127 w 127"/>
              <a:gd name="T7" fmla="*/ 64 h 128"/>
              <a:gd name="T8" fmla="*/ 63 w 127"/>
              <a:gd name="T9" fmla="*/ 0 h 128"/>
              <a:gd name="T10" fmla="*/ 52 w 127"/>
              <a:gd name="T11" fmla="*/ 104 h 128"/>
              <a:gd name="T12" fmla="*/ 25 w 127"/>
              <a:gd name="T13" fmla="*/ 69 h 128"/>
              <a:gd name="T14" fmla="*/ 37 w 127"/>
              <a:gd name="T15" fmla="*/ 57 h 128"/>
              <a:gd name="T16" fmla="*/ 52 w 127"/>
              <a:gd name="T17" fmla="*/ 76 h 128"/>
              <a:gd name="T18" fmla="*/ 98 w 127"/>
              <a:gd name="T19" fmla="*/ 38 h 128"/>
              <a:gd name="T20" fmla="*/ 103 w 127"/>
              <a:gd name="T21" fmla="*/ 44 h 128"/>
              <a:gd name="T22" fmla="*/ 52 w 127"/>
              <a:gd name="T23" fmla="*/ 10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 h="128">
                <a:moveTo>
                  <a:pt x="63" y="0"/>
                </a:moveTo>
                <a:cubicBezTo>
                  <a:pt x="28" y="0"/>
                  <a:pt x="0" y="29"/>
                  <a:pt x="0" y="64"/>
                </a:cubicBezTo>
                <a:cubicBezTo>
                  <a:pt x="0" y="99"/>
                  <a:pt x="28" y="128"/>
                  <a:pt x="63" y="128"/>
                </a:cubicBezTo>
                <a:cubicBezTo>
                  <a:pt x="99" y="128"/>
                  <a:pt x="127" y="99"/>
                  <a:pt x="127" y="64"/>
                </a:cubicBezTo>
                <a:cubicBezTo>
                  <a:pt x="127" y="29"/>
                  <a:pt x="99" y="0"/>
                  <a:pt x="63" y="0"/>
                </a:cubicBezTo>
                <a:close/>
                <a:moveTo>
                  <a:pt x="52" y="104"/>
                </a:moveTo>
                <a:cubicBezTo>
                  <a:pt x="25" y="69"/>
                  <a:pt x="25" y="69"/>
                  <a:pt x="25" y="69"/>
                </a:cubicBezTo>
                <a:cubicBezTo>
                  <a:pt x="37" y="57"/>
                  <a:pt x="37" y="57"/>
                  <a:pt x="37" y="57"/>
                </a:cubicBezTo>
                <a:cubicBezTo>
                  <a:pt x="52" y="76"/>
                  <a:pt x="52" y="76"/>
                  <a:pt x="52" y="76"/>
                </a:cubicBezTo>
                <a:cubicBezTo>
                  <a:pt x="98" y="38"/>
                  <a:pt x="98" y="38"/>
                  <a:pt x="98" y="38"/>
                </a:cubicBezTo>
                <a:cubicBezTo>
                  <a:pt x="103" y="44"/>
                  <a:pt x="103" y="44"/>
                  <a:pt x="103" y="44"/>
                </a:cubicBezTo>
                <a:lnTo>
                  <a:pt x="52" y="104"/>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9" name="Freeform 147"/>
          <p:cNvSpPr>
            <a:spLocks noEditPoints="1"/>
          </p:cNvSpPr>
          <p:nvPr/>
        </p:nvSpPr>
        <p:spPr bwMode="auto">
          <a:xfrm>
            <a:off x="9758642" y="5641259"/>
            <a:ext cx="230155" cy="230155"/>
          </a:xfrm>
          <a:custGeom>
            <a:avLst/>
            <a:gdLst>
              <a:gd name="T0" fmla="*/ 0 w 157"/>
              <a:gd name="T1" fmla="*/ 74 h 157"/>
              <a:gd name="T2" fmla="*/ 0 w 157"/>
              <a:gd name="T3" fmla="*/ 23 h 157"/>
              <a:gd name="T4" fmla="*/ 64 w 157"/>
              <a:gd name="T5" fmla="*/ 13 h 157"/>
              <a:gd name="T6" fmla="*/ 64 w 157"/>
              <a:gd name="T7" fmla="*/ 74 h 157"/>
              <a:gd name="T8" fmla="*/ 0 w 157"/>
              <a:gd name="T9" fmla="*/ 74 h 157"/>
              <a:gd name="T10" fmla="*/ 73 w 157"/>
              <a:gd name="T11" fmla="*/ 12 h 157"/>
              <a:gd name="T12" fmla="*/ 157 w 157"/>
              <a:gd name="T13" fmla="*/ 0 h 157"/>
              <a:gd name="T14" fmla="*/ 157 w 157"/>
              <a:gd name="T15" fmla="*/ 74 h 157"/>
              <a:gd name="T16" fmla="*/ 73 w 157"/>
              <a:gd name="T17" fmla="*/ 74 h 157"/>
              <a:gd name="T18" fmla="*/ 73 w 157"/>
              <a:gd name="T19" fmla="*/ 12 h 157"/>
              <a:gd name="T20" fmla="*/ 157 w 157"/>
              <a:gd name="T21" fmla="*/ 84 h 157"/>
              <a:gd name="T22" fmla="*/ 157 w 157"/>
              <a:gd name="T23" fmla="*/ 157 h 157"/>
              <a:gd name="T24" fmla="*/ 73 w 157"/>
              <a:gd name="T25" fmla="*/ 146 h 157"/>
              <a:gd name="T26" fmla="*/ 73 w 157"/>
              <a:gd name="T27" fmla="*/ 84 h 157"/>
              <a:gd name="T28" fmla="*/ 157 w 157"/>
              <a:gd name="T29" fmla="*/ 84 h 157"/>
              <a:gd name="T30" fmla="*/ 64 w 157"/>
              <a:gd name="T31" fmla="*/ 144 h 157"/>
              <a:gd name="T32" fmla="*/ 0 w 157"/>
              <a:gd name="T33" fmla="*/ 136 h 157"/>
              <a:gd name="T34" fmla="*/ 0 w 157"/>
              <a:gd name="T35" fmla="*/ 84 h 157"/>
              <a:gd name="T36" fmla="*/ 64 w 157"/>
              <a:gd name="T37" fmla="*/ 84 h 157"/>
              <a:gd name="T38" fmla="*/ 64 w 157"/>
              <a:gd name="T39" fmla="*/ 14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7" h="157">
                <a:moveTo>
                  <a:pt x="0" y="74"/>
                </a:moveTo>
                <a:lnTo>
                  <a:pt x="0" y="23"/>
                </a:lnTo>
                <a:lnTo>
                  <a:pt x="64" y="13"/>
                </a:lnTo>
                <a:lnTo>
                  <a:pt x="64" y="74"/>
                </a:lnTo>
                <a:lnTo>
                  <a:pt x="0" y="74"/>
                </a:lnTo>
                <a:close/>
                <a:moveTo>
                  <a:pt x="73" y="12"/>
                </a:moveTo>
                <a:lnTo>
                  <a:pt x="157" y="0"/>
                </a:lnTo>
                <a:lnTo>
                  <a:pt x="157" y="74"/>
                </a:lnTo>
                <a:lnTo>
                  <a:pt x="73" y="74"/>
                </a:lnTo>
                <a:lnTo>
                  <a:pt x="73" y="12"/>
                </a:lnTo>
                <a:close/>
                <a:moveTo>
                  <a:pt x="157" y="84"/>
                </a:moveTo>
                <a:lnTo>
                  <a:pt x="157" y="157"/>
                </a:lnTo>
                <a:lnTo>
                  <a:pt x="73" y="146"/>
                </a:lnTo>
                <a:lnTo>
                  <a:pt x="73" y="84"/>
                </a:lnTo>
                <a:lnTo>
                  <a:pt x="157" y="84"/>
                </a:lnTo>
                <a:close/>
                <a:moveTo>
                  <a:pt x="64" y="144"/>
                </a:moveTo>
                <a:lnTo>
                  <a:pt x="0" y="136"/>
                </a:lnTo>
                <a:lnTo>
                  <a:pt x="0" y="84"/>
                </a:lnTo>
                <a:lnTo>
                  <a:pt x="64" y="84"/>
                </a:lnTo>
                <a:lnTo>
                  <a:pt x="64" y="144"/>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0" name="Freeform 148"/>
          <p:cNvSpPr>
            <a:spLocks noEditPoints="1"/>
          </p:cNvSpPr>
          <p:nvPr/>
        </p:nvSpPr>
        <p:spPr bwMode="auto">
          <a:xfrm>
            <a:off x="9506499" y="5591417"/>
            <a:ext cx="203767" cy="203767"/>
          </a:xfrm>
          <a:custGeom>
            <a:avLst/>
            <a:gdLst>
              <a:gd name="T0" fmla="*/ 11 w 85"/>
              <a:gd name="T1" fmla="*/ 42 h 85"/>
              <a:gd name="T2" fmla="*/ 29 w 85"/>
              <a:gd name="T3" fmla="*/ 70 h 85"/>
              <a:gd name="T4" fmla="*/ 14 w 85"/>
              <a:gd name="T5" fmla="*/ 30 h 85"/>
              <a:gd name="T6" fmla="*/ 11 w 85"/>
              <a:gd name="T7" fmla="*/ 42 h 85"/>
              <a:gd name="T8" fmla="*/ 64 w 85"/>
              <a:gd name="T9" fmla="*/ 41 h 85"/>
              <a:gd name="T10" fmla="*/ 62 w 85"/>
              <a:gd name="T11" fmla="*/ 32 h 85"/>
              <a:gd name="T12" fmla="*/ 59 w 85"/>
              <a:gd name="T13" fmla="*/ 25 h 85"/>
              <a:gd name="T14" fmla="*/ 64 w 85"/>
              <a:gd name="T15" fmla="*/ 20 h 85"/>
              <a:gd name="T16" fmla="*/ 64 w 85"/>
              <a:gd name="T17" fmla="*/ 20 h 85"/>
              <a:gd name="T18" fmla="*/ 43 w 85"/>
              <a:gd name="T19" fmla="*/ 11 h 85"/>
              <a:gd name="T20" fmla="*/ 16 w 85"/>
              <a:gd name="T21" fmla="*/ 25 h 85"/>
              <a:gd name="T22" fmla="*/ 18 w 85"/>
              <a:gd name="T23" fmla="*/ 25 h 85"/>
              <a:gd name="T24" fmla="*/ 27 w 85"/>
              <a:gd name="T25" fmla="*/ 25 h 85"/>
              <a:gd name="T26" fmla="*/ 27 w 85"/>
              <a:gd name="T27" fmla="*/ 28 h 85"/>
              <a:gd name="T28" fmla="*/ 23 w 85"/>
              <a:gd name="T29" fmla="*/ 28 h 85"/>
              <a:gd name="T30" fmla="*/ 35 w 85"/>
              <a:gd name="T31" fmla="*/ 61 h 85"/>
              <a:gd name="T32" fmla="*/ 42 w 85"/>
              <a:gd name="T33" fmla="*/ 41 h 85"/>
              <a:gd name="T34" fmla="*/ 37 w 85"/>
              <a:gd name="T35" fmla="*/ 28 h 85"/>
              <a:gd name="T36" fmla="*/ 34 w 85"/>
              <a:gd name="T37" fmla="*/ 28 h 85"/>
              <a:gd name="T38" fmla="*/ 34 w 85"/>
              <a:gd name="T39" fmla="*/ 25 h 85"/>
              <a:gd name="T40" fmla="*/ 42 w 85"/>
              <a:gd name="T41" fmla="*/ 25 h 85"/>
              <a:gd name="T42" fmla="*/ 51 w 85"/>
              <a:gd name="T43" fmla="*/ 25 h 85"/>
              <a:gd name="T44" fmla="*/ 51 w 85"/>
              <a:gd name="T45" fmla="*/ 28 h 85"/>
              <a:gd name="T46" fmla="*/ 47 w 85"/>
              <a:gd name="T47" fmla="*/ 28 h 85"/>
              <a:gd name="T48" fmla="*/ 59 w 85"/>
              <a:gd name="T49" fmla="*/ 61 h 85"/>
              <a:gd name="T50" fmla="*/ 62 w 85"/>
              <a:gd name="T51" fmla="*/ 51 h 85"/>
              <a:gd name="T52" fmla="*/ 64 w 85"/>
              <a:gd name="T53" fmla="*/ 41 h 85"/>
              <a:gd name="T54" fmla="*/ 43 w 85"/>
              <a:gd name="T55" fmla="*/ 45 h 85"/>
              <a:gd name="T56" fmla="*/ 34 w 85"/>
              <a:gd name="T57" fmla="*/ 72 h 85"/>
              <a:gd name="T58" fmla="*/ 43 w 85"/>
              <a:gd name="T59" fmla="*/ 73 h 85"/>
              <a:gd name="T60" fmla="*/ 53 w 85"/>
              <a:gd name="T61" fmla="*/ 72 h 85"/>
              <a:gd name="T62" fmla="*/ 53 w 85"/>
              <a:gd name="T63" fmla="*/ 71 h 85"/>
              <a:gd name="T64" fmla="*/ 43 w 85"/>
              <a:gd name="T65" fmla="*/ 45 h 85"/>
              <a:gd name="T66" fmla="*/ 71 w 85"/>
              <a:gd name="T67" fmla="*/ 28 h 85"/>
              <a:gd name="T68" fmla="*/ 71 w 85"/>
              <a:gd name="T69" fmla="*/ 31 h 85"/>
              <a:gd name="T70" fmla="*/ 69 w 85"/>
              <a:gd name="T71" fmla="*/ 42 h 85"/>
              <a:gd name="T72" fmla="*/ 59 w 85"/>
              <a:gd name="T73" fmla="*/ 69 h 85"/>
              <a:gd name="T74" fmla="*/ 75 w 85"/>
              <a:gd name="T75" fmla="*/ 42 h 85"/>
              <a:gd name="T76" fmla="*/ 71 w 85"/>
              <a:gd name="T77" fmla="*/ 28 h 85"/>
              <a:gd name="T78" fmla="*/ 43 w 85"/>
              <a:gd name="T79" fmla="*/ 0 h 85"/>
              <a:gd name="T80" fmla="*/ 0 w 85"/>
              <a:gd name="T81" fmla="*/ 42 h 85"/>
              <a:gd name="T82" fmla="*/ 43 w 85"/>
              <a:gd name="T83" fmla="*/ 85 h 85"/>
              <a:gd name="T84" fmla="*/ 85 w 85"/>
              <a:gd name="T85" fmla="*/ 42 h 85"/>
              <a:gd name="T86" fmla="*/ 43 w 85"/>
              <a:gd name="T87" fmla="*/ 0 h 85"/>
              <a:gd name="T88" fmla="*/ 43 w 85"/>
              <a:gd name="T89" fmla="*/ 79 h 85"/>
              <a:gd name="T90" fmla="*/ 6 w 85"/>
              <a:gd name="T91" fmla="*/ 42 h 85"/>
              <a:gd name="T92" fmla="*/ 43 w 85"/>
              <a:gd name="T93" fmla="*/ 5 h 85"/>
              <a:gd name="T94" fmla="*/ 80 w 85"/>
              <a:gd name="T95" fmla="*/ 42 h 85"/>
              <a:gd name="T96" fmla="*/ 43 w 85"/>
              <a:gd name="T97" fmla="*/ 7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5" h="85">
                <a:moveTo>
                  <a:pt x="11" y="42"/>
                </a:moveTo>
                <a:cubicBezTo>
                  <a:pt x="11" y="55"/>
                  <a:pt x="18" y="65"/>
                  <a:pt x="29" y="70"/>
                </a:cubicBezTo>
                <a:cubicBezTo>
                  <a:pt x="14" y="30"/>
                  <a:pt x="14" y="30"/>
                  <a:pt x="14" y="30"/>
                </a:cubicBezTo>
                <a:cubicBezTo>
                  <a:pt x="12" y="34"/>
                  <a:pt x="11" y="38"/>
                  <a:pt x="11" y="42"/>
                </a:cubicBezTo>
                <a:close/>
                <a:moveTo>
                  <a:pt x="64" y="41"/>
                </a:moveTo>
                <a:cubicBezTo>
                  <a:pt x="64" y="37"/>
                  <a:pt x="63" y="34"/>
                  <a:pt x="62" y="32"/>
                </a:cubicBezTo>
                <a:cubicBezTo>
                  <a:pt x="60" y="30"/>
                  <a:pt x="59" y="28"/>
                  <a:pt x="59" y="25"/>
                </a:cubicBezTo>
                <a:cubicBezTo>
                  <a:pt x="59" y="22"/>
                  <a:pt x="61" y="20"/>
                  <a:pt x="64" y="20"/>
                </a:cubicBezTo>
                <a:cubicBezTo>
                  <a:pt x="64" y="20"/>
                  <a:pt x="64" y="20"/>
                  <a:pt x="64" y="20"/>
                </a:cubicBezTo>
                <a:cubicBezTo>
                  <a:pt x="59" y="15"/>
                  <a:pt x="51" y="11"/>
                  <a:pt x="43" y="11"/>
                </a:cubicBezTo>
                <a:cubicBezTo>
                  <a:pt x="32" y="11"/>
                  <a:pt x="22" y="17"/>
                  <a:pt x="16" y="25"/>
                </a:cubicBezTo>
                <a:cubicBezTo>
                  <a:pt x="17" y="25"/>
                  <a:pt x="18" y="25"/>
                  <a:pt x="18" y="25"/>
                </a:cubicBezTo>
                <a:cubicBezTo>
                  <a:pt x="22" y="25"/>
                  <a:pt x="27" y="25"/>
                  <a:pt x="27" y="25"/>
                </a:cubicBezTo>
                <a:cubicBezTo>
                  <a:pt x="29" y="25"/>
                  <a:pt x="29" y="27"/>
                  <a:pt x="27" y="28"/>
                </a:cubicBezTo>
                <a:cubicBezTo>
                  <a:pt x="27" y="28"/>
                  <a:pt x="25" y="28"/>
                  <a:pt x="23" y="28"/>
                </a:cubicBezTo>
                <a:cubicBezTo>
                  <a:pt x="35" y="61"/>
                  <a:pt x="35" y="61"/>
                  <a:pt x="35" y="61"/>
                </a:cubicBezTo>
                <a:cubicBezTo>
                  <a:pt x="42" y="41"/>
                  <a:pt x="42" y="41"/>
                  <a:pt x="42" y="41"/>
                </a:cubicBezTo>
                <a:cubicBezTo>
                  <a:pt x="37" y="28"/>
                  <a:pt x="37" y="28"/>
                  <a:pt x="37" y="28"/>
                </a:cubicBezTo>
                <a:cubicBezTo>
                  <a:pt x="35" y="28"/>
                  <a:pt x="34" y="28"/>
                  <a:pt x="34" y="28"/>
                </a:cubicBezTo>
                <a:cubicBezTo>
                  <a:pt x="32" y="27"/>
                  <a:pt x="32" y="25"/>
                  <a:pt x="34" y="25"/>
                </a:cubicBezTo>
                <a:cubicBezTo>
                  <a:pt x="34" y="25"/>
                  <a:pt x="39" y="25"/>
                  <a:pt x="42" y="25"/>
                </a:cubicBezTo>
                <a:cubicBezTo>
                  <a:pt x="46" y="25"/>
                  <a:pt x="51" y="25"/>
                  <a:pt x="51" y="25"/>
                </a:cubicBezTo>
                <a:cubicBezTo>
                  <a:pt x="52" y="25"/>
                  <a:pt x="53" y="27"/>
                  <a:pt x="51" y="28"/>
                </a:cubicBezTo>
                <a:cubicBezTo>
                  <a:pt x="51" y="28"/>
                  <a:pt x="49" y="28"/>
                  <a:pt x="47" y="28"/>
                </a:cubicBezTo>
                <a:cubicBezTo>
                  <a:pt x="59" y="61"/>
                  <a:pt x="59" y="61"/>
                  <a:pt x="59" y="61"/>
                </a:cubicBezTo>
                <a:cubicBezTo>
                  <a:pt x="62" y="51"/>
                  <a:pt x="62" y="51"/>
                  <a:pt x="62" y="51"/>
                </a:cubicBezTo>
                <a:cubicBezTo>
                  <a:pt x="63" y="47"/>
                  <a:pt x="64" y="43"/>
                  <a:pt x="64" y="41"/>
                </a:cubicBezTo>
                <a:close/>
                <a:moveTo>
                  <a:pt x="43" y="45"/>
                </a:moveTo>
                <a:cubicBezTo>
                  <a:pt x="34" y="72"/>
                  <a:pt x="34" y="72"/>
                  <a:pt x="34" y="72"/>
                </a:cubicBezTo>
                <a:cubicBezTo>
                  <a:pt x="37" y="73"/>
                  <a:pt x="40" y="73"/>
                  <a:pt x="43" y="73"/>
                </a:cubicBezTo>
                <a:cubicBezTo>
                  <a:pt x="47" y="73"/>
                  <a:pt x="50" y="73"/>
                  <a:pt x="53" y="72"/>
                </a:cubicBezTo>
                <a:cubicBezTo>
                  <a:pt x="53" y="71"/>
                  <a:pt x="53" y="71"/>
                  <a:pt x="53" y="71"/>
                </a:cubicBezTo>
                <a:lnTo>
                  <a:pt x="43" y="45"/>
                </a:lnTo>
                <a:close/>
                <a:moveTo>
                  <a:pt x="71" y="28"/>
                </a:moveTo>
                <a:cubicBezTo>
                  <a:pt x="71" y="29"/>
                  <a:pt x="71" y="30"/>
                  <a:pt x="71" y="31"/>
                </a:cubicBezTo>
                <a:cubicBezTo>
                  <a:pt x="71" y="34"/>
                  <a:pt x="70" y="37"/>
                  <a:pt x="69" y="42"/>
                </a:cubicBezTo>
                <a:cubicBezTo>
                  <a:pt x="59" y="69"/>
                  <a:pt x="59" y="69"/>
                  <a:pt x="59" y="69"/>
                </a:cubicBezTo>
                <a:cubicBezTo>
                  <a:pt x="68" y="64"/>
                  <a:pt x="75" y="54"/>
                  <a:pt x="75" y="42"/>
                </a:cubicBezTo>
                <a:cubicBezTo>
                  <a:pt x="75" y="37"/>
                  <a:pt x="73" y="32"/>
                  <a:pt x="71" y="28"/>
                </a:cubicBezTo>
                <a:close/>
                <a:moveTo>
                  <a:pt x="43" y="0"/>
                </a:moveTo>
                <a:cubicBezTo>
                  <a:pt x="19" y="0"/>
                  <a:pt x="0" y="19"/>
                  <a:pt x="0" y="42"/>
                </a:cubicBezTo>
                <a:cubicBezTo>
                  <a:pt x="0" y="66"/>
                  <a:pt x="19" y="85"/>
                  <a:pt x="43" y="85"/>
                </a:cubicBezTo>
                <a:cubicBezTo>
                  <a:pt x="66" y="85"/>
                  <a:pt x="85" y="66"/>
                  <a:pt x="85" y="42"/>
                </a:cubicBezTo>
                <a:cubicBezTo>
                  <a:pt x="85" y="19"/>
                  <a:pt x="66" y="0"/>
                  <a:pt x="43" y="0"/>
                </a:cubicBezTo>
                <a:close/>
                <a:moveTo>
                  <a:pt x="43" y="79"/>
                </a:moveTo>
                <a:cubicBezTo>
                  <a:pt x="22" y="79"/>
                  <a:pt x="6" y="63"/>
                  <a:pt x="6" y="42"/>
                </a:cubicBezTo>
                <a:cubicBezTo>
                  <a:pt x="6" y="22"/>
                  <a:pt x="22" y="5"/>
                  <a:pt x="43" y="5"/>
                </a:cubicBezTo>
                <a:cubicBezTo>
                  <a:pt x="63" y="5"/>
                  <a:pt x="80" y="22"/>
                  <a:pt x="80" y="42"/>
                </a:cubicBezTo>
                <a:cubicBezTo>
                  <a:pt x="80" y="63"/>
                  <a:pt x="63" y="79"/>
                  <a:pt x="43" y="79"/>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1" name="Freeform 149"/>
          <p:cNvSpPr/>
          <p:nvPr/>
        </p:nvSpPr>
        <p:spPr bwMode="auto">
          <a:xfrm>
            <a:off x="9758642" y="5965236"/>
            <a:ext cx="272667" cy="269735"/>
          </a:xfrm>
          <a:custGeom>
            <a:avLst/>
            <a:gdLst>
              <a:gd name="T0" fmla="*/ 110 w 114"/>
              <a:gd name="T1" fmla="*/ 90 h 113"/>
              <a:gd name="T2" fmla="*/ 60 w 114"/>
              <a:gd name="T3" fmla="*/ 47 h 113"/>
              <a:gd name="T4" fmla="*/ 64 w 114"/>
              <a:gd name="T5" fmla="*/ 32 h 113"/>
              <a:gd name="T6" fmla="*/ 32 w 114"/>
              <a:gd name="T7" fmla="*/ 0 h 113"/>
              <a:gd name="T8" fmla="*/ 23 w 114"/>
              <a:gd name="T9" fmla="*/ 1 h 113"/>
              <a:gd name="T10" fmla="*/ 41 w 114"/>
              <a:gd name="T11" fmla="*/ 20 h 113"/>
              <a:gd name="T12" fmla="*/ 41 w 114"/>
              <a:gd name="T13" fmla="*/ 30 h 113"/>
              <a:gd name="T14" fmla="*/ 30 w 114"/>
              <a:gd name="T15" fmla="*/ 41 h 113"/>
              <a:gd name="T16" fmla="*/ 20 w 114"/>
              <a:gd name="T17" fmla="*/ 41 h 113"/>
              <a:gd name="T18" fmla="*/ 1 w 114"/>
              <a:gd name="T19" fmla="*/ 23 h 113"/>
              <a:gd name="T20" fmla="*/ 0 w 114"/>
              <a:gd name="T21" fmla="*/ 32 h 113"/>
              <a:gd name="T22" fmla="*/ 32 w 114"/>
              <a:gd name="T23" fmla="*/ 63 h 113"/>
              <a:gd name="T24" fmla="*/ 47 w 114"/>
              <a:gd name="T25" fmla="*/ 60 h 113"/>
              <a:gd name="T26" fmla="*/ 90 w 114"/>
              <a:gd name="T27" fmla="*/ 110 h 113"/>
              <a:gd name="T28" fmla="*/ 100 w 114"/>
              <a:gd name="T29" fmla="*/ 111 h 113"/>
              <a:gd name="T30" fmla="*/ 111 w 114"/>
              <a:gd name="T31" fmla="*/ 100 h 113"/>
              <a:gd name="T32" fmla="*/ 110 w 114"/>
              <a:gd name="T33" fmla="*/ 9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4" h="113">
                <a:moveTo>
                  <a:pt x="110" y="90"/>
                </a:moveTo>
                <a:cubicBezTo>
                  <a:pt x="60" y="47"/>
                  <a:pt x="60" y="47"/>
                  <a:pt x="60" y="47"/>
                </a:cubicBezTo>
                <a:cubicBezTo>
                  <a:pt x="62" y="42"/>
                  <a:pt x="64" y="37"/>
                  <a:pt x="64" y="32"/>
                </a:cubicBezTo>
                <a:cubicBezTo>
                  <a:pt x="64" y="14"/>
                  <a:pt x="49" y="0"/>
                  <a:pt x="32" y="0"/>
                </a:cubicBezTo>
                <a:cubicBezTo>
                  <a:pt x="29" y="0"/>
                  <a:pt x="26" y="0"/>
                  <a:pt x="23" y="1"/>
                </a:cubicBezTo>
                <a:cubicBezTo>
                  <a:pt x="41" y="20"/>
                  <a:pt x="41" y="20"/>
                  <a:pt x="41" y="20"/>
                </a:cubicBezTo>
                <a:cubicBezTo>
                  <a:pt x="44" y="22"/>
                  <a:pt x="44" y="27"/>
                  <a:pt x="41" y="30"/>
                </a:cubicBezTo>
                <a:cubicBezTo>
                  <a:pt x="30" y="41"/>
                  <a:pt x="30" y="41"/>
                  <a:pt x="30" y="41"/>
                </a:cubicBezTo>
                <a:cubicBezTo>
                  <a:pt x="27" y="44"/>
                  <a:pt x="23" y="44"/>
                  <a:pt x="20" y="41"/>
                </a:cubicBezTo>
                <a:cubicBezTo>
                  <a:pt x="1" y="23"/>
                  <a:pt x="1" y="23"/>
                  <a:pt x="1" y="23"/>
                </a:cubicBezTo>
                <a:cubicBezTo>
                  <a:pt x="1" y="25"/>
                  <a:pt x="0" y="29"/>
                  <a:pt x="0" y="32"/>
                </a:cubicBezTo>
                <a:cubicBezTo>
                  <a:pt x="0" y="49"/>
                  <a:pt x="14" y="63"/>
                  <a:pt x="32" y="63"/>
                </a:cubicBezTo>
                <a:cubicBezTo>
                  <a:pt x="37" y="63"/>
                  <a:pt x="42" y="62"/>
                  <a:pt x="47" y="60"/>
                </a:cubicBezTo>
                <a:cubicBezTo>
                  <a:pt x="90" y="110"/>
                  <a:pt x="90" y="110"/>
                  <a:pt x="90" y="110"/>
                </a:cubicBezTo>
                <a:cubicBezTo>
                  <a:pt x="93" y="113"/>
                  <a:pt x="97" y="113"/>
                  <a:pt x="100" y="111"/>
                </a:cubicBezTo>
                <a:cubicBezTo>
                  <a:pt x="111" y="100"/>
                  <a:pt x="111" y="100"/>
                  <a:pt x="111" y="100"/>
                </a:cubicBezTo>
                <a:cubicBezTo>
                  <a:pt x="114" y="97"/>
                  <a:pt x="113" y="93"/>
                  <a:pt x="110" y="9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2" name="Freeform 150"/>
          <p:cNvSpPr>
            <a:spLocks noEditPoints="1"/>
          </p:cNvSpPr>
          <p:nvPr/>
        </p:nvSpPr>
        <p:spPr bwMode="auto">
          <a:xfrm>
            <a:off x="8936245" y="5705762"/>
            <a:ext cx="268270" cy="411932"/>
          </a:xfrm>
          <a:custGeom>
            <a:avLst/>
            <a:gdLst>
              <a:gd name="T0" fmla="*/ 84 w 112"/>
              <a:gd name="T1" fmla="*/ 3 h 172"/>
              <a:gd name="T2" fmla="*/ 111 w 112"/>
              <a:gd name="T3" fmla="*/ 19 h 172"/>
              <a:gd name="T4" fmla="*/ 110 w 112"/>
              <a:gd name="T5" fmla="*/ 33 h 172"/>
              <a:gd name="T6" fmla="*/ 103 w 112"/>
              <a:gd name="T7" fmla="*/ 44 h 172"/>
              <a:gd name="T8" fmla="*/ 65 w 112"/>
              <a:gd name="T9" fmla="*/ 21 h 172"/>
              <a:gd name="T10" fmla="*/ 72 w 112"/>
              <a:gd name="T11" fmla="*/ 10 h 172"/>
              <a:gd name="T12" fmla="*/ 84 w 112"/>
              <a:gd name="T13" fmla="*/ 3 h 172"/>
              <a:gd name="T14" fmla="*/ 0 w 112"/>
              <a:gd name="T15" fmla="*/ 130 h 172"/>
              <a:gd name="T16" fmla="*/ 1 w 112"/>
              <a:gd name="T17" fmla="*/ 172 h 172"/>
              <a:gd name="T18" fmla="*/ 38 w 112"/>
              <a:gd name="T19" fmla="*/ 153 h 172"/>
              <a:gd name="T20" fmla="*/ 98 w 112"/>
              <a:gd name="T21" fmla="*/ 52 h 172"/>
              <a:gd name="T22" fmla="*/ 60 w 112"/>
              <a:gd name="T23" fmla="*/ 29 h 172"/>
              <a:gd name="T24" fmla="*/ 0 w 112"/>
              <a:gd name="T25" fmla="*/ 130 h 172"/>
              <a:gd name="T26" fmla="*/ 76 w 112"/>
              <a:gd name="T27" fmla="*/ 57 h 172"/>
              <a:gd name="T28" fmla="*/ 30 w 112"/>
              <a:gd name="T29" fmla="*/ 134 h 172"/>
              <a:gd name="T30" fmla="*/ 20 w 112"/>
              <a:gd name="T31" fmla="*/ 128 h 172"/>
              <a:gd name="T32" fmla="*/ 66 w 112"/>
              <a:gd name="T33" fmla="*/ 52 h 172"/>
              <a:gd name="T34" fmla="*/ 76 w 112"/>
              <a:gd name="T35" fmla="*/ 57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2" h="172">
                <a:moveTo>
                  <a:pt x="84" y="3"/>
                </a:moveTo>
                <a:cubicBezTo>
                  <a:pt x="96" y="0"/>
                  <a:pt x="108" y="7"/>
                  <a:pt x="111" y="19"/>
                </a:cubicBezTo>
                <a:cubicBezTo>
                  <a:pt x="112" y="24"/>
                  <a:pt x="112" y="29"/>
                  <a:pt x="110" y="33"/>
                </a:cubicBezTo>
                <a:cubicBezTo>
                  <a:pt x="103" y="44"/>
                  <a:pt x="103" y="44"/>
                  <a:pt x="103" y="44"/>
                </a:cubicBezTo>
                <a:cubicBezTo>
                  <a:pt x="65" y="21"/>
                  <a:pt x="65" y="21"/>
                  <a:pt x="65" y="21"/>
                </a:cubicBezTo>
                <a:cubicBezTo>
                  <a:pt x="72" y="10"/>
                  <a:pt x="72" y="10"/>
                  <a:pt x="72" y="10"/>
                </a:cubicBezTo>
                <a:cubicBezTo>
                  <a:pt x="75" y="7"/>
                  <a:pt x="79" y="4"/>
                  <a:pt x="84" y="3"/>
                </a:cubicBezTo>
                <a:close/>
                <a:moveTo>
                  <a:pt x="0" y="130"/>
                </a:moveTo>
                <a:cubicBezTo>
                  <a:pt x="1" y="172"/>
                  <a:pt x="1" y="172"/>
                  <a:pt x="1" y="172"/>
                </a:cubicBezTo>
                <a:cubicBezTo>
                  <a:pt x="38" y="153"/>
                  <a:pt x="38" y="153"/>
                  <a:pt x="38" y="153"/>
                </a:cubicBezTo>
                <a:cubicBezTo>
                  <a:pt x="98" y="52"/>
                  <a:pt x="98" y="52"/>
                  <a:pt x="98" y="52"/>
                </a:cubicBezTo>
                <a:cubicBezTo>
                  <a:pt x="60" y="29"/>
                  <a:pt x="60" y="29"/>
                  <a:pt x="60" y="29"/>
                </a:cubicBezTo>
                <a:lnTo>
                  <a:pt x="0" y="130"/>
                </a:lnTo>
                <a:close/>
                <a:moveTo>
                  <a:pt x="76" y="57"/>
                </a:moveTo>
                <a:cubicBezTo>
                  <a:pt x="30" y="134"/>
                  <a:pt x="30" y="134"/>
                  <a:pt x="30" y="134"/>
                </a:cubicBezTo>
                <a:cubicBezTo>
                  <a:pt x="20" y="128"/>
                  <a:pt x="20" y="128"/>
                  <a:pt x="20" y="128"/>
                </a:cubicBezTo>
                <a:cubicBezTo>
                  <a:pt x="66" y="52"/>
                  <a:pt x="66" y="52"/>
                  <a:pt x="66" y="52"/>
                </a:cubicBezTo>
                <a:lnTo>
                  <a:pt x="76" y="5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3" name="Freeform 151"/>
          <p:cNvSpPr>
            <a:spLocks noEditPoints="1"/>
          </p:cNvSpPr>
          <p:nvPr/>
        </p:nvSpPr>
        <p:spPr bwMode="auto">
          <a:xfrm>
            <a:off x="9257287" y="5720421"/>
            <a:ext cx="228689" cy="260939"/>
          </a:xfrm>
          <a:custGeom>
            <a:avLst/>
            <a:gdLst>
              <a:gd name="T0" fmla="*/ 40 w 95"/>
              <a:gd name="T1" fmla="*/ 61 h 109"/>
              <a:gd name="T2" fmla="*/ 34 w 95"/>
              <a:gd name="T3" fmla="*/ 54 h 109"/>
              <a:gd name="T4" fmla="*/ 13 w 95"/>
              <a:gd name="T5" fmla="*/ 75 h 109"/>
              <a:gd name="T6" fmla="*/ 34 w 95"/>
              <a:gd name="T7" fmla="*/ 95 h 109"/>
              <a:gd name="T8" fmla="*/ 40 w 95"/>
              <a:gd name="T9" fmla="*/ 88 h 109"/>
              <a:gd name="T10" fmla="*/ 27 w 95"/>
              <a:gd name="T11" fmla="*/ 75 h 109"/>
              <a:gd name="T12" fmla="*/ 40 w 95"/>
              <a:gd name="T13" fmla="*/ 61 h 109"/>
              <a:gd name="T14" fmla="*/ 54 w 95"/>
              <a:gd name="T15" fmla="*/ 88 h 109"/>
              <a:gd name="T16" fmla="*/ 61 w 95"/>
              <a:gd name="T17" fmla="*/ 95 h 109"/>
              <a:gd name="T18" fmla="*/ 81 w 95"/>
              <a:gd name="T19" fmla="*/ 75 h 109"/>
              <a:gd name="T20" fmla="*/ 61 w 95"/>
              <a:gd name="T21" fmla="*/ 54 h 109"/>
              <a:gd name="T22" fmla="*/ 54 w 95"/>
              <a:gd name="T23" fmla="*/ 61 h 109"/>
              <a:gd name="T24" fmla="*/ 68 w 95"/>
              <a:gd name="T25" fmla="*/ 75 h 109"/>
              <a:gd name="T26" fmla="*/ 54 w 95"/>
              <a:gd name="T27" fmla="*/ 88 h 109"/>
              <a:gd name="T28" fmla="*/ 89 w 95"/>
              <a:gd name="T29" fmla="*/ 21 h 109"/>
              <a:gd name="T30" fmla="*/ 74 w 95"/>
              <a:gd name="T31" fmla="*/ 6 h 109"/>
              <a:gd name="T32" fmla="*/ 59 w 95"/>
              <a:gd name="T33" fmla="*/ 0 h 109"/>
              <a:gd name="T34" fmla="*/ 8 w 95"/>
              <a:gd name="T35" fmla="*/ 0 h 109"/>
              <a:gd name="T36" fmla="*/ 0 w 95"/>
              <a:gd name="T37" fmla="*/ 8 h 109"/>
              <a:gd name="T38" fmla="*/ 0 w 95"/>
              <a:gd name="T39" fmla="*/ 100 h 109"/>
              <a:gd name="T40" fmla="*/ 8 w 95"/>
              <a:gd name="T41" fmla="*/ 109 h 109"/>
              <a:gd name="T42" fmla="*/ 86 w 95"/>
              <a:gd name="T43" fmla="*/ 109 h 109"/>
              <a:gd name="T44" fmla="*/ 95 w 95"/>
              <a:gd name="T45" fmla="*/ 100 h 109"/>
              <a:gd name="T46" fmla="*/ 95 w 95"/>
              <a:gd name="T47" fmla="*/ 36 h 109"/>
              <a:gd name="T48" fmla="*/ 89 w 95"/>
              <a:gd name="T49" fmla="*/ 21 h 109"/>
              <a:gd name="T50" fmla="*/ 84 w 95"/>
              <a:gd name="T51" fmla="*/ 26 h 109"/>
              <a:gd name="T52" fmla="*/ 85 w 95"/>
              <a:gd name="T53" fmla="*/ 27 h 109"/>
              <a:gd name="T54" fmla="*/ 68 w 95"/>
              <a:gd name="T55" fmla="*/ 27 h 109"/>
              <a:gd name="T56" fmla="*/ 68 w 95"/>
              <a:gd name="T57" fmla="*/ 10 h 109"/>
              <a:gd name="T58" fmla="*/ 69 w 95"/>
              <a:gd name="T59" fmla="*/ 11 h 109"/>
              <a:gd name="T60" fmla="*/ 84 w 95"/>
              <a:gd name="T61" fmla="*/ 26 h 109"/>
              <a:gd name="T62" fmla="*/ 88 w 95"/>
              <a:gd name="T63" fmla="*/ 100 h 109"/>
              <a:gd name="T64" fmla="*/ 86 w 95"/>
              <a:gd name="T65" fmla="*/ 102 h 109"/>
              <a:gd name="T66" fmla="*/ 8 w 95"/>
              <a:gd name="T67" fmla="*/ 102 h 109"/>
              <a:gd name="T68" fmla="*/ 6 w 95"/>
              <a:gd name="T69" fmla="*/ 100 h 109"/>
              <a:gd name="T70" fmla="*/ 6 w 95"/>
              <a:gd name="T71" fmla="*/ 8 h 109"/>
              <a:gd name="T72" fmla="*/ 8 w 95"/>
              <a:gd name="T73" fmla="*/ 7 h 109"/>
              <a:gd name="T74" fmla="*/ 59 w 95"/>
              <a:gd name="T75" fmla="*/ 7 h 109"/>
              <a:gd name="T76" fmla="*/ 61 w 95"/>
              <a:gd name="T77" fmla="*/ 7 h 109"/>
              <a:gd name="T78" fmla="*/ 61 w 95"/>
              <a:gd name="T79" fmla="*/ 34 h 109"/>
              <a:gd name="T80" fmla="*/ 88 w 95"/>
              <a:gd name="T81" fmla="*/ 34 h 109"/>
              <a:gd name="T82" fmla="*/ 88 w 95"/>
              <a:gd name="T83" fmla="*/ 36 h 109"/>
              <a:gd name="T84" fmla="*/ 88 w 95"/>
              <a:gd name="T85" fmla="*/ 10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5" h="109">
                <a:moveTo>
                  <a:pt x="40" y="61"/>
                </a:moveTo>
                <a:cubicBezTo>
                  <a:pt x="34" y="54"/>
                  <a:pt x="34" y="54"/>
                  <a:pt x="34" y="54"/>
                </a:cubicBezTo>
                <a:cubicBezTo>
                  <a:pt x="13" y="75"/>
                  <a:pt x="13" y="75"/>
                  <a:pt x="13" y="75"/>
                </a:cubicBezTo>
                <a:cubicBezTo>
                  <a:pt x="34" y="95"/>
                  <a:pt x="34" y="95"/>
                  <a:pt x="34" y="95"/>
                </a:cubicBezTo>
                <a:cubicBezTo>
                  <a:pt x="40" y="88"/>
                  <a:pt x="40" y="88"/>
                  <a:pt x="40" y="88"/>
                </a:cubicBezTo>
                <a:cubicBezTo>
                  <a:pt x="27" y="75"/>
                  <a:pt x="27" y="75"/>
                  <a:pt x="27" y="75"/>
                </a:cubicBezTo>
                <a:lnTo>
                  <a:pt x="40" y="61"/>
                </a:lnTo>
                <a:close/>
                <a:moveTo>
                  <a:pt x="54" y="88"/>
                </a:moveTo>
                <a:cubicBezTo>
                  <a:pt x="61" y="95"/>
                  <a:pt x="61" y="95"/>
                  <a:pt x="61" y="95"/>
                </a:cubicBezTo>
                <a:cubicBezTo>
                  <a:pt x="81" y="75"/>
                  <a:pt x="81" y="75"/>
                  <a:pt x="81" y="75"/>
                </a:cubicBezTo>
                <a:cubicBezTo>
                  <a:pt x="61" y="54"/>
                  <a:pt x="61" y="54"/>
                  <a:pt x="61" y="54"/>
                </a:cubicBezTo>
                <a:cubicBezTo>
                  <a:pt x="54" y="61"/>
                  <a:pt x="54" y="61"/>
                  <a:pt x="54" y="61"/>
                </a:cubicBezTo>
                <a:cubicBezTo>
                  <a:pt x="68" y="75"/>
                  <a:pt x="68" y="75"/>
                  <a:pt x="68" y="75"/>
                </a:cubicBezTo>
                <a:lnTo>
                  <a:pt x="54" y="88"/>
                </a:lnTo>
                <a:close/>
                <a:moveTo>
                  <a:pt x="89" y="21"/>
                </a:moveTo>
                <a:cubicBezTo>
                  <a:pt x="74" y="6"/>
                  <a:pt x="74" y="6"/>
                  <a:pt x="74" y="6"/>
                </a:cubicBezTo>
                <a:cubicBezTo>
                  <a:pt x="70" y="3"/>
                  <a:pt x="64" y="0"/>
                  <a:pt x="59" y="0"/>
                </a:cubicBezTo>
                <a:cubicBezTo>
                  <a:pt x="8" y="0"/>
                  <a:pt x="8" y="0"/>
                  <a:pt x="8" y="0"/>
                </a:cubicBezTo>
                <a:cubicBezTo>
                  <a:pt x="3" y="0"/>
                  <a:pt x="0" y="4"/>
                  <a:pt x="0" y="8"/>
                </a:cubicBezTo>
                <a:cubicBezTo>
                  <a:pt x="0" y="100"/>
                  <a:pt x="0" y="100"/>
                  <a:pt x="0" y="100"/>
                </a:cubicBezTo>
                <a:cubicBezTo>
                  <a:pt x="0" y="105"/>
                  <a:pt x="3" y="109"/>
                  <a:pt x="8" y="109"/>
                </a:cubicBezTo>
                <a:cubicBezTo>
                  <a:pt x="86" y="109"/>
                  <a:pt x="86" y="109"/>
                  <a:pt x="86" y="109"/>
                </a:cubicBezTo>
                <a:cubicBezTo>
                  <a:pt x="91" y="109"/>
                  <a:pt x="95" y="105"/>
                  <a:pt x="95" y="100"/>
                </a:cubicBezTo>
                <a:cubicBezTo>
                  <a:pt x="95" y="36"/>
                  <a:pt x="95" y="36"/>
                  <a:pt x="95" y="36"/>
                </a:cubicBezTo>
                <a:cubicBezTo>
                  <a:pt x="95" y="31"/>
                  <a:pt x="92" y="24"/>
                  <a:pt x="89" y="21"/>
                </a:cubicBezTo>
                <a:close/>
                <a:moveTo>
                  <a:pt x="84" y="26"/>
                </a:moveTo>
                <a:cubicBezTo>
                  <a:pt x="84" y="26"/>
                  <a:pt x="85" y="27"/>
                  <a:pt x="85" y="27"/>
                </a:cubicBezTo>
                <a:cubicBezTo>
                  <a:pt x="68" y="27"/>
                  <a:pt x="68" y="27"/>
                  <a:pt x="68" y="27"/>
                </a:cubicBezTo>
                <a:cubicBezTo>
                  <a:pt x="68" y="10"/>
                  <a:pt x="68" y="10"/>
                  <a:pt x="68" y="10"/>
                </a:cubicBezTo>
                <a:cubicBezTo>
                  <a:pt x="68" y="10"/>
                  <a:pt x="68" y="10"/>
                  <a:pt x="69" y="11"/>
                </a:cubicBezTo>
                <a:lnTo>
                  <a:pt x="84" y="26"/>
                </a:lnTo>
                <a:close/>
                <a:moveTo>
                  <a:pt x="88" y="100"/>
                </a:moveTo>
                <a:cubicBezTo>
                  <a:pt x="88" y="101"/>
                  <a:pt x="87" y="102"/>
                  <a:pt x="86" y="102"/>
                </a:cubicBezTo>
                <a:cubicBezTo>
                  <a:pt x="8" y="102"/>
                  <a:pt x="8" y="102"/>
                  <a:pt x="8" y="102"/>
                </a:cubicBezTo>
                <a:cubicBezTo>
                  <a:pt x="7" y="102"/>
                  <a:pt x="6" y="101"/>
                  <a:pt x="6" y="100"/>
                </a:cubicBezTo>
                <a:cubicBezTo>
                  <a:pt x="6" y="8"/>
                  <a:pt x="6" y="8"/>
                  <a:pt x="6" y="8"/>
                </a:cubicBezTo>
                <a:cubicBezTo>
                  <a:pt x="6" y="7"/>
                  <a:pt x="7" y="7"/>
                  <a:pt x="8" y="7"/>
                </a:cubicBezTo>
                <a:cubicBezTo>
                  <a:pt x="59" y="7"/>
                  <a:pt x="59" y="7"/>
                  <a:pt x="59" y="7"/>
                </a:cubicBezTo>
                <a:cubicBezTo>
                  <a:pt x="60" y="7"/>
                  <a:pt x="60" y="7"/>
                  <a:pt x="61" y="7"/>
                </a:cubicBezTo>
                <a:cubicBezTo>
                  <a:pt x="61" y="34"/>
                  <a:pt x="61" y="34"/>
                  <a:pt x="61" y="34"/>
                </a:cubicBezTo>
                <a:cubicBezTo>
                  <a:pt x="88" y="34"/>
                  <a:pt x="88" y="34"/>
                  <a:pt x="88" y="34"/>
                </a:cubicBezTo>
                <a:cubicBezTo>
                  <a:pt x="88" y="34"/>
                  <a:pt x="88" y="35"/>
                  <a:pt x="88" y="36"/>
                </a:cubicBezTo>
                <a:lnTo>
                  <a:pt x="88" y="100"/>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4" name="Freeform 152"/>
          <p:cNvSpPr>
            <a:spLocks noEditPoints="1"/>
          </p:cNvSpPr>
          <p:nvPr/>
        </p:nvSpPr>
        <p:spPr bwMode="auto">
          <a:xfrm>
            <a:off x="8838024" y="3212176"/>
            <a:ext cx="300521" cy="222825"/>
          </a:xfrm>
          <a:custGeom>
            <a:avLst/>
            <a:gdLst>
              <a:gd name="T0" fmla="*/ 101 w 125"/>
              <a:gd name="T1" fmla="*/ 0 h 93"/>
              <a:gd name="T2" fmla="*/ 23 w 125"/>
              <a:gd name="T3" fmla="*/ 0 h 93"/>
              <a:gd name="T4" fmla="*/ 0 w 125"/>
              <a:gd name="T5" fmla="*/ 23 h 93"/>
              <a:gd name="T6" fmla="*/ 0 w 125"/>
              <a:gd name="T7" fmla="*/ 70 h 93"/>
              <a:gd name="T8" fmla="*/ 23 w 125"/>
              <a:gd name="T9" fmla="*/ 93 h 93"/>
              <a:gd name="T10" fmla="*/ 101 w 125"/>
              <a:gd name="T11" fmla="*/ 93 h 93"/>
              <a:gd name="T12" fmla="*/ 125 w 125"/>
              <a:gd name="T13" fmla="*/ 70 h 93"/>
              <a:gd name="T14" fmla="*/ 125 w 125"/>
              <a:gd name="T15" fmla="*/ 23 h 93"/>
              <a:gd name="T16" fmla="*/ 101 w 125"/>
              <a:gd name="T17" fmla="*/ 0 h 93"/>
              <a:gd name="T18" fmla="*/ 47 w 125"/>
              <a:gd name="T19" fmla="*/ 78 h 93"/>
              <a:gd name="T20" fmla="*/ 47 w 125"/>
              <a:gd name="T21" fmla="*/ 15 h 93"/>
              <a:gd name="T22" fmla="*/ 86 w 125"/>
              <a:gd name="T23" fmla="*/ 46 h 93"/>
              <a:gd name="T24" fmla="*/ 47 w 125"/>
              <a:gd name="T25" fmla="*/ 7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93">
                <a:moveTo>
                  <a:pt x="101" y="0"/>
                </a:moveTo>
                <a:cubicBezTo>
                  <a:pt x="23" y="0"/>
                  <a:pt x="23" y="0"/>
                  <a:pt x="23" y="0"/>
                </a:cubicBezTo>
                <a:cubicBezTo>
                  <a:pt x="11" y="0"/>
                  <a:pt x="0" y="10"/>
                  <a:pt x="0" y="23"/>
                </a:cubicBezTo>
                <a:cubicBezTo>
                  <a:pt x="0" y="70"/>
                  <a:pt x="0" y="70"/>
                  <a:pt x="0" y="70"/>
                </a:cubicBezTo>
                <a:cubicBezTo>
                  <a:pt x="0" y="83"/>
                  <a:pt x="11" y="93"/>
                  <a:pt x="23" y="93"/>
                </a:cubicBezTo>
                <a:cubicBezTo>
                  <a:pt x="101" y="93"/>
                  <a:pt x="101" y="93"/>
                  <a:pt x="101" y="93"/>
                </a:cubicBezTo>
                <a:cubicBezTo>
                  <a:pt x="114" y="93"/>
                  <a:pt x="125" y="83"/>
                  <a:pt x="125" y="70"/>
                </a:cubicBezTo>
                <a:cubicBezTo>
                  <a:pt x="125" y="23"/>
                  <a:pt x="125" y="23"/>
                  <a:pt x="125" y="23"/>
                </a:cubicBezTo>
                <a:cubicBezTo>
                  <a:pt x="125" y="10"/>
                  <a:pt x="114" y="0"/>
                  <a:pt x="101" y="0"/>
                </a:cubicBezTo>
                <a:close/>
                <a:moveTo>
                  <a:pt x="47" y="78"/>
                </a:moveTo>
                <a:cubicBezTo>
                  <a:pt x="47" y="15"/>
                  <a:pt x="47" y="15"/>
                  <a:pt x="47" y="15"/>
                </a:cubicBezTo>
                <a:cubicBezTo>
                  <a:pt x="86" y="46"/>
                  <a:pt x="86" y="46"/>
                  <a:pt x="86" y="46"/>
                </a:cubicBezTo>
                <a:lnTo>
                  <a:pt x="47" y="78"/>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5" name="Freeform 153"/>
          <p:cNvSpPr>
            <a:spLocks noEditPoints="1"/>
          </p:cNvSpPr>
          <p:nvPr/>
        </p:nvSpPr>
        <p:spPr bwMode="auto">
          <a:xfrm>
            <a:off x="8467139" y="5021162"/>
            <a:ext cx="155392" cy="158322"/>
          </a:xfrm>
          <a:custGeom>
            <a:avLst/>
            <a:gdLst>
              <a:gd name="T0" fmla="*/ 61 w 65"/>
              <a:gd name="T1" fmla="*/ 19 h 66"/>
              <a:gd name="T2" fmla="*/ 47 w 65"/>
              <a:gd name="T3" fmla="*/ 4 h 66"/>
              <a:gd name="T4" fmla="*/ 51 w 65"/>
              <a:gd name="T5" fmla="*/ 0 h 66"/>
              <a:gd name="T6" fmla="*/ 65 w 65"/>
              <a:gd name="T7" fmla="*/ 15 h 66"/>
              <a:gd name="T8" fmla="*/ 61 w 65"/>
              <a:gd name="T9" fmla="*/ 19 h 66"/>
              <a:gd name="T10" fmla="*/ 57 w 65"/>
              <a:gd name="T11" fmla="*/ 23 h 66"/>
              <a:gd name="T12" fmla="*/ 55 w 65"/>
              <a:gd name="T13" fmla="*/ 46 h 66"/>
              <a:gd name="T14" fmla="*/ 10 w 65"/>
              <a:gd name="T15" fmla="*/ 66 h 66"/>
              <a:gd name="T16" fmla="*/ 6 w 65"/>
              <a:gd name="T17" fmla="*/ 63 h 66"/>
              <a:gd name="T18" fmla="*/ 24 w 65"/>
              <a:gd name="T19" fmla="*/ 45 h 66"/>
              <a:gd name="T20" fmla="*/ 26 w 65"/>
              <a:gd name="T21" fmla="*/ 46 h 66"/>
              <a:gd name="T22" fmla="*/ 32 w 65"/>
              <a:gd name="T23" fmla="*/ 39 h 66"/>
              <a:gd name="T24" fmla="*/ 26 w 65"/>
              <a:gd name="T25" fmla="*/ 33 h 66"/>
              <a:gd name="T26" fmla="*/ 20 w 65"/>
              <a:gd name="T27" fmla="*/ 39 h 66"/>
              <a:gd name="T28" fmla="*/ 21 w 65"/>
              <a:gd name="T29" fmla="*/ 42 h 66"/>
              <a:gd name="T30" fmla="*/ 3 w 65"/>
              <a:gd name="T31" fmla="*/ 59 h 66"/>
              <a:gd name="T32" fmla="*/ 0 w 65"/>
              <a:gd name="T33" fmla="*/ 56 h 66"/>
              <a:gd name="T34" fmla="*/ 20 w 65"/>
              <a:gd name="T35" fmla="*/ 10 h 66"/>
              <a:gd name="T36" fmla="*/ 43 w 65"/>
              <a:gd name="T37" fmla="*/ 8 h 66"/>
              <a:gd name="T38" fmla="*/ 57 w 65"/>
              <a:gd name="T39" fmla="*/ 2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66">
                <a:moveTo>
                  <a:pt x="61" y="19"/>
                </a:moveTo>
                <a:cubicBezTo>
                  <a:pt x="47" y="4"/>
                  <a:pt x="47" y="4"/>
                  <a:pt x="47" y="4"/>
                </a:cubicBezTo>
                <a:cubicBezTo>
                  <a:pt x="51" y="0"/>
                  <a:pt x="51" y="0"/>
                  <a:pt x="51" y="0"/>
                </a:cubicBezTo>
                <a:cubicBezTo>
                  <a:pt x="65" y="15"/>
                  <a:pt x="65" y="15"/>
                  <a:pt x="65" y="15"/>
                </a:cubicBezTo>
                <a:lnTo>
                  <a:pt x="61" y="19"/>
                </a:lnTo>
                <a:close/>
                <a:moveTo>
                  <a:pt x="57" y="23"/>
                </a:moveTo>
                <a:cubicBezTo>
                  <a:pt x="55" y="46"/>
                  <a:pt x="55" y="46"/>
                  <a:pt x="55" y="46"/>
                </a:cubicBezTo>
                <a:cubicBezTo>
                  <a:pt x="37" y="46"/>
                  <a:pt x="10" y="66"/>
                  <a:pt x="10" y="66"/>
                </a:cubicBezTo>
                <a:cubicBezTo>
                  <a:pt x="6" y="63"/>
                  <a:pt x="6" y="63"/>
                  <a:pt x="6" y="63"/>
                </a:cubicBezTo>
                <a:cubicBezTo>
                  <a:pt x="24" y="45"/>
                  <a:pt x="24" y="45"/>
                  <a:pt x="24" y="45"/>
                </a:cubicBezTo>
                <a:cubicBezTo>
                  <a:pt x="25" y="45"/>
                  <a:pt x="25" y="46"/>
                  <a:pt x="26" y="46"/>
                </a:cubicBezTo>
                <a:cubicBezTo>
                  <a:pt x="30" y="46"/>
                  <a:pt x="32" y="43"/>
                  <a:pt x="32" y="39"/>
                </a:cubicBezTo>
                <a:cubicBezTo>
                  <a:pt x="32" y="36"/>
                  <a:pt x="30" y="33"/>
                  <a:pt x="26" y="33"/>
                </a:cubicBezTo>
                <a:cubicBezTo>
                  <a:pt x="23" y="33"/>
                  <a:pt x="20" y="36"/>
                  <a:pt x="20" y="39"/>
                </a:cubicBezTo>
                <a:cubicBezTo>
                  <a:pt x="20" y="40"/>
                  <a:pt x="20" y="41"/>
                  <a:pt x="21" y="42"/>
                </a:cubicBezTo>
                <a:cubicBezTo>
                  <a:pt x="3" y="59"/>
                  <a:pt x="3" y="59"/>
                  <a:pt x="3" y="59"/>
                </a:cubicBezTo>
                <a:cubicBezTo>
                  <a:pt x="0" y="56"/>
                  <a:pt x="0" y="56"/>
                  <a:pt x="0" y="56"/>
                </a:cubicBezTo>
                <a:cubicBezTo>
                  <a:pt x="0" y="56"/>
                  <a:pt x="20" y="29"/>
                  <a:pt x="20" y="10"/>
                </a:cubicBezTo>
                <a:cubicBezTo>
                  <a:pt x="43" y="8"/>
                  <a:pt x="43" y="8"/>
                  <a:pt x="43" y="8"/>
                </a:cubicBezTo>
                <a:lnTo>
                  <a:pt x="57" y="23"/>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6" name="Freeform 154"/>
          <p:cNvSpPr/>
          <p:nvPr/>
        </p:nvSpPr>
        <p:spPr bwMode="auto">
          <a:xfrm>
            <a:off x="8733942" y="4836451"/>
            <a:ext cx="209632" cy="200834"/>
          </a:xfrm>
          <a:custGeom>
            <a:avLst/>
            <a:gdLst>
              <a:gd name="T0" fmla="*/ 55 w 88"/>
              <a:gd name="T1" fmla="*/ 59 h 84"/>
              <a:gd name="T2" fmla="*/ 53 w 88"/>
              <a:gd name="T3" fmla="*/ 53 h 84"/>
              <a:gd name="T4" fmla="*/ 61 w 88"/>
              <a:gd name="T5" fmla="*/ 38 h 84"/>
              <a:gd name="T6" fmla="*/ 63 w 88"/>
              <a:gd name="T7" fmla="*/ 26 h 84"/>
              <a:gd name="T8" fmla="*/ 44 w 88"/>
              <a:gd name="T9" fmla="*/ 0 h 84"/>
              <a:gd name="T10" fmla="*/ 25 w 88"/>
              <a:gd name="T11" fmla="*/ 26 h 84"/>
              <a:gd name="T12" fmla="*/ 28 w 88"/>
              <a:gd name="T13" fmla="*/ 38 h 84"/>
              <a:gd name="T14" fmla="*/ 36 w 88"/>
              <a:gd name="T15" fmla="*/ 53 h 84"/>
              <a:gd name="T16" fmla="*/ 33 w 88"/>
              <a:gd name="T17" fmla="*/ 59 h 84"/>
              <a:gd name="T18" fmla="*/ 0 w 88"/>
              <a:gd name="T19" fmla="*/ 84 h 84"/>
              <a:gd name="T20" fmla="*/ 44 w 88"/>
              <a:gd name="T21" fmla="*/ 84 h 84"/>
              <a:gd name="T22" fmla="*/ 88 w 88"/>
              <a:gd name="T23" fmla="*/ 84 h 84"/>
              <a:gd name="T24" fmla="*/ 55 w 88"/>
              <a:gd name="T25"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4">
                <a:moveTo>
                  <a:pt x="55" y="59"/>
                </a:moveTo>
                <a:cubicBezTo>
                  <a:pt x="53" y="59"/>
                  <a:pt x="53" y="53"/>
                  <a:pt x="53" y="53"/>
                </a:cubicBezTo>
                <a:cubicBezTo>
                  <a:pt x="53" y="53"/>
                  <a:pt x="59" y="46"/>
                  <a:pt x="61" y="38"/>
                </a:cubicBezTo>
                <a:cubicBezTo>
                  <a:pt x="64" y="38"/>
                  <a:pt x="67" y="29"/>
                  <a:pt x="63" y="26"/>
                </a:cubicBezTo>
                <a:cubicBezTo>
                  <a:pt x="63" y="22"/>
                  <a:pt x="68" y="0"/>
                  <a:pt x="44" y="0"/>
                </a:cubicBezTo>
                <a:cubicBezTo>
                  <a:pt x="21" y="0"/>
                  <a:pt x="25" y="22"/>
                  <a:pt x="25" y="26"/>
                </a:cubicBezTo>
                <a:cubicBezTo>
                  <a:pt x="22" y="29"/>
                  <a:pt x="24" y="38"/>
                  <a:pt x="28" y="38"/>
                </a:cubicBezTo>
                <a:cubicBezTo>
                  <a:pt x="29" y="46"/>
                  <a:pt x="36" y="53"/>
                  <a:pt x="36" y="53"/>
                </a:cubicBezTo>
                <a:cubicBezTo>
                  <a:pt x="36" y="53"/>
                  <a:pt x="35" y="59"/>
                  <a:pt x="33" y="59"/>
                </a:cubicBezTo>
                <a:cubicBezTo>
                  <a:pt x="26" y="60"/>
                  <a:pt x="0" y="72"/>
                  <a:pt x="0" y="84"/>
                </a:cubicBezTo>
                <a:cubicBezTo>
                  <a:pt x="44" y="84"/>
                  <a:pt x="44" y="84"/>
                  <a:pt x="44" y="84"/>
                </a:cubicBezTo>
                <a:cubicBezTo>
                  <a:pt x="88" y="84"/>
                  <a:pt x="88" y="84"/>
                  <a:pt x="88" y="84"/>
                </a:cubicBezTo>
                <a:cubicBezTo>
                  <a:pt x="88" y="72"/>
                  <a:pt x="62" y="60"/>
                  <a:pt x="55" y="59"/>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7" name="Freeform 155"/>
          <p:cNvSpPr>
            <a:spLocks noEditPoints="1"/>
          </p:cNvSpPr>
          <p:nvPr/>
        </p:nvSpPr>
        <p:spPr bwMode="auto">
          <a:xfrm>
            <a:off x="8096253" y="5186813"/>
            <a:ext cx="196438" cy="196438"/>
          </a:xfrm>
          <a:custGeom>
            <a:avLst/>
            <a:gdLst>
              <a:gd name="T0" fmla="*/ 0 w 82"/>
              <a:gd name="T1" fmla="*/ 41 h 82"/>
              <a:gd name="T2" fmla="*/ 82 w 82"/>
              <a:gd name="T3" fmla="*/ 41 h 82"/>
              <a:gd name="T4" fmla="*/ 64 w 82"/>
              <a:gd name="T5" fmla="*/ 55 h 82"/>
              <a:gd name="T6" fmla="*/ 77 w 82"/>
              <a:gd name="T7" fmla="*/ 44 h 82"/>
              <a:gd name="T8" fmla="*/ 64 w 82"/>
              <a:gd name="T9" fmla="*/ 55 h 82"/>
              <a:gd name="T10" fmla="*/ 16 w 82"/>
              <a:gd name="T11" fmla="*/ 38 h 82"/>
              <a:gd name="T12" fmla="*/ 8 w 82"/>
              <a:gd name="T13" fmla="*/ 27 h 82"/>
              <a:gd name="T14" fmla="*/ 59 w 82"/>
              <a:gd name="T15" fmla="*/ 27 h 82"/>
              <a:gd name="T16" fmla="*/ 44 w 82"/>
              <a:gd name="T17" fmla="*/ 38 h 82"/>
              <a:gd name="T18" fmla="*/ 59 w 82"/>
              <a:gd name="T19" fmla="*/ 27 h 82"/>
              <a:gd name="T20" fmla="*/ 44 w 82"/>
              <a:gd name="T21" fmla="*/ 5 h 82"/>
              <a:gd name="T22" fmla="*/ 54 w 82"/>
              <a:gd name="T23" fmla="*/ 14 h 82"/>
              <a:gd name="T24" fmla="*/ 44 w 82"/>
              <a:gd name="T25" fmla="*/ 22 h 82"/>
              <a:gd name="T26" fmla="*/ 35 w 82"/>
              <a:gd name="T27" fmla="*/ 7 h 82"/>
              <a:gd name="T28" fmla="*/ 38 w 82"/>
              <a:gd name="T29" fmla="*/ 22 h 82"/>
              <a:gd name="T30" fmla="*/ 28 w 82"/>
              <a:gd name="T31" fmla="*/ 14 h 82"/>
              <a:gd name="T32" fmla="*/ 38 w 82"/>
              <a:gd name="T33" fmla="*/ 38 h 82"/>
              <a:gd name="T34" fmla="*/ 23 w 82"/>
              <a:gd name="T35" fmla="*/ 27 h 82"/>
              <a:gd name="T36" fmla="*/ 8 w 82"/>
              <a:gd name="T37" fmla="*/ 55 h 82"/>
              <a:gd name="T38" fmla="*/ 16 w 82"/>
              <a:gd name="T39" fmla="*/ 44 h 82"/>
              <a:gd name="T40" fmla="*/ 8 w 82"/>
              <a:gd name="T41" fmla="*/ 55 h 82"/>
              <a:gd name="T42" fmla="*/ 38 w 82"/>
              <a:gd name="T43" fmla="*/ 44 h 82"/>
              <a:gd name="T44" fmla="*/ 23 w 82"/>
              <a:gd name="T45" fmla="*/ 55 h 82"/>
              <a:gd name="T46" fmla="*/ 38 w 82"/>
              <a:gd name="T47" fmla="*/ 60 h 82"/>
              <a:gd name="T48" fmla="*/ 35 w 82"/>
              <a:gd name="T49" fmla="*/ 74 h 82"/>
              <a:gd name="T50" fmla="*/ 25 w 82"/>
              <a:gd name="T51" fmla="*/ 60 h 82"/>
              <a:gd name="T52" fmla="*/ 54 w 82"/>
              <a:gd name="T53" fmla="*/ 67 h 82"/>
              <a:gd name="T54" fmla="*/ 44 w 82"/>
              <a:gd name="T55" fmla="*/ 76 h 82"/>
              <a:gd name="T56" fmla="*/ 57 w 82"/>
              <a:gd name="T57" fmla="*/ 60 h 82"/>
              <a:gd name="T58" fmla="*/ 44 w 82"/>
              <a:gd name="T59" fmla="*/ 55 h 82"/>
              <a:gd name="T60" fmla="*/ 60 w 82"/>
              <a:gd name="T61" fmla="*/ 44 h 82"/>
              <a:gd name="T62" fmla="*/ 44 w 82"/>
              <a:gd name="T63" fmla="*/ 55 h 82"/>
              <a:gd name="T64" fmla="*/ 64 w 82"/>
              <a:gd name="T65" fmla="*/ 27 h 82"/>
              <a:gd name="T66" fmla="*/ 77 w 82"/>
              <a:gd name="T67" fmla="*/ 38 h 82"/>
              <a:gd name="T68" fmla="*/ 71 w 82"/>
              <a:gd name="T69" fmla="*/ 22 h 82"/>
              <a:gd name="T70" fmla="*/ 57 w 82"/>
              <a:gd name="T71" fmla="*/ 9 h 82"/>
              <a:gd name="T72" fmla="*/ 71 w 82"/>
              <a:gd name="T73" fmla="*/ 22 h 82"/>
              <a:gd name="T74" fmla="*/ 26 w 82"/>
              <a:gd name="T75" fmla="*/ 9 h 82"/>
              <a:gd name="T76" fmla="*/ 11 w 82"/>
              <a:gd name="T77" fmla="*/ 22 h 82"/>
              <a:gd name="T78" fmla="*/ 11 w 82"/>
              <a:gd name="T79" fmla="*/ 60 h 82"/>
              <a:gd name="T80" fmla="*/ 26 w 82"/>
              <a:gd name="T81" fmla="*/ 73 h 82"/>
              <a:gd name="T82" fmla="*/ 11 w 82"/>
              <a:gd name="T83" fmla="*/ 60 h 82"/>
              <a:gd name="T84" fmla="*/ 57 w 82"/>
              <a:gd name="T85" fmla="*/ 73 h 82"/>
              <a:gd name="T86" fmla="*/ 71 w 82"/>
              <a:gd name="T87" fmla="*/ 6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2" h="82">
                <a:moveTo>
                  <a:pt x="41" y="0"/>
                </a:moveTo>
                <a:cubicBezTo>
                  <a:pt x="18" y="0"/>
                  <a:pt x="0" y="18"/>
                  <a:pt x="0" y="41"/>
                </a:cubicBezTo>
                <a:cubicBezTo>
                  <a:pt x="0" y="64"/>
                  <a:pt x="18" y="82"/>
                  <a:pt x="41" y="82"/>
                </a:cubicBezTo>
                <a:cubicBezTo>
                  <a:pt x="64" y="82"/>
                  <a:pt x="82" y="64"/>
                  <a:pt x="82" y="41"/>
                </a:cubicBezTo>
                <a:cubicBezTo>
                  <a:pt x="82" y="18"/>
                  <a:pt x="64" y="0"/>
                  <a:pt x="41" y="0"/>
                </a:cubicBezTo>
                <a:close/>
                <a:moveTo>
                  <a:pt x="64" y="55"/>
                </a:moveTo>
                <a:cubicBezTo>
                  <a:pt x="65" y="51"/>
                  <a:pt x="66" y="47"/>
                  <a:pt x="66" y="44"/>
                </a:cubicBezTo>
                <a:cubicBezTo>
                  <a:pt x="77" y="44"/>
                  <a:pt x="77" y="44"/>
                  <a:pt x="77" y="44"/>
                </a:cubicBezTo>
                <a:cubicBezTo>
                  <a:pt x="76" y="47"/>
                  <a:pt x="76" y="51"/>
                  <a:pt x="74" y="55"/>
                </a:cubicBezTo>
                <a:lnTo>
                  <a:pt x="64" y="55"/>
                </a:lnTo>
                <a:close/>
                <a:moveTo>
                  <a:pt x="18" y="27"/>
                </a:moveTo>
                <a:cubicBezTo>
                  <a:pt x="17" y="31"/>
                  <a:pt x="17" y="34"/>
                  <a:pt x="16" y="38"/>
                </a:cubicBezTo>
                <a:cubicBezTo>
                  <a:pt x="6" y="38"/>
                  <a:pt x="6" y="38"/>
                  <a:pt x="6" y="38"/>
                </a:cubicBezTo>
                <a:cubicBezTo>
                  <a:pt x="6" y="34"/>
                  <a:pt x="7" y="31"/>
                  <a:pt x="8" y="27"/>
                </a:cubicBezTo>
                <a:lnTo>
                  <a:pt x="18" y="27"/>
                </a:lnTo>
                <a:close/>
                <a:moveTo>
                  <a:pt x="59" y="27"/>
                </a:moveTo>
                <a:cubicBezTo>
                  <a:pt x="60" y="31"/>
                  <a:pt x="60" y="34"/>
                  <a:pt x="60" y="38"/>
                </a:cubicBezTo>
                <a:cubicBezTo>
                  <a:pt x="44" y="38"/>
                  <a:pt x="44" y="38"/>
                  <a:pt x="44" y="38"/>
                </a:cubicBezTo>
                <a:cubicBezTo>
                  <a:pt x="44" y="27"/>
                  <a:pt x="44" y="27"/>
                  <a:pt x="44" y="27"/>
                </a:cubicBezTo>
                <a:lnTo>
                  <a:pt x="59" y="27"/>
                </a:lnTo>
                <a:close/>
                <a:moveTo>
                  <a:pt x="44" y="22"/>
                </a:moveTo>
                <a:cubicBezTo>
                  <a:pt x="44" y="5"/>
                  <a:pt x="44" y="5"/>
                  <a:pt x="44" y="5"/>
                </a:cubicBezTo>
                <a:cubicBezTo>
                  <a:pt x="45" y="6"/>
                  <a:pt x="46" y="6"/>
                  <a:pt x="48" y="7"/>
                </a:cubicBezTo>
                <a:cubicBezTo>
                  <a:pt x="50" y="9"/>
                  <a:pt x="52" y="11"/>
                  <a:pt x="54" y="14"/>
                </a:cubicBezTo>
                <a:cubicBezTo>
                  <a:pt x="55" y="17"/>
                  <a:pt x="56" y="19"/>
                  <a:pt x="57" y="22"/>
                </a:cubicBezTo>
                <a:cubicBezTo>
                  <a:pt x="44" y="22"/>
                  <a:pt x="44" y="22"/>
                  <a:pt x="44" y="22"/>
                </a:cubicBezTo>
                <a:close/>
                <a:moveTo>
                  <a:pt x="28" y="14"/>
                </a:moveTo>
                <a:cubicBezTo>
                  <a:pt x="30" y="11"/>
                  <a:pt x="32" y="9"/>
                  <a:pt x="35" y="7"/>
                </a:cubicBezTo>
                <a:cubicBezTo>
                  <a:pt x="36" y="6"/>
                  <a:pt x="37" y="6"/>
                  <a:pt x="38" y="5"/>
                </a:cubicBezTo>
                <a:cubicBezTo>
                  <a:pt x="38" y="22"/>
                  <a:pt x="38" y="22"/>
                  <a:pt x="38" y="22"/>
                </a:cubicBezTo>
                <a:cubicBezTo>
                  <a:pt x="25" y="22"/>
                  <a:pt x="25" y="22"/>
                  <a:pt x="25" y="22"/>
                </a:cubicBezTo>
                <a:cubicBezTo>
                  <a:pt x="26" y="19"/>
                  <a:pt x="27" y="17"/>
                  <a:pt x="28" y="14"/>
                </a:cubicBezTo>
                <a:close/>
                <a:moveTo>
                  <a:pt x="38" y="27"/>
                </a:moveTo>
                <a:cubicBezTo>
                  <a:pt x="38" y="38"/>
                  <a:pt x="38" y="38"/>
                  <a:pt x="38" y="38"/>
                </a:cubicBezTo>
                <a:cubicBezTo>
                  <a:pt x="22" y="38"/>
                  <a:pt x="22" y="38"/>
                  <a:pt x="22" y="38"/>
                </a:cubicBezTo>
                <a:cubicBezTo>
                  <a:pt x="22" y="34"/>
                  <a:pt x="23" y="31"/>
                  <a:pt x="23" y="27"/>
                </a:cubicBezTo>
                <a:lnTo>
                  <a:pt x="38" y="27"/>
                </a:lnTo>
                <a:close/>
                <a:moveTo>
                  <a:pt x="8" y="55"/>
                </a:moveTo>
                <a:cubicBezTo>
                  <a:pt x="7" y="51"/>
                  <a:pt x="6" y="47"/>
                  <a:pt x="6" y="44"/>
                </a:cubicBezTo>
                <a:cubicBezTo>
                  <a:pt x="16" y="44"/>
                  <a:pt x="16" y="44"/>
                  <a:pt x="16" y="44"/>
                </a:cubicBezTo>
                <a:cubicBezTo>
                  <a:pt x="17" y="47"/>
                  <a:pt x="17" y="51"/>
                  <a:pt x="18" y="55"/>
                </a:cubicBezTo>
                <a:lnTo>
                  <a:pt x="8" y="55"/>
                </a:lnTo>
                <a:close/>
                <a:moveTo>
                  <a:pt x="22" y="44"/>
                </a:moveTo>
                <a:cubicBezTo>
                  <a:pt x="38" y="44"/>
                  <a:pt x="38" y="44"/>
                  <a:pt x="38" y="44"/>
                </a:cubicBezTo>
                <a:cubicBezTo>
                  <a:pt x="38" y="55"/>
                  <a:pt x="38" y="55"/>
                  <a:pt x="38" y="55"/>
                </a:cubicBezTo>
                <a:cubicBezTo>
                  <a:pt x="23" y="55"/>
                  <a:pt x="23" y="55"/>
                  <a:pt x="23" y="55"/>
                </a:cubicBezTo>
                <a:cubicBezTo>
                  <a:pt x="23" y="51"/>
                  <a:pt x="22" y="47"/>
                  <a:pt x="22" y="44"/>
                </a:cubicBezTo>
                <a:close/>
                <a:moveTo>
                  <a:pt x="38" y="60"/>
                </a:moveTo>
                <a:cubicBezTo>
                  <a:pt x="38" y="76"/>
                  <a:pt x="38" y="76"/>
                  <a:pt x="38" y="76"/>
                </a:cubicBezTo>
                <a:cubicBezTo>
                  <a:pt x="37" y="76"/>
                  <a:pt x="36" y="75"/>
                  <a:pt x="35" y="74"/>
                </a:cubicBezTo>
                <a:cubicBezTo>
                  <a:pt x="32" y="73"/>
                  <a:pt x="30" y="70"/>
                  <a:pt x="28" y="67"/>
                </a:cubicBezTo>
                <a:cubicBezTo>
                  <a:pt x="27" y="65"/>
                  <a:pt x="26" y="63"/>
                  <a:pt x="25" y="60"/>
                </a:cubicBezTo>
                <a:cubicBezTo>
                  <a:pt x="38" y="60"/>
                  <a:pt x="38" y="60"/>
                  <a:pt x="38" y="60"/>
                </a:cubicBezTo>
                <a:close/>
                <a:moveTo>
                  <a:pt x="54" y="67"/>
                </a:moveTo>
                <a:cubicBezTo>
                  <a:pt x="52" y="70"/>
                  <a:pt x="50" y="73"/>
                  <a:pt x="48" y="74"/>
                </a:cubicBezTo>
                <a:cubicBezTo>
                  <a:pt x="46" y="75"/>
                  <a:pt x="45" y="76"/>
                  <a:pt x="44" y="76"/>
                </a:cubicBezTo>
                <a:cubicBezTo>
                  <a:pt x="44" y="60"/>
                  <a:pt x="44" y="60"/>
                  <a:pt x="44" y="60"/>
                </a:cubicBezTo>
                <a:cubicBezTo>
                  <a:pt x="57" y="60"/>
                  <a:pt x="57" y="60"/>
                  <a:pt x="57" y="60"/>
                </a:cubicBezTo>
                <a:cubicBezTo>
                  <a:pt x="56" y="63"/>
                  <a:pt x="55" y="65"/>
                  <a:pt x="54" y="67"/>
                </a:cubicBezTo>
                <a:close/>
                <a:moveTo>
                  <a:pt x="44" y="55"/>
                </a:moveTo>
                <a:cubicBezTo>
                  <a:pt x="44" y="44"/>
                  <a:pt x="44" y="44"/>
                  <a:pt x="44" y="44"/>
                </a:cubicBezTo>
                <a:cubicBezTo>
                  <a:pt x="60" y="44"/>
                  <a:pt x="60" y="44"/>
                  <a:pt x="60" y="44"/>
                </a:cubicBezTo>
                <a:cubicBezTo>
                  <a:pt x="60" y="47"/>
                  <a:pt x="60" y="51"/>
                  <a:pt x="59" y="55"/>
                </a:cubicBezTo>
                <a:lnTo>
                  <a:pt x="44" y="55"/>
                </a:lnTo>
                <a:close/>
                <a:moveTo>
                  <a:pt x="66" y="38"/>
                </a:moveTo>
                <a:cubicBezTo>
                  <a:pt x="66" y="34"/>
                  <a:pt x="65" y="31"/>
                  <a:pt x="64" y="27"/>
                </a:cubicBezTo>
                <a:cubicBezTo>
                  <a:pt x="74" y="27"/>
                  <a:pt x="74" y="27"/>
                  <a:pt x="74" y="27"/>
                </a:cubicBezTo>
                <a:cubicBezTo>
                  <a:pt x="76" y="31"/>
                  <a:pt x="76" y="34"/>
                  <a:pt x="77" y="38"/>
                </a:cubicBezTo>
                <a:lnTo>
                  <a:pt x="66" y="38"/>
                </a:lnTo>
                <a:close/>
                <a:moveTo>
                  <a:pt x="71" y="22"/>
                </a:moveTo>
                <a:cubicBezTo>
                  <a:pt x="63" y="22"/>
                  <a:pt x="63" y="22"/>
                  <a:pt x="63" y="22"/>
                </a:cubicBezTo>
                <a:cubicBezTo>
                  <a:pt x="61" y="17"/>
                  <a:pt x="59" y="12"/>
                  <a:pt x="57" y="9"/>
                </a:cubicBezTo>
                <a:cubicBezTo>
                  <a:pt x="60" y="10"/>
                  <a:pt x="63" y="13"/>
                  <a:pt x="66" y="16"/>
                </a:cubicBezTo>
                <a:cubicBezTo>
                  <a:pt x="68" y="17"/>
                  <a:pt x="70" y="19"/>
                  <a:pt x="71" y="22"/>
                </a:cubicBezTo>
                <a:close/>
                <a:moveTo>
                  <a:pt x="16" y="16"/>
                </a:moveTo>
                <a:cubicBezTo>
                  <a:pt x="19" y="13"/>
                  <a:pt x="22" y="10"/>
                  <a:pt x="26" y="9"/>
                </a:cubicBezTo>
                <a:cubicBezTo>
                  <a:pt x="23" y="12"/>
                  <a:pt x="21" y="17"/>
                  <a:pt x="19" y="22"/>
                </a:cubicBezTo>
                <a:cubicBezTo>
                  <a:pt x="11" y="22"/>
                  <a:pt x="11" y="22"/>
                  <a:pt x="11" y="22"/>
                </a:cubicBezTo>
                <a:cubicBezTo>
                  <a:pt x="12" y="19"/>
                  <a:pt x="14" y="17"/>
                  <a:pt x="16" y="16"/>
                </a:cubicBezTo>
                <a:close/>
                <a:moveTo>
                  <a:pt x="11" y="60"/>
                </a:moveTo>
                <a:cubicBezTo>
                  <a:pt x="19" y="60"/>
                  <a:pt x="19" y="60"/>
                  <a:pt x="19" y="60"/>
                </a:cubicBezTo>
                <a:cubicBezTo>
                  <a:pt x="21" y="65"/>
                  <a:pt x="23" y="69"/>
                  <a:pt x="26" y="73"/>
                </a:cubicBezTo>
                <a:cubicBezTo>
                  <a:pt x="22" y="71"/>
                  <a:pt x="19" y="69"/>
                  <a:pt x="16" y="66"/>
                </a:cubicBezTo>
                <a:cubicBezTo>
                  <a:pt x="14" y="64"/>
                  <a:pt x="12" y="62"/>
                  <a:pt x="11" y="60"/>
                </a:cubicBezTo>
                <a:close/>
                <a:moveTo>
                  <a:pt x="66" y="66"/>
                </a:moveTo>
                <a:cubicBezTo>
                  <a:pt x="63" y="69"/>
                  <a:pt x="60" y="71"/>
                  <a:pt x="57" y="73"/>
                </a:cubicBezTo>
                <a:cubicBezTo>
                  <a:pt x="59" y="69"/>
                  <a:pt x="61" y="65"/>
                  <a:pt x="63" y="60"/>
                </a:cubicBezTo>
                <a:cubicBezTo>
                  <a:pt x="71" y="60"/>
                  <a:pt x="71" y="60"/>
                  <a:pt x="71" y="60"/>
                </a:cubicBezTo>
                <a:cubicBezTo>
                  <a:pt x="70" y="62"/>
                  <a:pt x="68" y="64"/>
                  <a:pt x="66" y="66"/>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8" name="Freeform 156"/>
          <p:cNvSpPr>
            <a:spLocks noEditPoints="1"/>
          </p:cNvSpPr>
          <p:nvPr/>
        </p:nvSpPr>
        <p:spPr bwMode="auto">
          <a:xfrm>
            <a:off x="8681169" y="3951017"/>
            <a:ext cx="164187" cy="174447"/>
          </a:xfrm>
          <a:custGeom>
            <a:avLst/>
            <a:gdLst>
              <a:gd name="T0" fmla="*/ 62 w 69"/>
              <a:gd name="T1" fmla="*/ 0 h 73"/>
              <a:gd name="T2" fmla="*/ 7 w 69"/>
              <a:gd name="T3" fmla="*/ 0 h 73"/>
              <a:gd name="T4" fmla="*/ 0 w 69"/>
              <a:gd name="T5" fmla="*/ 7 h 73"/>
              <a:gd name="T6" fmla="*/ 0 w 69"/>
              <a:gd name="T7" fmla="*/ 66 h 73"/>
              <a:gd name="T8" fmla="*/ 7 w 69"/>
              <a:gd name="T9" fmla="*/ 73 h 73"/>
              <a:gd name="T10" fmla="*/ 62 w 69"/>
              <a:gd name="T11" fmla="*/ 73 h 73"/>
              <a:gd name="T12" fmla="*/ 69 w 69"/>
              <a:gd name="T13" fmla="*/ 66 h 73"/>
              <a:gd name="T14" fmla="*/ 69 w 69"/>
              <a:gd name="T15" fmla="*/ 7 h 73"/>
              <a:gd name="T16" fmla="*/ 62 w 69"/>
              <a:gd name="T17" fmla="*/ 0 h 73"/>
              <a:gd name="T18" fmla="*/ 60 w 69"/>
              <a:gd name="T19" fmla="*/ 64 h 73"/>
              <a:gd name="T20" fmla="*/ 10 w 69"/>
              <a:gd name="T21" fmla="*/ 64 h 73"/>
              <a:gd name="T22" fmla="*/ 10 w 69"/>
              <a:gd name="T23" fmla="*/ 9 h 73"/>
              <a:gd name="T24" fmla="*/ 60 w 69"/>
              <a:gd name="T25" fmla="*/ 9 h 73"/>
              <a:gd name="T26" fmla="*/ 60 w 69"/>
              <a:gd name="T27" fmla="*/ 64 h 73"/>
              <a:gd name="T28" fmla="*/ 19 w 69"/>
              <a:gd name="T29" fmla="*/ 32 h 73"/>
              <a:gd name="T30" fmla="*/ 51 w 69"/>
              <a:gd name="T31" fmla="*/ 32 h 73"/>
              <a:gd name="T32" fmla="*/ 51 w 69"/>
              <a:gd name="T33" fmla="*/ 37 h 73"/>
              <a:gd name="T34" fmla="*/ 19 w 69"/>
              <a:gd name="T35" fmla="*/ 37 h 73"/>
              <a:gd name="T36" fmla="*/ 19 w 69"/>
              <a:gd name="T37" fmla="*/ 32 h 73"/>
              <a:gd name="T38" fmla="*/ 19 w 69"/>
              <a:gd name="T39" fmla="*/ 41 h 73"/>
              <a:gd name="T40" fmla="*/ 51 w 69"/>
              <a:gd name="T41" fmla="*/ 41 h 73"/>
              <a:gd name="T42" fmla="*/ 51 w 69"/>
              <a:gd name="T43" fmla="*/ 46 h 73"/>
              <a:gd name="T44" fmla="*/ 19 w 69"/>
              <a:gd name="T45" fmla="*/ 46 h 73"/>
              <a:gd name="T46" fmla="*/ 19 w 69"/>
              <a:gd name="T47" fmla="*/ 41 h 73"/>
              <a:gd name="T48" fmla="*/ 19 w 69"/>
              <a:gd name="T49" fmla="*/ 50 h 73"/>
              <a:gd name="T50" fmla="*/ 51 w 69"/>
              <a:gd name="T51" fmla="*/ 50 h 73"/>
              <a:gd name="T52" fmla="*/ 51 w 69"/>
              <a:gd name="T53" fmla="*/ 55 h 73"/>
              <a:gd name="T54" fmla="*/ 19 w 69"/>
              <a:gd name="T55" fmla="*/ 55 h 73"/>
              <a:gd name="T56" fmla="*/ 19 w 69"/>
              <a:gd name="T57" fmla="*/ 50 h 73"/>
              <a:gd name="T58" fmla="*/ 19 w 69"/>
              <a:gd name="T59" fmla="*/ 23 h 73"/>
              <a:gd name="T60" fmla="*/ 51 w 69"/>
              <a:gd name="T61" fmla="*/ 23 h 73"/>
              <a:gd name="T62" fmla="*/ 51 w 69"/>
              <a:gd name="T63" fmla="*/ 27 h 73"/>
              <a:gd name="T64" fmla="*/ 19 w 69"/>
              <a:gd name="T65" fmla="*/ 27 h 73"/>
              <a:gd name="T66" fmla="*/ 19 w 69"/>
              <a:gd name="T67" fmla="*/ 2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9" h="73">
                <a:moveTo>
                  <a:pt x="62" y="0"/>
                </a:moveTo>
                <a:cubicBezTo>
                  <a:pt x="7" y="0"/>
                  <a:pt x="7" y="0"/>
                  <a:pt x="7" y="0"/>
                </a:cubicBezTo>
                <a:cubicBezTo>
                  <a:pt x="4" y="0"/>
                  <a:pt x="0" y="3"/>
                  <a:pt x="0" y="7"/>
                </a:cubicBezTo>
                <a:cubicBezTo>
                  <a:pt x="0" y="66"/>
                  <a:pt x="0" y="66"/>
                  <a:pt x="0" y="66"/>
                </a:cubicBezTo>
                <a:cubicBezTo>
                  <a:pt x="0" y="70"/>
                  <a:pt x="4" y="73"/>
                  <a:pt x="7" y="73"/>
                </a:cubicBezTo>
                <a:cubicBezTo>
                  <a:pt x="62" y="73"/>
                  <a:pt x="62" y="73"/>
                  <a:pt x="62" y="73"/>
                </a:cubicBezTo>
                <a:cubicBezTo>
                  <a:pt x="66" y="73"/>
                  <a:pt x="69" y="70"/>
                  <a:pt x="69" y="66"/>
                </a:cubicBezTo>
                <a:cubicBezTo>
                  <a:pt x="69" y="7"/>
                  <a:pt x="69" y="7"/>
                  <a:pt x="69" y="7"/>
                </a:cubicBezTo>
                <a:cubicBezTo>
                  <a:pt x="69" y="3"/>
                  <a:pt x="66" y="0"/>
                  <a:pt x="62" y="0"/>
                </a:cubicBezTo>
                <a:close/>
                <a:moveTo>
                  <a:pt x="60" y="64"/>
                </a:moveTo>
                <a:cubicBezTo>
                  <a:pt x="10" y="64"/>
                  <a:pt x="10" y="64"/>
                  <a:pt x="10" y="64"/>
                </a:cubicBezTo>
                <a:cubicBezTo>
                  <a:pt x="10" y="9"/>
                  <a:pt x="10" y="9"/>
                  <a:pt x="10" y="9"/>
                </a:cubicBezTo>
                <a:cubicBezTo>
                  <a:pt x="60" y="9"/>
                  <a:pt x="60" y="9"/>
                  <a:pt x="60" y="9"/>
                </a:cubicBezTo>
                <a:lnTo>
                  <a:pt x="60" y="64"/>
                </a:lnTo>
                <a:close/>
                <a:moveTo>
                  <a:pt x="19" y="32"/>
                </a:moveTo>
                <a:cubicBezTo>
                  <a:pt x="51" y="32"/>
                  <a:pt x="51" y="32"/>
                  <a:pt x="51" y="32"/>
                </a:cubicBezTo>
                <a:cubicBezTo>
                  <a:pt x="51" y="37"/>
                  <a:pt x="51" y="37"/>
                  <a:pt x="51" y="37"/>
                </a:cubicBezTo>
                <a:cubicBezTo>
                  <a:pt x="19" y="37"/>
                  <a:pt x="19" y="37"/>
                  <a:pt x="19" y="37"/>
                </a:cubicBezTo>
                <a:lnTo>
                  <a:pt x="19" y="32"/>
                </a:lnTo>
                <a:close/>
                <a:moveTo>
                  <a:pt x="19" y="41"/>
                </a:moveTo>
                <a:cubicBezTo>
                  <a:pt x="51" y="41"/>
                  <a:pt x="51" y="41"/>
                  <a:pt x="51" y="41"/>
                </a:cubicBezTo>
                <a:cubicBezTo>
                  <a:pt x="51" y="46"/>
                  <a:pt x="51" y="46"/>
                  <a:pt x="51" y="46"/>
                </a:cubicBezTo>
                <a:cubicBezTo>
                  <a:pt x="19" y="46"/>
                  <a:pt x="19" y="46"/>
                  <a:pt x="19" y="46"/>
                </a:cubicBezTo>
                <a:lnTo>
                  <a:pt x="19" y="41"/>
                </a:lnTo>
                <a:close/>
                <a:moveTo>
                  <a:pt x="19" y="50"/>
                </a:moveTo>
                <a:cubicBezTo>
                  <a:pt x="51" y="50"/>
                  <a:pt x="51" y="50"/>
                  <a:pt x="51" y="50"/>
                </a:cubicBezTo>
                <a:cubicBezTo>
                  <a:pt x="51" y="55"/>
                  <a:pt x="51" y="55"/>
                  <a:pt x="51" y="55"/>
                </a:cubicBezTo>
                <a:cubicBezTo>
                  <a:pt x="19" y="55"/>
                  <a:pt x="19" y="55"/>
                  <a:pt x="19" y="55"/>
                </a:cubicBezTo>
                <a:lnTo>
                  <a:pt x="19" y="50"/>
                </a:lnTo>
                <a:close/>
                <a:moveTo>
                  <a:pt x="19" y="23"/>
                </a:moveTo>
                <a:cubicBezTo>
                  <a:pt x="51" y="23"/>
                  <a:pt x="51" y="23"/>
                  <a:pt x="51" y="23"/>
                </a:cubicBezTo>
                <a:cubicBezTo>
                  <a:pt x="51" y="27"/>
                  <a:pt x="51" y="27"/>
                  <a:pt x="51" y="27"/>
                </a:cubicBezTo>
                <a:cubicBezTo>
                  <a:pt x="19" y="27"/>
                  <a:pt x="19" y="27"/>
                  <a:pt x="19" y="27"/>
                </a:cubicBezTo>
                <a:lnTo>
                  <a:pt x="19" y="23"/>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9" name="Freeform 157"/>
          <p:cNvSpPr>
            <a:spLocks noEditPoints="1"/>
          </p:cNvSpPr>
          <p:nvPr/>
        </p:nvSpPr>
        <p:spPr bwMode="auto">
          <a:xfrm>
            <a:off x="8814570" y="2905792"/>
            <a:ext cx="181779" cy="211097"/>
          </a:xfrm>
          <a:custGeom>
            <a:avLst/>
            <a:gdLst>
              <a:gd name="T0" fmla="*/ 54 w 76"/>
              <a:gd name="T1" fmla="*/ 0 h 88"/>
              <a:gd name="T2" fmla="*/ 14 w 76"/>
              <a:gd name="T3" fmla="*/ 28 h 88"/>
              <a:gd name="T4" fmla="*/ 17 w 76"/>
              <a:gd name="T5" fmla="*/ 65 h 88"/>
              <a:gd name="T6" fmla="*/ 49 w 76"/>
              <a:gd name="T7" fmla="*/ 27 h 88"/>
              <a:gd name="T8" fmla="*/ 33 w 76"/>
              <a:gd name="T9" fmla="*/ 74 h 88"/>
              <a:gd name="T10" fmla="*/ 70 w 76"/>
              <a:gd name="T11" fmla="*/ 57 h 88"/>
              <a:gd name="T12" fmla="*/ 54 w 76"/>
              <a:gd name="T13" fmla="*/ 0 h 88"/>
              <a:gd name="T14" fmla="*/ 4 w 76"/>
              <a:gd name="T15" fmla="*/ 78 h 88"/>
              <a:gd name="T16" fmla="*/ 10 w 76"/>
              <a:gd name="T17" fmla="*/ 83 h 88"/>
              <a:gd name="T18" fmla="*/ 47 w 76"/>
              <a:gd name="T19" fmla="*/ 41 h 88"/>
              <a:gd name="T20" fmla="*/ 4 w 76"/>
              <a:gd name="T21" fmla="*/ 7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8">
                <a:moveTo>
                  <a:pt x="54" y="0"/>
                </a:moveTo>
                <a:cubicBezTo>
                  <a:pt x="41" y="23"/>
                  <a:pt x="30" y="12"/>
                  <a:pt x="14" y="28"/>
                </a:cubicBezTo>
                <a:cubicBezTo>
                  <a:pt x="0" y="42"/>
                  <a:pt x="5" y="59"/>
                  <a:pt x="17" y="65"/>
                </a:cubicBezTo>
                <a:cubicBezTo>
                  <a:pt x="28" y="59"/>
                  <a:pt x="40" y="46"/>
                  <a:pt x="49" y="27"/>
                </a:cubicBezTo>
                <a:cubicBezTo>
                  <a:pt x="49" y="27"/>
                  <a:pt x="57" y="51"/>
                  <a:pt x="33" y="74"/>
                </a:cubicBezTo>
                <a:cubicBezTo>
                  <a:pt x="45" y="88"/>
                  <a:pt x="64" y="79"/>
                  <a:pt x="70" y="57"/>
                </a:cubicBezTo>
                <a:cubicBezTo>
                  <a:pt x="76" y="33"/>
                  <a:pt x="60" y="9"/>
                  <a:pt x="54" y="0"/>
                </a:cubicBezTo>
                <a:close/>
                <a:moveTo>
                  <a:pt x="4" y="78"/>
                </a:moveTo>
                <a:cubicBezTo>
                  <a:pt x="4" y="78"/>
                  <a:pt x="5" y="83"/>
                  <a:pt x="10" y="83"/>
                </a:cubicBezTo>
                <a:cubicBezTo>
                  <a:pt x="15" y="83"/>
                  <a:pt x="36" y="71"/>
                  <a:pt x="47" y="41"/>
                </a:cubicBezTo>
                <a:cubicBezTo>
                  <a:pt x="30" y="70"/>
                  <a:pt x="6" y="78"/>
                  <a:pt x="4" y="78"/>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0" name="Freeform 158"/>
          <p:cNvSpPr>
            <a:spLocks noEditPoints="1"/>
          </p:cNvSpPr>
          <p:nvPr/>
        </p:nvSpPr>
        <p:spPr bwMode="auto">
          <a:xfrm>
            <a:off x="8580017" y="4276458"/>
            <a:ext cx="184710" cy="184710"/>
          </a:xfrm>
          <a:custGeom>
            <a:avLst/>
            <a:gdLst>
              <a:gd name="T0" fmla="*/ 53 w 77"/>
              <a:gd name="T1" fmla="*/ 30 h 77"/>
              <a:gd name="T2" fmla="*/ 25 w 77"/>
              <a:gd name="T3" fmla="*/ 2 h 77"/>
              <a:gd name="T4" fmla="*/ 38 w 77"/>
              <a:gd name="T5" fmla="*/ 0 h 77"/>
              <a:gd name="T6" fmla="*/ 53 w 77"/>
              <a:gd name="T7" fmla="*/ 3 h 77"/>
              <a:gd name="T8" fmla="*/ 53 w 77"/>
              <a:gd name="T9" fmla="*/ 30 h 77"/>
              <a:gd name="T10" fmla="*/ 58 w 77"/>
              <a:gd name="T11" fmla="*/ 53 h 77"/>
              <a:gd name="T12" fmla="*/ 58 w 77"/>
              <a:gd name="T13" fmla="*/ 5 h 77"/>
              <a:gd name="T14" fmla="*/ 77 w 77"/>
              <a:gd name="T15" fmla="*/ 39 h 77"/>
              <a:gd name="T16" fmla="*/ 74 w 77"/>
              <a:gd name="T17" fmla="*/ 53 h 77"/>
              <a:gd name="T18" fmla="*/ 58 w 77"/>
              <a:gd name="T19" fmla="*/ 53 h 77"/>
              <a:gd name="T20" fmla="*/ 24 w 77"/>
              <a:gd name="T21" fmla="*/ 58 h 77"/>
              <a:gd name="T22" fmla="*/ 72 w 77"/>
              <a:gd name="T23" fmla="*/ 58 h 77"/>
              <a:gd name="T24" fmla="*/ 38 w 77"/>
              <a:gd name="T25" fmla="*/ 77 h 77"/>
              <a:gd name="T26" fmla="*/ 24 w 77"/>
              <a:gd name="T27" fmla="*/ 74 h 77"/>
              <a:gd name="T28" fmla="*/ 24 w 77"/>
              <a:gd name="T29" fmla="*/ 58 h 77"/>
              <a:gd name="T30" fmla="*/ 32 w 77"/>
              <a:gd name="T31" fmla="*/ 17 h 77"/>
              <a:gd name="T32" fmla="*/ 1 w 77"/>
              <a:gd name="T33" fmla="*/ 48 h 77"/>
              <a:gd name="T34" fmla="*/ 0 w 77"/>
              <a:gd name="T35" fmla="*/ 39 h 77"/>
              <a:gd name="T36" fmla="*/ 20 w 77"/>
              <a:gd name="T37" fmla="*/ 5 h 77"/>
              <a:gd name="T38" fmla="*/ 32 w 77"/>
              <a:gd name="T39" fmla="*/ 17 h 77"/>
              <a:gd name="T40" fmla="*/ 19 w 77"/>
              <a:gd name="T41" fmla="*/ 38 h 77"/>
              <a:gd name="T42" fmla="*/ 19 w 77"/>
              <a:gd name="T43" fmla="*/ 72 h 77"/>
              <a:gd name="T44" fmla="*/ 3 w 77"/>
              <a:gd name="T45" fmla="*/ 54 h 77"/>
              <a:gd name="T46" fmla="*/ 19 w 77"/>
              <a:gd name="T47" fmla="*/ 3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77">
                <a:moveTo>
                  <a:pt x="53" y="30"/>
                </a:moveTo>
                <a:cubicBezTo>
                  <a:pt x="25" y="2"/>
                  <a:pt x="25" y="2"/>
                  <a:pt x="25" y="2"/>
                </a:cubicBezTo>
                <a:cubicBezTo>
                  <a:pt x="29" y="1"/>
                  <a:pt x="34" y="0"/>
                  <a:pt x="38" y="0"/>
                </a:cubicBezTo>
                <a:cubicBezTo>
                  <a:pt x="43" y="0"/>
                  <a:pt x="48" y="1"/>
                  <a:pt x="53" y="3"/>
                </a:cubicBezTo>
                <a:lnTo>
                  <a:pt x="53" y="30"/>
                </a:lnTo>
                <a:close/>
                <a:moveTo>
                  <a:pt x="58" y="53"/>
                </a:moveTo>
                <a:cubicBezTo>
                  <a:pt x="58" y="5"/>
                  <a:pt x="58" y="5"/>
                  <a:pt x="58" y="5"/>
                </a:cubicBezTo>
                <a:cubicBezTo>
                  <a:pt x="69" y="12"/>
                  <a:pt x="77" y="24"/>
                  <a:pt x="77" y="39"/>
                </a:cubicBezTo>
                <a:cubicBezTo>
                  <a:pt x="77" y="44"/>
                  <a:pt x="76" y="49"/>
                  <a:pt x="74" y="53"/>
                </a:cubicBezTo>
                <a:lnTo>
                  <a:pt x="58" y="53"/>
                </a:lnTo>
                <a:close/>
                <a:moveTo>
                  <a:pt x="24" y="58"/>
                </a:moveTo>
                <a:cubicBezTo>
                  <a:pt x="72" y="58"/>
                  <a:pt x="72" y="58"/>
                  <a:pt x="72" y="58"/>
                </a:cubicBezTo>
                <a:cubicBezTo>
                  <a:pt x="65" y="69"/>
                  <a:pt x="53" y="77"/>
                  <a:pt x="38" y="77"/>
                </a:cubicBezTo>
                <a:cubicBezTo>
                  <a:pt x="33" y="77"/>
                  <a:pt x="28" y="76"/>
                  <a:pt x="24" y="74"/>
                </a:cubicBezTo>
                <a:lnTo>
                  <a:pt x="24" y="58"/>
                </a:lnTo>
                <a:close/>
                <a:moveTo>
                  <a:pt x="32" y="17"/>
                </a:moveTo>
                <a:cubicBezTo>
                  <a:pt x="1" y="48"/>
                  <a:pt x="1" y="48"/>
                  <a:pt x="1" y="48"/>
                </a:cubicBezTo>
                <a:cubicBezTo>
                  <a:pt x="0" y="45"/>
                  <a:pt x="0" y="42"/>
                  <a:pt x="0" y="39"/>
                </a:cubicBezTo>
                <a:cubicBezTo>
                  <a:pt x="0" y="24"/>
                  <a:pt x="8" y="12"/>
                  <a:pt x="20" y="5"/>
                </a:cubicBezTo>
                <a:lnTo>
                  <a:pt x="32" y="17"/>
                </a:lnTo>
                <a:close/>
                <a:moveTo>
                  <a:pt x="19" y="38"/>
                </a:moveTo>
                <a:cubicBezTo>
                  <a:pt x="19" y="72"/>
                  <a:pt x="19" y="72"/>
                  <a:pt x="19" y="72"/>
                </a:cubicBezTo>
                <a:cubicBezTo>
                  <a:pt x="12" y="68"/>
                  <a:pt x="6" y="62"/>
                  <a:pt x="3" y="54"/>
                </a:cubicBezTo>
                <a:lnTo>
                  <a:pt x="19" y="38"/>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1" name="Freeform 159"/>
          <p:cNvSpPr>
            <a:spLocks noEditPoints="1"/>
          </p:cNvSpPr>
          <p:nvPr/>
        </p:nvSpPr>
        <p:spPr bwMode="auto">
          <a:xfrm>
            <a:off x="8261906" y="4774882"/>
            <a:ext cx="171516" cy="148061"/>
          </a:xfrm>
          <a:custGeom>
            <a:avLst/>
            <a:gdLst>
              <a:gd name="T0" fmla="*/ 18 w 72"/>
              <a:gd name="T1" fmla="*/ 0 h 62"/>
              <a:gd name="T2" fmla="*/ 54 w 72"/>
              <a:gd name="T3" fmla="*/ 0 h 62"/>
              <a:gd name="T4" fmla="*/ 54 w 72"/>
              <a:gd name="T5" fmla="*/ 9 h 62"/>
              <a:gd name="T6" fmla="*/ 18 w 72"/>
              <a:gd name="T7" fmla="*/ 9 h 62"/>
              <a:gd name="T8" fmla="*/ 18 w 72"/>
              <a:gd name="T9" fmla="*/ 0 h 62"/>
              <a:gd name="T10" fmla="*/ 67 w 72"/>
              <a:gd name="T11" fmla="*/ 13 h 62"/>
              <a:gd name="T12" fmla="*/ 4 w 72"/>
              <a:gd name="T13" fmla="*/ 13 h 62"/>
              <a:gd name="T14" fmla="*/ 0 w 72"/>
              <a:gd name="T15" fmla="*/ 18 h 62"/>
              <a:gd name="T16" fmla="*/ 0 w 72"/>
              <a:gd name="T17" fmla="*/ 40 h 62"/>
              <a:gd name="T18" fmla="*/ 4 w 72"/>
              <a:gd name="T19" fmla="*/ 44 h 62"/>
              <a:gd name="T20" fmla="*/ 18 w 72"/>
              <a:gd name="T21" fmla="*/ 44 h 62"/>
              <a:gd name="T22" fmla="*/ 18 w 72"/>
              <a:gd name="T23" fmla="*/ 62 h 62"/>
              <a:gd name="T24" fmla="*/ 54 w 72"/>
              <a:gd name="T25" fmla="*/ 62 h 62"/>
              <a:gd name="T26" fmla="*/ 54 w 72"/>
              <a:gd name="T27" fmla="*/ 44 h 62"/>
              <a:gd name="T28" fmla="*/ 67 w 72"/>
              <a:gd name="T29" fmla="*/ 44 h 62"/>
              <a:gd name="T30" fmla="*/ 72 w 72"/>
              <a:gd name="T31" fmla="*/ 40 h 62"/>
              <a:gd name="T32" fmla="*/ 72 w 72"/>
              <a:gd name="T33" fmla="*/ 18 h 62"/>
              <a:gd name="T34" fmla="*/ 67 w 72"/>
              <a:gd name="T35" fmla="*/ 13 h 62"/>
              <a:gd name="T36" fmla="*/ 49 w 72"/>
              <a:gd name="T37" fmla="*/ 58 h 62"/>
              <a:gd name="T38" fmla="*/ 22 w 72"/>
              <a:gd name="T39" fmla="*/ 58 h 62"/>
              <a:gd name="T40" fmla="*/ 22 w 72"/>
              <a:gd name="T41" fmla="*/ 35 h 62"/>
              <a:gd name="T42" fmla="*/ 49 w 72"/>
              <a:gd name="T43" fmla="*/ 35 h 62"/>
              <a:gd name="T44" fmla="*/ 49 w 72"/>
              <a:gd name="T45" fmla="*/ 58 h 62"/>
              <a:gd name="T46" fmla="*/ 68 w 72"/>
              <a:gd name="T47" fmla="*/ 20 h 62"/>
              <a:gd name="T48" fmla="*/ 65 w 72"/>
              <a:gd name="T49" fmla="*/ 23 h 62"/>
              <a:gd name="T50" fmla="*/ 62 w 72"/>
              <a:gd name="T51" fmla="*/ 20 h 62"/>
              <a:gd name="T52" fmla="*/ 65 w 72"/>
              <a:gd name="T53" fmla="*/ 17 h 62"/>
              <a:gd name="T54" fmla="*/ 68 w 72"/>
              <a:gd name="T55" fmla="*/ 2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62">
                <a:moveTo>
                  <a:pt x="18" y="0"/>
                </a:moveTo>
                <a:cubicBezTo>
                  <a:pt x="54" y="0"/>
                  <a:pt x="54" y="0"/>
                  <a:pt x="54" y="0"/>
                </a:cubicBezTo>
                <a:cubicBezTo>
                  <a:pt x="54" y="9"/>
                  <a:pt x="54" y="9"/>
                  <a:pt x="54" y="9"/>
                </a:cubicBezTo>
                <a:cubicBezTo>
                  <a:pt x="18" y="9"/>
                  <a:pt x="18" y="9"/>
                  <a:pt x="18" y="9"/>
                </a:cubicBezTo>
                <a:lnTo>
                  <a:pt x="18" y="0"/>
                </a:lnTo>
                <a:close/>
                <a:moveTo>
                  <a:pt x="67" y="13"/>
                </a:moveTo>
                <a:cubicBezTo>
                  <a:pt x="4" y="13"/>
                  <a:pt x="4" y="13"/>
                  <a:pt x="4" y="13"/>
                </a:cubicBezTo>
                <a:cubicBezTo>
                  <a:pt x="2" y="13"/>
                  <a:pt x="0" y="15"/>
                  <a:pt x="0" y="18"/>
                </a:cubicBezTo>
                <a:cubicBezTo>
                  <a:pt x="0" y="40"/>
                  <a:pt x="0" y="40"/>
                  <a:pt x="0" y="40"/>
                </a:cubicBezTo>
                <a:cubicBezTo>
                  <a:pt x="0" y="42"/>
                  <a:pt x="2" y="44"/>
                  <a:pt x="4" y="44"/>
                </a:cubicBezTo>
                <a:cubicBezTo>
                  <a:pt x="18" y="44"/>
                  <a:pt x="18" y="44"/>
                  <a:pt x="18" y="44"/>
                </a:cubicBezTo>
                <a:cubicBezTo>
                  <a:pt x="18" y="62"/>
                  <a:pt x="18" y="62"/>
                  <a:pt x="18" y="62"/>
                </a:cubicBezTo>
                <a:cubicBezTo>
                  <a:pt x="54" y="62"/>
                  <a:pt x="54" y="62"/>
                  <a:pt x="54" y="62"/>
                </a:cubicBezTo>
                <a:cubicBezTo>
                  <a:pt x="54" y="44"/>
                  <a:pt x="54" y="44"/>
                  <a:pt x="54" y="44"/>
                </a:cubicBezTo>
                <a:cubicBezTo>
                  <a:pt x="67" y="44"/>
                  <a:pt x="67" y="44"/>
                  <a:pt x="67" y="44"/>
                </a:cubicBezTo>
                <a:cubicBezTo>
                  <a:pt x="70" y="44"/>
                  <a:pt x="72" y="42"/>
                  <a:pt x="72" y="40"/>
                </a:cubicBezTo>
                <a:cubicBezTo>
                  <a:pt x="72" y="18"/>
                  <a:pt x="72" y="18"/>
                  <a:pt x="72" y="18"/>
                </a:cubicBezTo>
                <a:cubicBezTo>
                  <a:pt x="72" y="15"/>
                  <a:pt x="70" y="13"/>
                  <a:pt x="67" y="13"/>
                </a:cubicBezTo>
                <a:close/>
                <a:moveTo>
                  <a:pt x="49" y="58"/>
                </a:moveTo>
                <a:cubicBezTo>
                  <a:pt x="22" y="58"/>
                  <a:pt x="22" y="58"/>
                  <a:pt x="22" y="58"/>
                </a:cubicBezTo>
                <a:cubicBezTo>
                  <a:pt x="22" y="35"/>
                  <a:pt x="22" y="35"/>
                  <a:pt x="22" y="35"/>
                </a:cubicBezTo>
                <a:cubicBezTo>
                  <a:pt x="49" y="35"/>
                  <a:pt x="49" y="35"/>
                  <a:pt x="49" y="35"/>
                </a:cubicBezTo>
                <a:lnTo>
                  <a:pt x="49" y="58"/>
                </a:lnTo>
                <a:close/>
                <a:moveTo>
                  <a:pt x="68" y="20"/>
                </a:moveTo>
                <a:cubicBezTo>
                  <a:pt x="68" y="22"/>
                  <a:pt x="67" y="23"/>
                  <a:pt x="65" y="23"/>
                </a:cubicBezTo>
                <a:cubicBezTo>
                  <a:pt x="63" y="23"/>
                  <a:pt x="62" y="22"/>
                  <a:pt x="62" y="20"/>
                </a:cubicBezTo>
                <a:cubicBezTo>
                  <a:pt x="62" y="18"/>
                  <a:pt x="63" y="17"/>
                  <a:pt x="65" y="17"/>
                </a:cubicBezTo>
                <a:cubicBezTo>
                  <a:pt x="67" y="17"/>
                  <a:pt x="68" y="18"/>
                  <a:pt x="68" y="2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2" name="Freeform 160"/>
          <p:cNvSpPr>
            <a:spLocks noEditPoints="1"/>
          </p:cNvSpPr>
          <p:nvPr/>
        </p:nvSpPr>
        <p:spPr bwMode="auto">
          <a:xfrm>
            <a:off x="8524311" y="4632684"/>
            <a:ext cx="172982" cy="172982"/>
          </a:xfrm>
          <a:custGeom>
            <a:avLst/>
            <a:gdLst>
              <a:gd name="T0" fmla="*/ 13 w 72"/>
              <a:gd name="T1" fmla="*/ 36 h 72"/>
              <a:gd name="T2" fmla="*/ 13 w 72"/>
              <a:gd name="T3" fmla="*/ 33 h 72"/>
              <a:gd name="T4" fmla="*/ 1 w 72"/>
              <a:gd name="T5" fmla="*/ 29 h 72"/>
              <a:gd name="T6" fmla="*/ 0 w 72"/>
              <a:gd name="T7" fmla="*/ 36 h 72"/>
              <a:gd name="T8" fmla="*/ 11 w 72"/>
              <a:gd name="T9" fmla="*/ 62 h 72"/>
              <a:gd name="T10" fmla="*/ 19 w 72"/>
              <a:gd name="T11" fmla="*/ 51 h 72"/>
              <a:gd name="T12" fmla="*/ 13 w 72"/>
              <a:gd name="T13" fmla="*/ 36 h 72"/>
              <a:gd name="T14" fmla="*/ 58 w 72"/>
              <a:gd name="T15" fmla="*/ 36 h 72"/>
              <a:gd name="T16" fmla="*/ 52 w 72"/>
              <a:gd name="T17" fmla="*/ 51 h 72"/>
              <a:gd name="T18" fmla="*/ 60 w 72"/>
              <a:gd name="T19" fmla="*/ 62 h 72"/>
              <a:gd name="T20" fmla="*/ 72 w 72"/>
              <a:gd name="T21" fmla="*/ 36 h 72"/>
              <a:gd name="T22" fmla="*/ 71 w 72"/>
              <a:gd name="T23" fmla="*/ 29 h 72"/>
              <a:gd name="T24" fmla="*/ 58 w 72"/>
              <a:gd name="T25" fmla="*/ 33 h 72"/>
              <a:gd name="T26" fmla="*/ 58 w 72"/>
              <a:gd name="T27" fmla="*/ 36 h 72"/>
              <a:gd name="T28" fmla="*/ 40 w 72"/>
              <a:gd name="T29" fmla="*/ 14 h 72"/>
              <a:gd name="T30" fmla="*/ 55 w 72"/>
              <a:gd name="T31" fmla="*/ 25 h 72"/>
              <a:gd name="T32" fmla="*/ 68 w 72"/>
              <a:gd name="T33" fmla="*/ 21 h 72"/>
              <a:gd name="T34" fmla="*/ 40 w 72"/>
              <a:gd name="T35" fmla="*/ 0 h 72"/>
              <a:gd name="T36" fmla="*/ 40 w 72"/>
              <a:gd name="T37" fmla="*/ 14 h 72"/>
              <a:gd name="T38" fmla="*/ 16 w 72"/>
              <a:gd name="T39" fmla="*/ 25 h 72"/>
              <a:gd name="T40" fmla="*/ 31 w 72"/>
              <a:gd name="T41" fmla="*/ 14 h 72"/>
              <a:gd name="T42" fmla="*/ 31 w 72"/>
              <a:gd name="T43" fmla="*/ 0 h 72"/>
              <a:gd name="T44" fmla="*/ 3 w 72"/>
              <a:gd name="T45" fmla="*/ 21 h 72"/>
              <a:gd name="T46" fmla="*/ 16 w 72"/>
              <a:gd name="T47" fmla="*/ 25 h 72"/>
              <a:gd name="T48" fmla="*/ 45 w 72"/>
              <a:gd name="T49" fmla="*/ 56 h 72"/>
              <a:gd name="T50" fmla="*/ 36 w 72"/>
              <a:gd name="T51" fmla="*/ 58 h 72"/>
              <a:gd name="T52" fmla="*/ 26 w 72"/>
              <a:gd name="T53" fmla="*/ 56 h 72"/>
              <a:gd name="T54" fmla="*/ 18 w 72"/>
              <a:gd name="T55" fmla="*/ 67 h 72"/>
              <a:gd name="T56" fmla="*/ 36 w 72"/>
              <a:gd name="T57" fmla="*/ 72 h 72"/>
              <a:gd name="T58" fmla="*/ 53 w 72"/>
              <a:gd name="T59" fmla="*/ 67 h 72"/>
              <a:gd name="T60" fmla="*/ 45 w 72"/>
              <a:gd name="T61" fmla="*/ 5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2">
                <a:moveTo>
                  <a:pt x="13" y="36"/>
                </a:moveTo>
                <a:cubicBezTo>
                  <a:pt x="13" y="35"/>
                  <a:pt x="13" y="34"/>
                  <a:pt x="13" y="33"/>
                </a:cubicBezTo>
                <a:cubicBezTo>
                  <a:pt x="1" y="29"/>
                  <a:pt x="1" y="29"/>
                  <a:pt x="1" y="29"/>
                </a:cubicBezTo>
                <a:cubicBezTo>
                  <a:pt x="0" y="31"/>
                  <a:pt x="0" y="34"/>
                  <a:pt x="0" y="36"/>
                </a:cubicBezTo>
                <a:cubicBezTo>
                  <a:pt x="0" y="46"/>
                  <a:pt x="4" y="56"/>
                  <a:pt x="11" y="62"/>
                </a:cubicBezTo>
                <a:cubicBezTo>
                  <a:pt x="19" y="51"/>
                  <a:pt x="19" y="51"/>
                  <a:pt x="19" y="51"/>
                </a:cubicBezTo>
                <a:cubicBezTo>
                  <a:pt x="16" y="47"/>
                  <a:pt x="13" y="42"/>
                  <a:pt x="13" y="36"/>
                </a:cubicBezTo>
                <a:close/>
                <a:moveTo>
                  <a:pt x="58" y="36"/>
                </a:moveTo>
                <a:cubicBezTo>
                  <a:pt x="58" y="42"/>
                  <a:pt x="56" y="47"/>
                  <a:pt x="52" y="51"/>
                </a:cubicBezTo>
                <a:cubicBezTo>
                  <a:pt x="60" y="62"/>
                  <a:pt x="60" y="62"/>
                  <a:pt x="60" y="62"/>
                </a:cubicBezTo>
                <a:cubicBezTo>
                  <a:pt x="67" y="56"/>
                  <a:pt x="72" y="46"/>
                  <a:pt x="72" y="36"/>
                </a:cubicBezTo>
                <a:cubicBezTo>
                  <a:pt x="72" y="34"/>
                  <a:pt x="71" y="31"/>
                  <a:pt x="71" y="29"/>
                </a:cubicBezTo>
                <a:cubicBezTo>
                  <a:pt x="58" y="33"/>
                  <a:pt x="58" y="33"/>
                  <a:pt x="58" y="33"/>
                </a:cubicBezTo>
                <a:cubicBezTo>
                  <a:pt x="58" y="34"/>
                  <a:pt x="58" y="35"/>
                  <a:pt x="58" y="36"/>
                </a:cubicBezTo>
                <a:close/>
                <a:moveTo>
                  <a:pt x="40" y="14"/>
                </a:moveTo>
                <a:cubicBezTo>
                  <a:pt x="47" y="15"/>
                  <a:pt x="52" y="19"/>
                  <a:pt x="55" y="25"/>
                </a:cubicBezTo>
                <a:cubicBezTo>
                  <a:pt x="68" y="21"/>
                  <a:pt x="68" y="21"/>
                  <a:pt x="68" y="21"/>
                </a:cubicBezTo>
                <a:cubicBezTo>
                  <a:pt x="63" y="10"/>
                  <a:pt x="53" y="2"/>
                  <a:pt x="40" y="0"/>
                </a:cubicBezTo>
                <a:lnTo>
                  <a:pt x="40" y="14"/>
                </a:lnTo>
                <a:close/>
                <a:moveTo>
                  <a:pt x="16" y="25"/>
                </a:moveTo>
                <a:cubicBezTo>
                  <a:pt x="19" y="19"/>
                  <a:pt x="25" y="15"/>
                  <a:pt x="31" y="14"/>
                </a:cubicBezTo>
                <a:cubicBezTo>
                  <a:pt x="31" y="0"/>
                  <a:pt x="31" y="0"/>
                  <a:pt x="31" y="0"/>
                </a:cubicBezTo>
                <a:cubicBezTo>
                  <a:pt x="19" y="2"/>
                  <a:pt x="8" y="10"/>
                  <a:pt x="3" y="21"/>
                </a:cubicBezTo>
                <a:lnTo>
                  <a:pt x="16" y="25"/>
                </a:lnTo>
                <a:close/>
                <a:moveTo>
                  <a:pt x="45" y="56"/>
                </a:moveTo>
                <a:cubicBezTo>
                  <a:pt x="42" y="58"/>
                  <a:pt x="39" y="58"/>
                  <a:pt x="36" y="58"/>
                </a:cubicBezTo>
                <a:cubicBezTo>
                  <a:pt x="32" y="58"/>
                  <a:pt x="29" y="58"/>
                  <a:pt x="26" y="56"/>
                </a:cubicBezTo>
                <a:cubicBezTo>
                  <a:pt x="18" y="67"/>
                  <a:pt x="18" y="67"/>
                  <a:pt x="18" y="67"/>
                </a:cubicBezTo>
                <a:cubicBezTo>
                  <a:pt x="24" y="70"/>
                  <a:pt x="30" y="72"/>
                  <a:pt x="36" y="72"/>
                </a:cubicBezTo>
                <a:cubicBezTo>
                  <a:pt x="42" y="72"/>
                  <a:pt x="48" y="70"/>
                  <a:pt x="53" y="67"/>
                </a:cubicBezTo>
                <a:lnTo>
                  <a:pt x="45" y="56"/>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3" name="Freeform 161"/>
          <p:cNvSpPr>
            <a:spLocks noEditPoints="1"/>
          </p:cNvSpPr>
          <p:nvPr/>
        </p:nvSpPr>
        <p:spPr bwMode="auto">
          <a:xfrm>
            <a:off x="8874674" y="2565691"/>
            <a:ext cx="165653" cy="165653"/>
          </a:xfrm>
          <a:custGeom>
            <a:avLst/>
            <a:gdLst>
              <a:gd name="T0" fmla="*/ 35 w 69"/>
              <a:gd name="T1" fmla="*/ 0 h 69"/>
              <a:gd name="T2" fmla="*/ 0 w 69"/>
              <a:gd name="T3" fmla="*/ 35 h 69"/>
              <a:gd name="T4" fmla="*/ 35 w 69"/>
              <a:gd name="T5" fmla="*/ 69 h 69"/>
              <a:gd name="T6" fmla="*/ 69 w 69"/>
              <a:gd name="T7" fmla="*/ 35 h 69"/>
              <a:gd name="T8" fmla="*/ 35 w 69"/>
              <a:gd name="T9" fmla="*/ 0 h 69"/>
              <a:gd name="T10" fmla="*/ 35 w 69"/>
              <a:gd name="T11" fmla="*/ 62 h 69"/>
              <a:gd name="T12" fmla="*/ 7 w 69"/>
              <a:gd name="T13" fmla="*/ 35 h 69"/>
              <a:gd name="T14" fmla="*/ 35 w 69"/>
              <a:gd name="T15" fmla="*/ 7 h 69"/>
              <a:gd name="T16" fmla="*/ 62 w 69"/>
              <a:gd name="T17" fmla="*/ 35 h 69"/>
              <a:gd name="T18" fmla="*/ 35 w 69"/>
              <a:gd name="T19" fmla="*/ 62 h 69"/>
              <a:gd name="T20" fmla="*/ 22 w 69"/>
              <a:gd name="T21" fmla="*/ 24 h 69"/>
              <a:gd name="T22" fmla="*/ 37 w 69"/>
              <a:gd name="T23" fmla="*/ 35 h 69"/>
              <a:gd name="T24" fmla="*/ 22 w 69"/>
              <a:gd name="T25" fmla="*/ 45 h 69"/>
              <a:gd name="T26" fmla="*/ 22 w 69"/>
              <a:gd name="T27" fmla="*/ 24 h 69"/>
              <a:gd name="T28" fmla="*/ 39 w 69"/>
              <a:gd name="T29" fmla="*/ 24 h 69"/>
              <a:gd name="T30" fmla="*/ 54 w 69"/>
              <a:gd name="T31" fmla="*/ 35 h 69"/>
              <a:gd name="T32" fmla="*/ 39 w 69"/>
              <a:gd name="T33" fmla="*/ 45 h 69"/>
              <a:gd name="T34" fmla="*/ 39 w 69"/>
              <a:gd name="T35" fmla="*/ 2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69">
                <a:moveTo>
                  <a:pt x="35" y="0"/>
                </a:moveTo>
                <a:cubicBezTo>
                  <a:pt x="16" y="0"/>
                  <a:pt x="0" y="16"/>
                  <a:pt x="0" y="35"/>
                </a:cubicBezTo>
                <a:cubicBezTo>
                  <a:pt x="0" y="53"/>
                  <a:pt x="16" y="69"/>
                  <a:pt x="35" y="69"/>
                </a:cubicBezTo>
                <a:cubicBezTo>
                  <a:pt x="53" y="69"/>
                  <a:pt x="69" y="53"/>
                  <a:pt x="69" y="35"/>
                </a:cubicBezTo>
                <a:cubicBezTo>
                  <a:pt x="69" y="16"/>
                  <a:pt x="53" y="0"/>
                  <a:pt x="35" y="0"/>
                </a:cubicBezTo>
                <a:close/>
                <a:moveTo>
                  <a:pt x="35" y="62"/>
                </a:moveTo>
                <a:cubicBezTo>
                  <a:pt x="19" y="62"/>
                  <a:pt x="7" y="50"/>
                  <a:pt x="7" y="35"/>
                </a:cubicBezTo>
                <a:cubicBezTo>
                  <a:pt x="7" y="19"/>
                  <a:pt x="19" y="7"/>
                  <a:pt x="35" y="7"/>
                </a:cubicBezTo>
                <a:cubicBezTo>
                  <a:pt x="50" y="7"/>
                  <a:pt x="62" y="19"/>
                  <a:pt x="62" y="35"/>
                </a:cubicBezTo>
                <a:cubicBezTo>
                  <a:pt x="62" y="50"/>
                  <a:pt x="50" y="62"/>
                  <a:pt x="35" y="62"/>
                </a:cubicBezTo>
                <a:close/>
                <a:moveTo>
                  <a:pt x="22" y="24"/>
                </a:moveTo>
                <a:cubicBezTo>
                  <a:pt x="37" y="35"/>
                  <a:pt x="37" y="35"/>
                  <a:pt x="37" y="35"/>
                </a:cubicBezTo>
                <a:cubicBezTo>
                  <a:pt x="22" y="45"/>
                  <a:pt x="22" y="45"/>
                  <a:pt x="22" y="45"/>
                </a:cubicBezTo>
                <a:lnTo>
                  <a:pt x="22" y="24"/>
                </a:lnTo>
                <a:close/>
                <a:moveTo>
                  <a:pt x="39" y="24"/>
                </a:moveTo>
                <a:cubicBezTo>
                  <a:pt x="54" y="35"/>
                  <a:pt x="54" y="35"/>
                  <a:pt x="54" y="35"/>
                </a:cubicBezTo>
                <a:cubicBezTo>
                  <a:pt x="39" y="45"/>
                  <a:pt x="39" y="45"/>
                  <a:pt x="39" y="45"/>
                </a:cubicBezTo>
                <a:lnTo>
                  <a:pt x="39" y="24"/>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4" name="Freeform 162"/>
          <p:cNvSpPr/>
          <p:nvPr/>
        </p:nvSpPr>
        <p:spPr bwMode="auto">
          <a:xfrm>
            <a:off x="8323476" y="4068293"/>
            <a:ext cx="181779" cy="189107"/>
          </a:xfrm>
          <a:custGeom>
            <a:avLst/>
            <a:gdLst>
              <a:gd name="T0" fmla="*/ 59 w 124"/>
              <a:gd name="T1" fmla="*/ 129 h 129"/>
              <a:gd name="T2" fmla="*/ 59 w 124"/>
              <a:gd name="T3" fmla="*/ 70 h 129"/>
              <a:gd name="T4" fmla="*/ 0 w 124"/>
              <a:gd name="T5" fmla="*/ 129 h 129"/>
              <a:gd name="T6" fmla="*/ 0 w 124"/>
              <a:gd name="T7" fmla="*/ 0 h 129"/>
              <a:gd name="T8" fmla="*/ 59 w 124"/>
              <a:gd name="T9" fmla="*/ 58 h 129"/>
              <a:gd name="T10" fmla="*/ 59 w 124"/>
              <a:gd name="T11" fmla="*/ 0 h 129"/>
              <a:gd name="T12" fmla="*/ 124 w 124"/>
              <a:gd name="T13" fmla="*/ 65 h 129"/>
              <a:gd name="T14" fmla="*/ 59 w 124"/>
              <a:gd name="T15" fmla="*/ 129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29">
                <a:moveTo>
                  <a:pt x="59" y="129"/>
                </a:moveTo>
                <a:lnTo>
                  <a:pt x="59" y="70"/>
                </a:lnTo>
                <a:lnTo>
                  <a:pt x="0" y="129"/>
                </a:lnTo>
                <a:lnTo>
                  <a:pt x="0" y="0"/>
                </a:lnTo>
                <a:lnTo>
                  <a:pt x="59" y="58"/>
                </a:lnTo>
                <a:lnTo>
                  <a:pt x="59" y="0"/>
                </a:lnTo>
                <a:lnTo>
                  <a:pt x="124" y="65"/>
                </a:lnTo>
                <a:lnTo>
                  <a:pt x="59" y="129"/>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5" name="Freeform 163"/>
          <p:cNvSpPr>
            <a:spLocks noEditPoints="1"/>
          </p:cNvSpPr>
          <p:nvPr/>
        </p:nvSpPr>
        <p:spPr bwMode="auto">
          <a:xfrm>
            <a:off x="8497924" y="3407147"/>
            <a:ext cx="192040" cy="190574"/>
          </a:xfrm>
          <a:custGeom>
            <a:avLst/>
            <a:gdLst>
              <a:gd name="T0" fmla="*/ 0 w 131"/>
              <a:gd name="T1" fmla="*/ 130 h 130"/>
              <a:gd name="T2" fmla="*/ 66 w 131"/>
              <a:gd name="T3" fmla="*/ 130 h 130"/>
              <a:gd name="T4" fmla="*/ 66 w 131"/>
              <a:gd name="T5" fmla="*/ 0 h 130"/>
              <a:gd name="T6" fmla="*/ 0 w 131"/>
              <a:gd name="T7" fmla="*/ 0 h 130"/>
              <a:gd name="T8" fmla="*/ 0 w 131"/>
              <a:gd name="T9" fmla="*/ 130 h 130"/>
              <a:gd name="T10" fmla="*/ 41 w 131"/>
              <a:gd name="T11" fmla="*/ 16 h 130"/>
              <a:gd name="T12" fmla="*/ 58 w 131"/>
              <a:gd name="T13" fmla="*/ 16 h 130"/>
              <a:gd name="T14" fmla="*/ 58 w 131"/>
              <a:gd name="T15" fmla="*/ 32 h 130"/>
              <a:gd name="T16" fmla="*/ 41 w 131"/>
              <a:gd name="T17" fmla="*/ 32 h 130"/>
              <a:gd name="T18" fmla="*/ 41 w 131"/>
              <a:gd name="T19" fmla="*/ 16 h 130"/>
              <a:gd name="T20" fmla="*/ 41 w 131"/>
              <a:gd name="T21" fmla="*/ 49 h 130"/>
              <a:gd name="T22" fmla="*/ 58 w 131"/>
              <a:gd name="T23" fmla="*/ 49 h 130"/>
              <a:gd name="T24" fmla="*/ 58 w 131"/>
              <a:gd name="T25" fmla="*/ 65 h 130"/>
              <a:gd name="T26" fmla="*/ 41 w 131"/>
              <a:gd name="T27" fmla="*/ 65 h 130"/>
              <a:gd name="T28" fmla="*/ 41 w 131"/>
              <a:gd name="T29" fmla="*/ 49 h 130"/>
              <a:gd name="T30" fmla="*/ 41 w 131"/>
              <a:gd name="T31" fmla="*/ 81 h 130"/>
              <a:gd name="T32" fmla="*/ 58 w 131"/>
              <a:gd name="T33" fmla="*/ 81 h 130"/>
              <a:gd name="T34" fmla="*/ 58 w 131"/>
              <a:gd name="T35" fmla="*/ 98 h 130"/>
              <a:gd name="T36" fmla="*/ 41 w 131"/>
              <a:gd name="T37" fmla="*/ 98 h 130"/>
              <a:gd name="T38" fmla="*/ 41 w 131"/>
              <a:gd name="T39" fmla="*/ 81 h 130"/>
              <a:gd name="T40" fmla="*/ 9 w 131"/>
              <a:gd name="T41" fmla="*/ 16 h 130"/>
              <a:gd name="T42" fmla="*/ 25 w 131"/>
              <a:gd name="T43" fmla="*/ 16 h 130"/>
              <a:gd name="T44" fmla="*/ 25 w 131"/>
              <a:gd name="T45" fmla="*/ 32 h 130"/>
              <a:gd name="T46" fmla="*/ 9 w 131"/>
              <a:gd name="T47" fmla="*/ 32 h 130"/>
              <a:gd name="T48" fmla="*/ 9 w 131"/>
              <a:gd name="T49" fmla="*/ 16 h 130"/>
              <a:gd name="T50" fmla="*/ 9 w 131"/>
              <a:gd name="T51" fmla="*/ 49 h 130"/>
              <a:gd name="T52" fmla="*/ 25 w 131"/>
              <a:gd name="T53" fmla="*/ 49 h 130"/>
              <a:gd name="T54" fmla="*/ 25 w 131"/>
              <a:gd name="T55" fmla="*/ 65 h 130"/>
              <a:gd name="T56" fmla="*/ 9 w 131"/>
              <a:gd name="T57" fmla="*/ 65 h 130"/>
              <a:gd name="T58" fmla="*/ 9 w 131"/>
              <a:gd name="T59" fmla="*/ 49 h 130"/>
              <a:gd name="T60" fmla="*/ 9 w 131"/>
              <a:gd name="T61" fmla="*/ 81 h 130"/>
              <a:gd name="T62" fmla="*/ 25 w 131"/>
              <a:gd name="T63" fmla="*/ 81 h 130"/>
              <a:gd name="T64" fmla="*/ 25 w 131"/>
              <a:gd name="T65" fmla="*/ 98 h 130"/>
              <a:gd name="T66" fmla="*/ 9 w 131"/>
              <a:gd name="T67" fmla="*/ 98 h 130"/>
              <a:gd name="T68" fmla="*/ 9 w 131"/>
              <a:gd name="T69" fmla="*/ 81 h 130"/>
              <a:gd name="T70" fmla="*/ 74 w 131"/>
              <a:gd name="T71" fmla="*/ 41 h 130"/>
              <a:gd name="T72" fmla="*/ 131 w 131"/>
              <a:gd name="T73" fmla="*/ 41 h 130"/>
              <a:gd name="T74" fmla="*/ 131 w 131"/>
              <a:gd name="T75" fmla="*/ 49 h 130"/>
              <a:gd name="T76" fmla="*/ 74 w 131"/>
              <a:gd name="T77" fmla="*/ 49 h 130"/>
              <a:gd name="T78" fmla="*/ 74 w 131"/>
              <a:gd name="T79" fmla="*/ 41 h 130"/>
              <a:gd name="T80" fmla="*/ 74 w 131"/>
              <a:gd name="T81" fmla="*/ 130 h 130"/>
              <a:gd name="T82" fmla="*/ 90 w 131"/>
              <a:gd name="T83" fmla="*/ 130 h 130"/>
              <a:gd name="T84" fmla="*/ 90 w 131"/>
              <a:gd name="T85" fmla="*/ 98 h 130"/>
              <a:gd name="T86" fmla="*/ 115 w 131"/>
              <a:gd name="T87" fmla="*/ 98 h 130"/>
              <a:gd name="T88" fmla="*/ 115 w 131"/>
              <a:gd name="T89" fmla="*/ 130 h 130"/>
              <a:gd name="T90" fmla="*/ 131 w 131"/>
              <a:gd name="T91" fmla="*/ 130 h 130"/>
              <a:gd name="T92" fmla="*/ 131 w 131"/>
              <a:gd name="T93" fmla="*/ 57 h 130"/>
              <a:gd name="T94" fmla="*/ 74 w 131"/>
              <a:gd name="T95" fmla="*/ 57 h 130"/>
              <a:gd name="T96" fmla="*/ 74 w 131"/>
              <a:gd name="T9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1" h="130">
                <a:moveTo>
                  <a:pt x="0" y="130"/>
                </a:moveTo>
                <a:lnTo>
                  <a:pt x="66" y="130"/>
                </a:lnTo>
                <a:lnTo>
                  <a:pt x="66" y="0"/>
                </a:lnTo>
                <a:lnTo>
                  <a:pt x="0" y="0"/>
                </a:lnTo>
                <a:lnTo>
                  <a:pt x="0" y="130"/>
                </a:lnTo>
                <a:close/>
                <a:moveTo>
                  <a:pt x="41" y="16"/>
                </a:moveTo>
                <a:lnTo>
                  <a:pt x="58" y="16"/>
                </a:lnTo>
                <a:lnTo>
                  <a:pt x="58" y="32"/>
                </a:lnTo>
                <a:lnTo>
                  <a:pt x="41" y="32"/>
                </a:lnTo>
                <a:lnTo>
                  <a:pt x="41" y="16"/>
                </a:lnTo>
                <a:close/>
                <a:moveTo>
                  <a:pt x="41" y="49"/>
                </a:moveTo>
                <a:lnTo>
                  <a:pt x="58" y="49"/>
                </a:lnTo>
                <a:lnTo>
                  <a:pt x="58" y="65"/>
                </a:lnTo>
                <a:lnTo>
                  <a:pt x="41" y="65"/>
                </a:lnTo>
                <a:lnTo>
                  <a:pt x="41" y="49"/>
                </a:lnTo>
                <a:close/>
                <a:moveTo>
                  <a:pt x="41" y="81"/>
                </a:moveTo>
                <a:lnTo>
                  <a:pt x="58" y="81"/>
                </a:lnTo>
                <a:lnTo>
                  <a:pt x="58" y="98"/>
                </a:lnTo>
                <a:lnTo>
                  <a:pt x="41" y="98"/>
                </a:lnTo>
                <a:lnTo>
                  <a:pt x="41" y="81"/>
                </a:lnTo>
                <a:close/>
                <a:moveTo>
                  <a:pt x="9" y="16"/>
                </a:moveTo>
                <a:lnTo>
                  <a:pt x="25" y="16"/>
                </a:lnTo>
                <a:lnTo>
                  <a:pt x="25" y="32"/>
                </a:lnTo>
                <a:lnTo>
                  <a:pt x="9" y="32"/>
                </a:lnTo>
                <a:lnTo>
                  <a:pt x="9" y="16"/>
                </a:lnTo>
                <a:close/>
                <a:moveTo>
                  <a:pt x="9" y="49"/>
                </a:moveTo>
                <a:lnTo>
                  <a:pt x="25" y="49"/>
                </a:lnTo>
                <a:lnTo>
                  <a:pt x="25" y="65"/>
                </a:lnTo>
                <a:lnTo>
                  <a:pt x="9" y="65"/>
                </a:lnTo>
                <a:lnTo>
                  <a:pt x="9" y="49"/>
                </a:lnTo>
                <a:close/>
                <a:moveTo>
                  <a:pt x="9" y="81"/>
                </a:moveTo>
                <a:lnTo>
                  <a:pt x="25" y="81"/>
                </a:lnTo>
                <a:lnTo>
                  <a:pt x="25" y="98"/>
                </a:lnTo>
                <a:lnTo>
                  <a:pt x="9" y="98"/>
                </a:lnTo>
                <a:lnTo>
                  <a:pt x="9" y="81"/>
                </a:lnTo>
                <a:close/>
                <a:moveTo>
                  <a:pt x="74" y="41"/>
                </a:moveTo>
                <a:lnTo>
                  <a:pt x="131" y="41"/>
                </a:lnTo>
                <a:lnTo>
                  <a:pt x="131" y="49"/>
                </a:lnTo>
                <a:lnTo>
                  <a:pt x="74" y="49"/>
                </a:lnTo>
                <a:lnTo>
                  <a:pt x="74" y="41"/>
                </a:lnTo>
                <a:close/>
                <a:moveTo>
                  <a:pt x="74" y="130"/>
                </a:moveTo>
                <a:lnTo>
                  <a:pt x="90" y="130"/>
                </a:lnTo>
                <a:lnTo>
                  <a:pt x="90" y="98"/>
                </a:lnTo>
                <a:lnTo>
                  <a:pt x="115" y="98"/>
                </a:lnTo>
                <a:lnTo>
                  <a:pt x="115" y="130"/>
                </a:lnTo>
                <a:lnTo>
                  <a:pt x="131" y="130"/>
                </a:lnTo>
                <a:lnTo>
                  <a:pt x="131" y="57"/>
                </a:lnTo>
                <a:lnTo>
                  <a:pt x="74" y="57"/>
                </a:lnTo>
                <a:lnTo>
                  <a:pt x="74" y="130"/>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6" name="Freeform 164"/>
          <p:cNvSpPr>
            <a:spLocks noEditPoints="1"/>
          </p:cNvSpPr>
          <p:nvPr/>
        </p:nvSpPr>
        <p:spPr bwMode="auto">
          <a:xfrm>
            <a:off x="8582949" y="3729658"/>
            <a:ext cx="109947" cy="115809"/>
          </a:xfrm>
          <a:custGeom>
            <a:avLst/>
            <a:gdLst>
              <a:gd name="T0" fmla="*/ 43 w 46"/>
              <a:gd name="T1" fmla="*/ 29 h 48"/>
              <a:gd name="T2" fmla="*/ 46 w 46"/>
              <a:gd name="T3" fmla="*/ 16 h 48"/>
              <a:gd name="T4" fmla="*/ 41 w 46"/>
              <a:gd name="T5" fmla="*/ 8 h 48"/>
              <a:gd name="T6" fmla="*/ 37 w 46"/>
              <a:gd name="T7" fmla="*/ 9 h 48"/>
              <a:gd name="T8" fmla="*/ 28 w 46"/>
              <a:gd name="T9" fmla="*/ 0 h 48"/>
              <a:gd name="T10" fmla="*/ 18 w 46"/>
              <a:gd name="T11" fmla="*/ 0 h 48"/>
              <a:gd name="T12" fmla="*/ 17 w 46"/>
              <a:gd name="T13" fmla="*/ 4 h 48"/>
              <a:gd name="T14" fmla="*/ 4 w 46"/>
              <a:gd name="T15" fmla="*/ 8 h 48"/>
              <a:gd name="T16" fmla="*/ 0 w 46"/>
              <a:gd name="T17" fmla="*/ 16 h 48"/>
              <a:gd name="T18" fmla="*/ 3 w 46"/>
              <a:gd name="T19" fmla="*/ 19 h 48"/>
              <a:gd name="T20" fmla="*/ 0 w 46"/>
              <a:gd name="T21" fmla="*/ 32 h 48"/>
              <a:gd name="T22" fmla="*/ 4 w 46"/>
              <a:gd name="T23" fmla="*/ 40 h 48"/>
              <a:gd name="T24" fmla="*/ 9 w 46"/>
              <a:gd name="T25" fmla="*/ 39 h 48"/>
              <a:gd name="T26" fmla="*/ 18 w 46"/>
              <a:gd name="T27" fmla="*/ 48 h 48"/>
              <a:gd name="T28" fmla="*/ 28 w 46"/>
              <a:gd name="T29" fmla="*/ 48 h 48"/>
              <a:gd name="T30" fmla="*/ 29 w 46"/>
              <a:gd name="T31" fmla="*/ 44 h 48"/>
              <a:gd name="T32" fmla="*/ 41 w 46"/>
              <a:gd name="T33" fmla="*/ 40 h 48"/>
              <a:gd name="T34" fmla="*/ 46 w 46"/>
              <a:gd name="T35" fmla="*/ 32 h 48"/>
              <a:gd name="T36" fmla="*/ 43 w 46"/>
              <a:gd name="T37" fmla="*/ 29 h 48"/>
              <a:gd name="T38" fmla="*/ 23 w 46"/>
              <a:gd name="T39" fmla="*/ 34 h 48"/>
              <a:gd name="T40" fmla="*/ 13 w 46"/>
              <a:gd name="T41" fmla="*/ 24 h 48"/>
              <a:gd name="T42" fmla="*/ 23 w 46"/>
              <a:gd name="T43" fmla="*/ 14 h 48"/>
              <a:gd name="T44" fmla="*/ 33 w 46"/>
              <a:gd name="T45" fmla="*/ 24 h 48"/>
              <a:gd name="T46" fmla="*/ 23 w 46"/>
              <a:gd name="T47"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 h="48">
                <a:moveTo>
                  <a:pt x="43" y="29"/>
                </a:moveTo>
                <a:cubicBezTo>
                  <a:pt x="40" y="24"/>
                  <a:pt x="42" y="19"/>
                  <a:pt x="46" y="16"/>
                </a:cubicBezTo>
                <a:cubicBezTo>
                  <a:pt x="41" y="8"/>
                  <a:pt x="41" y="8"/>
                  <a:pt x="41" y="8"/>
                </a:cubicBezTo>
                <a:cubicBezTo>
                  <a:pt x="40" y="9"/>
                  <a:pt x="39" y="9"/>
                  <a:pt x="37" y="9"/>
                </a:cubicBezTo>
                <a:cubicBezTo>
                  <a:pt x="32" y="9"/>
                  <a:pt x="28" y="5"/>
                  <a:pt x="28" y="0"/>
                </a:cubicBezTo>
                <a:cubicBezTo>
                  <a:pt x="18" y="0"/>
                  <a:pt x="18" y="0"/>
                  <a:pt x="18" y="0"/>
                </a:cubicBezTo>
                <a:cubicBezTo>
                  <a:pt x="18" y="1"/>
                  <a:pt x="18" y="3"/>
                  <a:pt x="17" y="4"/>
                </a:cubicBezTo>
                <a:cubicBezTo>
                  <a:pt x="14" y="9"/>
                  <a:pt x="9" y="10"/>
                  <a:pt x="4" y="8"/>
                </a:cubicBezTo>
                <a:cubicBezTo>
                  <a:pt x="0" y="16"/>
                  <a:pt x="0" y="16"/>
                  <a:pt x="0" y="16"/>
                </a:cubicBezTo>
                <a:cubicBezTo>
                  <a:pt x="1" y="17"/>
                  <a:pt x="2" y="18"/>
                  <a:pt x="3" y="19"/>
                </a:cubicBezTo>
                <a:cubicBezTo>
                  <a:pt x="6" y="24"/>
                  <a:pt x="4" y="29"/>
                  <a:pt x="0" y="32"/>
                </a:cubicBezTo>
                <a:cubicBezTo>
                  <a:pt x="4" y="40"/>
                  <a:pt x="4" y="40"/>
                  <a:pt x="4" y="40"/>
                </a:cubicBezTo>
                <a:cubicBezTo>
                  <a:pt x="6" y="39"/>
                  <a:pt x="7" y="39"/>
                  <a:pt x="9" y="39"/>
                </a:cubicBezTo>
                <a:cubicBezTo>
                  <a:pt x="14" y="39"/>
                  <a:pt x="18" y="43"/>
                  <a:pt x="18" y="48"/>
                </a:cubicBezTo>
                <a:cubicBezTo>
                  <a:pt x="28" y="48"/>
                  <a:pt x="28" y="48"/>
                  <a:pt x="28" y="48"/>
                </a:cubicBezTo>
                <a:cubicBezTo>
                  <a:pt x="28" y="47"/>
                  <a:pt x="28" y="45"/>
                  <a:pt x="29" y="44"/>
                </a:cubicBezTo>
                <a:cubicBezTo>
                  <a:pt x="31" y="39"/>
                  <a:pt x="37" y="38"/>
                  <a:pt x="41" y="40"/>
                </a:cubicBezTo>
                <a:cubicBezTo>
                  <a:pt x="46" y="32"/>
                  <a:pt x="46" y="32"/>
                  <a:pt x="46" y="32"/>
                </a:cubicBezTo>
                <a:cubicBezTo>
                  <a:pt x="45" y="31"/>
                  <a:pt x="44" y="30"/>
                  <a:pt x="43" y="29"/>
                </a:cubicBezTo>
                <a:close/>
                <a:moveTo>
                  <a:pt x="23" y="34"/>
                </a:moveTo>
                <a:cubicBezTo>
                  <a:pt x="18" y="34"/>
                  <a:pt x="13" y="29"/>
                  <a:pt x="13" y="24"/>
                </a:cubicBezTo>
                <a:cubicBezTo>
                  <a:pt x="13" y="19"/>
                  <a:pt x="18" y="14"/>
                  <a:pt x="23" y="14"/>
                </a:cubicBezTo>
                <a:cubicBezTo>
                  <a:pt x="28" y="14"/>
                  <a:pt x="33" y="19"/>
                  <a:pt x="33" y="24"/>
                </a:cubicBezTo>
                <a:cubicBezTo>
                  <a:pt x="33" y="29"/>
                  <a:pt x="28" y="34"/>
                  <a:pt x="23" y="34"/>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7" name="Freeform 166"/>
          <p:cNvSpPr>
            <a:spLocks noEditPoints="1"/>
          </p:cNvSpPr>
          <p:nvPr/>
        </p:nvSpPr>
        <p:spPr bwMode="auto">
          <a:xfrm>
            <a:off x="8345465" y="4427451"/>
            <a:ext cx="80628" cy="155392"/>
          </a:xfrm>
          <a:custGeom>
            <a:avLst/>
            <a:gdLst>
              <a:gd name="T0" fmla="*/ 23 w 34"/>
              <a:gd name="T1" fmla="*/ 64 h 65"/>
              <a:gd name="T2" fmla="*/ 23 w 34"/>
              <a:gd name="T3" fmla="*/ 64 h 65"/>
              <a:gd name="T4" fmla="*/ 33 w 34"/>
              <a:gd name="T5" fmla="*/ 50 h 65"/>
              <a:gd name="T6" fmla="*/ 30 w 34"/>
              <a:gd name="T7" fmla="*/ 34 h 65"/>
              <a:gd name="T8" fmla="*/ 15 w 34"/>
              <a:gd name="T9" fmla="*/ 24 h 65"/>
              <a:gd name="T10" fmla="*/ 15 w 34"/>
              <a:gd name="T11" fmla="*/ 24 h 65"/>
              <a:gd name="T12" fmla="*/ 14 w 34"/>
              <a:gd name="T13" fmla="*/ 25 h 65"/>
              <a:gd name="T14" fmla="*/ 15 w 34"/>
              <a:gd name="T15" fmla="*/ 30 h 65"/>
              <a:gd name="T16" fmla="*/ 16 w 34"/>
              <a:gd name="T17" fmla="*/ 30 h 65"/>
              <a:gd name="T18" fmla="*/ 17 w 34"/>
              <a:gd name="T19" fmla="*/ 30 h 65"/>
              <a:gd name="T20" fmla="*/ 24 w 34"/>
              <a:gd name="T21" fmla="*/ 35 h 65"/>
              <a:gd name="T22" fmla="*/ 27 w 34"/>
              <a:gd name="T23" fmla="*/ 51 h 65"/>
              <a:gd name="T24" fmla="*/ 22 w 34"/>
              <a:gd name="T25" fmla="*/ 59 h 65"/>
              <a:gd name="T26" fmla="*/ 22 w 34"/>
              <a:gd name="T27" fmla="*/ 59 h 65"/>
              <a:gd name="T28" fmla="*/ 14 w 34"/>
              <a:gd name="T29" fmla="*/ 53 h 65"/>
              <a:gd name="T30" fmla="*/ 13 w 34"/>
              <a:gd name="T31" fmla="*/ 46 h 65"/>
              <a:gd name="T32" fmla="*/ 6 w 34"/>
              <a:gd name="T33" fmla="*/ 44 h 65"/>
              <a:gd name="T34" fmla="*/ 8 w 34"/>
              <a:gd name="T35" fmla="*/ 54 h 65"/>
              <a:gd name="T36" fmla="*/ 23 w 34"/>
              <a:gd name="T37" fmla="*/ 64 h 65"/>
              <a:gd name="T38" fmla="*/ 19 w 34"/>
              <a:gd name="T39" fmla="*/ 42 h 65"/>
              <a:gd name="T40" fmla="*/ 20 w 34"/>
              <a:gd name="T41" fmla="*/ 41 h 65"/>
              <a:gd name="T42" fmla="*/ 19 w 34"/>
              <a:gd name="T43" fmla="*/ 35 h 65"/>
              <a:gd name="T44" fmla="*/ 18 w 34"/>
              <a:gd name="T45" fmla="*/ 36 h 65"/>
              <a:gd name="T46" fmla="*/ 17 w 34"/>
              <a:gd name="T47" fmla="*/ 36 h 65"/>
              <a:gd name="T48" fmla="*/ 10 w 34"/>
              <a:gd name="T49" fmla="*/ 31 h 65"/>
              <a:gd name="T50" fmla="*/ 7 w 34"/>
              <a:gd name="T51" fmla="*/ 15 h 65"/>
              <a:gd name="T52" fmla="*/ 12 w 34"/>
              <a:gd name="T53" fmla="*/ 7 h 65"/>
              <a:gd name="T54" fmla="*/ 12 w 34"/>
              <a:gd name="T55" fmla="*/ 7 h 65"/>
              <a:gd name="T56" fmla="*/ 20 w 34"/>
              <a:gd name="T57" fmla="*/ 13 h 65"/>
              <a:gd name="T58" fmla="*/ 21 w 34"/>
              <a:gd name="T59" fmla="*/ 20 h 65"/>
              <a:gd name="T60" fmla="*/ 28 w 34"/>
              <a:gd name="T61" fmla="*/ 22 h 65"/>
              <a:gd name="T62" fmla="*/ 26 w 34"/>
              <a:gd name="T63" fmla="*/ 12 h 65"/>
              <a:gd name="T64" fmla="*/ 11 w 34"/>
              <a:gd name="T65" fmla="*/ 2 h 65"/>
              <a:gd name="T66" fmla="*/ 11 w 34"/>
              <a:gd name="T67" fmla="*/ 2 h 65"/>
              <a:gd name="T68" fmla="*/ 1 w 34"/>
              <a:gd name="T69" fmla="*/ 16 h 65"/>
              <a:gd name="T70" fmla="*/ 4 w 34"/>
              <a:gd name="T71" fmla="*/ 32 h 65"/>
              <a:gd name="T72" fmla="*/ 19 w 34"/>
              <a:gd name="T73"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65">
                <a:moveTo>
                  <a:pt x="23" y="64"/>
                </a:moveTo>
                <a:cubicBezTo>
                  <a:pt x="23" y="64"/>
                  <a:pt x="23" y="64"/>
                  <a:pt x="23" y="64"/>
                </a:cubicBezTo>
                <a:cubicBezTo>
                  <a:pt x="30" y="63"/>
                  <a:pt x="34" y="56"/>
                  <a:pt x="33" y="50"/>
                </a:cubicBezTo>
                <a:cubicBezTo>
                  <a:pt x="30" y="34"/>
                  <a:pt x="30" y="34"/>
                  <a:pt x="30" y="34"/>
                </a:cubicBezTo>
                <a:cubicBezTo>
                  <a:pt x="29" y="27"/>
                  <a:pt x="22" y="23"/>
                  <a:pt x="15" y="24"/>
                </a:cubicBezTo>
                <a:cubicBezTo>
                  <a:pt x="15" y="24"/>
                  <a:pt x="15" y="24"/>
                  <a:pt x="15" y="24"/>
                </a:cubicBezTo>
                <a:cubicBezTo>
                  <a:pt x="15" y="25"/>
                  <a:pt x="14" y="25"/>
                  <a:pt x="14" y="25"/>
                </a:cubicBezTo>
                <a:cubicBezTo>
                  <a:pt x="15" y="30"/>
                  <a:pt x="15" y="30"/>
                  <a:pt x="15" y="30"/>
                </a:cubicBezTo>
                <a:cubicBezTo>
                  <a:pt x="15" y="30"/>
                  <a:pt x="16" y="30"/>
                  <a:pt x="16" y="30"/>
                </a:cubicBezTo>
                <a:cubicBezTo>
                  <a:pt x="17" y="30"/>
                  <a:pt x="17" y="30"/>
                  <a:pt x="17" y="30"/>
                </a:cubicBezTo>
                <a:cubicBezTo>
                  <a:pt x="20" y="29"/>
                  <a:pt x="24" y="32"/>
                  <a:pt x="24" y="35"/>
                </a:cubicBezTo>
                <a:cubicBezTo>
                  <a:pt x="27" y="51"/>
                  <a:pt x="27" y="51"/>
                  <a:pt x="27" y="51"/>
                </a:cubicBezTo>
                <a:cubicBezTo>
                  <a:pt x="28" y="54"/>
                  <a:pt x="26" y="58"/>
                  <a:pt x="22" y="59"/>
                </a:cubicBezTo>
                <a:cubicBezTo>
                  <a:pt x="22" y="59"/>
                  <a:pt x="22" y="59"/>
                  <a:pt x="22" y="59"/>
                </a:cubicBezTo>
                <a:cubicBezTo>
                  <a:pt x="18" y="59"/>
                  <a:pt x="15" y="57"/>
                  <a:pt x="14" y="53"/>
                </a:cubicBezTo>
                <a:cubicBezTo>
                  <a:pt x="13" y="46"/>
                  <a:pt x="13" y="46"/>
                  <a:pt x="13" y="46"/>
                </a:cubicBezTo>
                <a:cubicBezTo>
                  <a:pt x="10" y="46"/>
                  <a:pt x="8" y="45"/>
                  <a:pt x="6" y="44"/>
                </a:cubicBezTo>
                <a:cubicBezTo>
                  <a:pt x="8" y="54"/>
                  <a:pt x="8" y="54"/>
                  <a:pt x="8" y="54"/>
                </a:cubicBezTo>
                <a:cubicBezTo>
                  <a:pt x="10" y="61"/>
                  <a:pt x="16" y="65"/>
                  <a:pt x="23" y="64"/>
                </a:cubicBezTo>
                <a:close/>
                <a:moveTo>
                  <a:pt x="19" y="42"/>
                </a:moveTo>
                <a:cubicBezTo>
                  <a:pt x="19" y="41"/>
                  <a:pt x="20" y="41"/>
                  <a:pt x="20" y="41"/>
                </a:cubicBezTo>
                <a:cubicBezTo>
                  <a:pt x="19" y="35"/>
                  <a:pt x="19" y="35"/>
                  <a:pt x="19" y="35"/>
                </a:cubicBezTo>
                <a:cubicBezTo>
                  <a:pt x="19" y="36"/>
                  <a:pt x="18" y="36"/>
                  <a:pt x="18" y="36"/>
                </a:cubicBezTo>
                <a:cubicBezTo>
                  <a:pt x="17" y="36"/>
                  <a:pt x="17" y="36"/>
                  <a:pt x="17" y="36"/>
                </a:cubicBezTo>
                <a:cubicBezTo>
                  <a:pt x="14" y="37"/>
                  <a:pt x="10" y="34"/>
                  <a:pt x="10" y="31"/>
                </a:cubicBezTo>
                <a:cubicBezTo>
                  <a:pt x="7" y="15"/>
                  <a:pt x="7" y="15"/>
                  <a:pt x="7" y="15"/>
                </a:cubicBezTo>
                <a:cubicBezTo>
                  <a:pt x="6" y="12"/>
                  <a:pt x="8" y="8"/>
                  <a:pt x="12" y="7"/>
                </a:cubicBezTo>
                <a:cubicBezTo>
                  <a:pt x="12" y="7"/>
                  <a:pt x="12" y="7"/>
                  <a:pt x="12" y="7"/>
                </a:cubicBezTo>
                <a:cubicBezTo>
                  <a:pt x="16" y="7"/>
                  <a:pt x="19" y="9"/>
                  <a:pt x="20" y="13"/>
                </a:cubicBezTo>
                <a:cubicBezTo>
                  <a:pt x="21" y="20"/>
                  <a:pt x="21" y="20"/>
                  <a:pt x="21" y="20"/>
                </a:cubicBezTo>
                <a:cubicBezTo>
                  <a:pt x="24" y="20"/>
                  <a:pt x="26" y="21"/>
                  <a:pt x="28" y="22"/>
                </a:cubicBezTo>
                <a:cubicBezTo>
                  <a:pt x="26" y="12"/>
                  <a:pt x="26" y="12"/>
                  <a:pt x="26" y="12"/>
                </a:cubicBezTo>
                <a:cubicBezTo>
                  <a:pt x="24" y="5"/>
                  <a:pt x="18" y="0"/>
                  <a:pt x="11" y="2"/>
                </a:cubicBezTo>
                <a:cubicBezTo>
                  <a:pt x="11" y="2"/>
                  <a:pt x="11" y="2"/>
                  <a:pt x="11" y="2"/>
                </a:cubicBezTo>
                <a:cubicBezTo>
                  <a:pt x="4" y="3"/>
                  <a:pt x="0" y="10"/>
                  <a:pt x="1" y="16"/>
                </a:cubicBezTo>
                <a:cubicBezTo>
                  <a:pt x="4" y="32"/>
                  <a:pt x="4" y="32"/>
                  <a:pt x="4" y="32"/>
                </a:cubicBezTo>
                <a:cubicBezTo>
                  <a:pt x="5" y="38"/>
                  <a:pt x="12" y="43"/>
                  <a:pt x="19" y="42"/>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8" name="Freeform 167"/>
          <p:cNvSpPr/>
          <p:nvPr/>
        </p:nvSpPr>
        <p:spPr bwMode="auto">
          <a:xfrm>
            <a:off x="8402638" y="2935111"/>
            <a:ext cx="219892" cy="219892"/>
          </a:xfrm>
          <a:custGeom>
            <a:avLst/>
            <a:gdLst>
              <a:gd name="T0" fmla="*/ 29 w 92"/>
              <a:gd name="T1" fmla="*/ 17 h 92"/>
              <a:gd name="T2" fmla="*/ 92 w 92"/>
              <a:gd name="T3" fmla="*/ 0 h 92"/>
              <a:gd name="T4" fmla="*/ 92 w 92"/>
              <a:gd name="T5" fmla="*/ 6 h 92"/>
              <a:gd name="T6" fmla="*/ 92 w 92"/>
              <a:gd name="T7" fmla="*/ 17 h 92"/>
              <a:gd name="T8" fmla="*/ 92 w 92"/>
              <a:gd name="T9" fmla="*/ 66 h 92"/>
              <a:gd name="T10" fmla="*/ 72 w 92"/>
              <a:gd name="T11" fmla="*/ 80 h 92"/>
              <a:gd name="T12" fmla="*/ 52 w 92"/>
              <a:gd name="T13" fmla="*/ 66 h 92"/>
              <a:gd name="T14" fmla="*/ 72 w 92"/>
              <a:gd name="T15" fmla="*/ 52 h 92"/>
              <a:gd name="T16" fmla="*/ 81 w 92"/>
              <a:gd name="T17" fmla="*/ 53 h 92"/>
              <a:gd name="T18" fmla="*/ 81 w 92"/>
              <a:gd name="T19" fmla="*/ 23 h 92"/>
              <a:gd name="T20" fmla="*/ 41 w 92"/>
              <a:gd name="T21" fmla="*/ 34 h 92"/>
              <a:gd name="T22" fmla="*/ 41 w 92"/>
              <a:gd name="T23" fmla="*/ 78 h 92"/>
              <a:gd name="T24" fmla="*/ 21 w 92"/>
              <a:gd name="T25" fmla="*/ 92 h 92"/>
              <a:gd name="T26" fmla="*/ 0 w 92"/>
              <a:gd name="T27" fmla="*/ 78 h 92"/>
              <a:gd name="T28" fmla="*/ 21 w 92"/>
              <a:gd name="T29" fmla="*/ 63 h 92"/>
              <a:gd name="T30" fmla="*/ 29 w 92"/>
              <a:gd name="T31" fmla="*/ 65 h 92"/>
              <a:gd name="T32" fmla="*/ 29 w 92"/>
              <a:gd name="T33" fmla="*/ 34 h 92"/>
              <a:gd name="T34" fmla="*/ 29 w 92"/>
              <a:gd name="T35" fmla="*/ 1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2" h="92">
                <a:moveTo>
                  <a:pt x="29" y="17"/>
                </a:moveTo>
                <a:cubicBezTo>
                  <a:pt x="92" y="0"/>
                  <a:pt x="92" y="0"/>
                  <a:pt x="92" y="0"/>
                </a:cubicBezTo>
                <a:cubicBezTo>
                  <a:pt x="92" y="6"/>
                  <a:pt x="92" y="6"/>
                  <a:pt x="92" y="6"/>
                </a:cubicBezTo>
                <a:cubicBezTo>
                  <a:pt x="92" y="17"/>
                  <a:pt x="92" y="17"/>
                  <a:pt x="92" y="17"/>
                </a:cubicBezTo>
                <a:cubicBezTo>
                  <a:pt x="92" y="66"/>
                  <a:pt x="92" y="66"/>
                  <a:pt x="92" y="66"/>
                </a:cubicBezTo>
                <a:cubicBezTo>
                  <a:pt x="92" y="74"/>
                  <a:pt x="83" y="80"/>
                  <a:pt x="72" y="80"/>
                </a:cubicBezTo>
                <a:cubicBezTo>
                  <a:pt x="61" y="80"/>
                  <a:pt x="52" y="74"/>
                  <a:pt x="52" y="66"/>
                </a:cubicBezTo>
                <a:cubicBezTo>
                  <a:pt x="52" y="58"/>
                  <a:pt x="61" y="52"/>
                  <a:pt x="72" y="52"/>
                </a:cubicBezTo>
                <a:cubicBezTo>
                  <a:pt x="75" y="52"/>
                  <a:pt x="78" y="52"/>
                  <a:pt x="81" y="53"/>
                </a:cubicBezTo>
                <a:cubicBezTo>
                  <a:pt x="81" y="23"/>
                  <a:pt x="81" y="23"/>
                  <a:pt x="81" y="23"/>
                </a:cubicBezTo>
                <a:cubicBezTo>
                  <a:pt x="41" y="34"/>
                  <a:pt x="41" y="34"/>
                  <a:pt x="41" y="34"/>
                </a:cubicBezTo>
                <a:cubicBezTo>
                  <a:pt x="41" y="78"/>
                  <a:pt x="41" y="78"/>
                  <a:pt x="41" y="78"/>
                </a:cubicBezTo>
                <a:cubicBezTo>
                  <a:pt x="41" y="86"/>
                  <a:pt x="32" y="92"/>
                  <a:pt x="21" y="92"/>
                </a:cubicBezTo>
                <a:cubicBezTo>
                  <a:pt x="9" y="92"/>
                  <a:pt x="0" y="86"/>
                  <a:pt x="0" y="78"/>
                </a:cubicBezTo>
                <a:cubicBezTo>
                  <a:pt x="0" y="70"/>
                  <a:pt x="9" y="63"/>
                  <a:pt x="21" y="63"/>
                </a:cubicBezTo>
                <a:cubicBezTo>
                  <a:pt x="24" y="63"/>
                  <a:pt x="27" y="64"/>
                  <a:pt x="29" y="65"/>
                </a:cubicBezTo>
                <a:cubicBezTo>
                  <a:pt x="29" y="34"/>
                  <a:pt x="29" y="34"/>
                  <a:pt x="29" y="34"/>
                </a:cubicBezTo>
                <a:lnTo>
                  <a:pt x="29" y="1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9" name="Freeform 168"/>
          <p:cNvSpPr>
            <a:spLocks noEditPoints="1"/>
          </p:cNvSpPr>
          <p:nvPr/>
        </p:nvSpPr>
        <p:spPr bwMode="auto">
          <a:xfrm>
            <a:off x="7889554" y="4832053"/>
            <a:ext cx="170051" cy="150993"/>
          </a:xfrm>
          <a:custGeom>
            <a:avLst/>
            <a:gdLst>
              <a:gd name="T0" fmla="*/ 30 w 71"/>
              <a:gd name="T1" fmla="*/ 0 h 63"/>
              <a:gd name="T2" fmla="*/ 30 w 71"/>
              <a:gd name="T3" fmla="*/ 0 h 63"/>
              <a:gd name="T4" fmla="*/ 59 w 71"/>
              <a:gd name="T5" fmla="*/ 23 h 63"/>
              <a:gd name="T6" fmla="*/ 30 w 71"/>
              <a:gd name="T7" fmla="*/ 47 h 63"/>
              <a:gd name="T8" fmla="*/ 25 w 71"/>
              <a:gd name="T9" fmla="*/ 47 h 63"/>
              <a:gd name="T10" fmla="*/ 4 w 71"/>
              <a:gd name="T11" fmla="*/ 55 h 63"/>
              <a:gd name="T12" fmla="*/ 4 w 71"/>
              <a:gd name="T13" fmla="*/ 53 h 63"/>
              <a:gd name="T14" fmla="*/ 11 w 71"/>
              <a:gd name="T15" fmla="*/ 44 h 63"/>
              <a:gd name="T16" fmla="*/ 11 w 71"/>
              <a:gd name="T17" fmla="*/ 42 h 63"/>
              <a:gd name="T18" fmla="*/ 0 w 71"/>
              <a:gd name="T19" fmla="*/ 23 h 63"/>
              <a:gd name="T20" fmla="*/ 30 w 71"/>
              <a:gd name="T21" fmla="*/ 0 h 63"/>
              <a:gd name="T22" fmla="*/ 62 w 71"/>
              <a:gd name="T23" fmla="*/ 53 h 63"/>
              <a:gd name="T24" fmla="*/ 67 w 71"/>
              <a:gd name="T25" fmla="*/ 61 h 63"/>
              <a:gd name="T26" fmla="*/ 67 w 71"/>
              <a:gd name="T27" fmla="*/ 63 h 63"/>
              <a:gd name="T28" fmla="*/ 50 w 71"/>
              <a:gd name="T29" fmla="*/ 56 h 63"/>
              <a:gd name="T30" fmla="*/ 46 w 71"/>
              <a:gd name="T31" fmla="*/ 56 h 63"/>
              <a:gd name="T32" fmla="*/ 30 w 71"/>
              <a:gd name="T33" fmla="*/ 52 h 63"/>
              <a:gd name="T34" fmla="*/ 54 w 71"/>
              <a:gd name="T35" fmla="*/ 44 h 63"/>
              <a:gd name="T36" fmla="*/ 61 w 71"/>
              <a:gd name="T37" fmla="*/ 35 h 63"/>
              <a:gd name="T38" fmla="*/ 64 w 71"/>
              <a:gd name="T39" fmla="*/ 23 h 63"/>
              <a:gd name="T40" fmla="*/ 64 w 71"/>
              <a:gd name="T41" fmla="*/ 22 h 63"/>
              <a:gd name="T42" fmla="*/ 71 w 71"/>
              <a:gd name="T43" fmla="*/ 36 h 63"/>
              <a:gd name="T44" fmla="*/ 62 w 71"/>
              <a:gd name="T45" fmla="*/ 52 h 63"/>
              <a:gd name="T46" fmla="*/ 62 w 71"/>
              <a:gd name="T47"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 h="63">
                <a:moveTo>
                  <a:pt x="30" y="0"/>
                </a:moveTo>
                <a:cubicBezTo>
                  <a:pt x="30" y="0"/>
                  <a:pt x="30" y="0"/>
                  <a:pt x="30" y="0"/>
                </a:cubicBezTo>
                <a:cubicBezTo>
                  <a:pt x="46" y="0"/>
                  <a:pt x="59" y="10"/>
                  <a:pt x="59" y="23"/>
                </a:cubicBezTo>
                <a:cubicBezTo>
                  <a:pt x="59" y="37"/>
                  <a:pt x="46" y="47"/>
                  <a:pt x="30" y="47"/>
                </a:cubicBezTo>
                <a:cubicBezTo>
                  <a:pt x="28" y="47"/>
                  <a:pt x="27" y="47"/>
                  <a:pt x="25" y="47"/>
                </a:cubicBezTo>
                <a:cubicBezTo>
                  <a:pt x="19" y="53"/>
                  <a:pt x="11" y="55"/>
                  <a:pt x="4" y="55"/>
                </a:cubicBezTo>
                <a:cubicBezTo>
                  <a:pt x="4" y="53"/>
                  <a:pt x="4" y="53"/>
                  <a:pt x="4" y="53"/>
                </a:cubicBezTo>
                <a:cubicBezTo>
                  <a:pt x="8" y="51"/>
                  <a:pt x="11" y="48"/>
                  <a:pt x="11" y="44"/>
                </a:cubicBezTo>
                <a:cubicBezTo>
                  <a:pt x="11" y="43"/>
                  <a:pt x="11" y="43"/>
                  <a:pt x="11" y="42"/>
                </a:cubicBezTo>
                <a:cubicBezTo>
                  <a:pt x="4" y="38"/>
                  <a:pt x="0" y="31"/>
                  <a:pt x="0" y="23"/>
                </a:cubicBezTo>
                <a:cubicBezTo>
                  <a:pt x="0" y="10"/>
                  <a:pt x="13" y="0"/>
                  <a:pt x="30" y="0"/>
                </a:cubicBezTo>
                <a:close/>
                <a:moveTo>
                  <a:pt x="62" y="53"/>
                </a:moveTo>
                <a:cubicBezTo>
                  <a:pt x="62" y="57"/>
                  <a:pt x="64" y="60"/>
                  <a:pt x="67" y="61"/>
                </a:cubicBezTo>
                <a:cubicBezTo>
                  <a:pt x="67" y="63"/>
                  <a:pt x="67" y="63"/>
                  <a:pt x="67" y="63"/>
                </a:cubicBezTo>
                <a:cubicBezTo>
                  <a:pt x="61" y="62"/>
                  <a:pt x="55" y="61"/>
                  <a:pt x="50" y="56"/>
                </a:cubicBezTo>
                <a:cubicBezTo>
                  <a:pt x="48" y="56"/>
                  <a:pt x="47" y="56"/>
                  <a:pt x="46" y="56"/>
                </a:cubicBezTo>
                <a:cubicBezTo>
                  <a:pt x="40" y="56"/>
                  <a:pt x="34" y="55"/>
                  <a:pt x="30" y="52"/>
                </a:cubicBezTo>
                <a:cubicBezTo>
                  <a:pt x="39" y="52"/>
                  <a:pt x="47" y="49"/>
                  <a:pt x="54" y="44"/>
                </a:cubicBezTo>
                <a:cubicBezTo>
                  <a:pt x="57" y="41"/>
                  <a:pt x="59" y="38"/>
                  <a:pt x="61" y="35"/>
                </a:cubicBezTo>
                <a:cubicBezTo>
                  <a:pt x="63" y="31"/>
                  <a:pt x="64" y="27"/>
                  <a:pt x="64" y="23"/>
                </a:cubicBezTo>
                <a:cubicBezTo>
                  <a:pt x="64" y="23"/>
                  <a:pt x="64" y="22"/>
                  <a:pt x="64" y="22"/>
                </a:cubicBezTo>
                <a:cubicBezTo>
                  <a:pt x="68" y="25"/>
                  <a:pt x="71" y="30"/>
                  <a:pt x="71" y="36"/>
                </a:cubicBezTo>
                <a:cubicBezTo>
                  <a:pt x="71" y="42"/>
                  <a:pt x="67" y="48"/>
                  <a:pt x="62" y="52"/>
                </a:cubicBezTo>
                <a:cubicBezTo>
                  <a:pt x="62" y="52"/>
                  <a:pt x="62" y="53"/>
                  <a:pt x="62" y="53"/>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0" name="Freeform 169"/>
          <p:cNvSpPr/>
          <p:nvPr/>
        </p:nvSpPr>
        <p:spPr bwMode="auto">
          <a:xfrm>
            <a:off x="8027354" y="4511011"/>
            <a:ext cx="155392" cy="155392"/>
          </a:xfrm>
          <a:custGeom>
            <a:avLst/>
            <a:gdLst>
              <a:gd name="T0" fmla="*/ 65 w 65"/>
              <a:gd name="T1" fmla="*/ 24 h 65"/>
              <a:gd name="T2" fmla="*/ 41 w 65"/>
              <a:gd name="T3" fmla="*/ 24 h 65"/>
              <a:gd name="T4" fmla="*/ 50 w 65"/>
              <a:gd name="T5" fmla="*/ 15 h 65"/>
              <a:gd name="T6" fmla="*/ 33 w 65"/>
              <a:gd name="T7" fmla="*/ 8 h 65"/>
              <a:gd name="T8" fmla="*/ 16 w 65"/>
              <a:gd name="T9" fmla="*/ 15 h 65"/>
              <a:gd name="T10" fmla="*/ 9 w 65"/>
              <a:gd name="T11" fmla="*/ 32 h 65"/>
              <a:gd name="T12" fmla="*/ 16 w 65"/>
              <a:gd name="T13" fmla="*/ 49 h 65"/>
              <a:gd name="T14" fmla="*/ 33 w 65"/>
              <a:gd name="T15" fmla="*/ 56 h 65"/>
              <a:gd name="T16" fmla="*/ 50 w 65"/>
              <a:gd name="T17" fmla="*/ 49 h 65"/>
              <a:gd name="T18" fmla="*/ 51 w 65"/>
              <a:gd name="T19" fmla="*/ 48 h 65"/>
              <a:gd name="T20" fmla="*/ 57 w 65"/>
              <a:gd name="T21" fmla="*/ 54 h 65"/>
              <a:gd name="T22" fmla="*/ 33 w 65"/>
              <a:gd name="T23" fmla="*/ 65 h 65"/>
              <a:gd name="T24" fmla="*/ 0 w 65"/>
              <a:gd name="T25" fmla="*/ 32 h 65"/>
              <a:gd name="T26" fmla="*/ 33 w 65"/>
              <a:gd name="T27" fmla="*/ 0 h 65"/>
              <a:gd name="T28" fmla="*/ 56 w 65"/>
              <a:gd name="T29" fmla="*/ 9 h 65"/>
              <a:gd name="T30" fmla="*/ 65 w 65"/>
              <a:gd name="T31" fmla="*/ 0 h 65"/>
              <a:gd name="T32" fmla="*/ 65 w 65"/>
              <a:gd name="T33" fmla="*/ 2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5" h="65">
                <a:moveTo>
                  <a:pt x="65" y="24"/>
                </a:moveTo>
                <a:cubicBezTo>
                  <a:pt x="41" y="24"/>
                  <a:pt x="41" y="24"/>
                  <a:pt x="41" y="24"/>
                </a:cubicBezTo>
                <a:cubicBezTo>
                  <a:pt x="50" y="15"/>
                  <a:pt x="50" y="15"/>
                  <a:pt x="50" y="15"/>
                </a:cubicBezTo>
                <a:cubicBezTo>
                  <a:pt x="45" y="10"/>
                  <a:pt x="39" y="8"/>
                  <a:pt x="33" y="8"/>
                </a:cubicBezTo>
                <a:cubicBezTo>
                  <a:pt x="26" y="8"/>
                  <a:pt x="20" y="10"/>
                  <a:pt x="16" y="15"/>
                </a:cubicBezTo>
                <a:cubicBezTo>
                  <a:pt x="11" y="20"/>
                  <a:pt x="9" y="26"/>
                  <a:pt x="9" y="32"/>
                </a:cubicBezTo>
                <a:cubicBezTo>
                  <a:pt x="9" y="39"/>
                  <a:pt x="11" y="45"/>
                  <a:pt x="16" y="49"/>
                </a:cubicBezTo>
                <a:cubicBezTo>
                  <a:pt x="20" y="54"/>
                  <a:pt x="26" y="56"/>
                  <a:pt x="33" y="56"/>
                </a:cubicBezTo>
                <a:cubicBezTo>
                  <a:pt x="39" y="56"/>
                  <a:pt x="45" y="54"/>
                  <a:pt x="50" y="49"/>
                </a:cubicBezTo>
                <a:cubicBezTo>
                  <a:pt x="50" y="49"/>
                  <a:pt x="51" y="49"/>
                  <a:pt x="51" y="48"/>
                </a:cubicBezTo>
                <a:cubicBezTo>
                  <a:pt x="57" y="54"/>
                  <a:pt x="57" y="54"/>
                  <a:pt x="57" y="54"/>
                </a:cubicBezTo>
                <a:cubicBezTo>
                  <a:pt x="51" y="60"/>
                  <a:pt x="43" y="65"/>
                  <a:pt x="33" y="65"/>
                </a:cubicBezTo>
                <a:cubicBezTo>
                  <a:pt x="15" y="65"/>
                  <a:pt x="0" y="50"/>
                  <a:pt x="0" y="32"/>
                </a:cubicBezTo>
                <a:cubicBezTo>
                  <a:pt x="0" y="14"/>
                  <a:pt x="15" y="0"/>
                  <a:pt x="33" y="0"/>
                </a:cubicBezTo>
                <a:cubicBezTo>
                  <a:pt x="42" y="0"/>
                  <a:pt x="50" y="4"/>
                  <a:pt x="56" y="9"/>
                </a:cubicBezTo>
                <a:cubicBezTo>
                  <a:pt x="65" y="0"/>
                  <a:pt x="65" y="0"/>
                  <a:pt x="65" y="0"/>
                </a:cubicBezTo>
                <a:lnTo>
                  <a:pt x="65" y="24"/>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1" name="Freeform 171"/>
          <p:cNvSpPr>
            <a:spLocks noEditPoints="1"/>
          </p:cNvSpPr>
          <p:nvPr/>
        </p:nvSpPr>
        <p:spPr bwMode="auto">
          <a:xfrm>
            <a:off x="8594677" y="2637523"/>
            <a:ext cx="129004" cy="127537"/>
          </a:xfrm>
          <a:custGeom>
            <a:avLst/>
            <a:gdLst>
              <a:gd name="T0" fmla="*/ 27 w 54"/>
              <a:gd name="T1" fmla="*/ 0 h 53"/>
              <a:gd name="T2" fmla="*/ 0 w 54"/>
              <a:gd name="T3" fmla="*/ 26 h 53"/>
              <a:gd name="T4" fmla="*/ 27 w 54"/>
              <a:gd name="T5" fmla="*/ 53 h 53"/>
              <a:gd name="T6" fmla="*/ 54 w 54"/>
              <a:gd name="T7" fmla="*/ 26 h 53"/>
              <a:gd name="T8" fmla="*/ 27 w 54"/>
              <a:gd name="T9" fmla="*/ 0 h 53"/>
              <a:gd name="T10" fmla="*/ 16 w 54"/>
              <a:gd name="T11" fmla="*/ 43 h 53"/>
              <a:gd name="T12" fmla="*/ 17 w 54"/>
              <a:gd name="T13" fmla="*/ 38 h 53"/>
              <a:gd name="T14" fmla="*/ 7 w 54"/>
              <a:gd name="T15" fmla="*/ 24 h 53"/>
              <a:gd name="T16" fmla="*/ 13 w 54"/>
              <a:gd name="T17" fmla="*/ 12 h 53"/>
              <a:gd name="T18" fmla="*/ 27 w 54"/>
              <a:gd name="T19" fmla="*/ 6 h 53"/>
              <a:gd name="T20" fmla="*/ 41 w 54"/>
              <a:gd name="T21" fmla="*/ 12 h 53"/>
              <a:gd name="T22" fmla="*/ 47 w 54"/>
              <a:gd name="T23" fmla="*/ 24 h 53"/>
              <a:gd name="T24" fmla="*/ 37 w 54"/>
              <a:gd name="T25" fmla="*/ 38 h 53"/>
              <a:gd name="T26" fmla="*/ 38 w 54"/>
              <a:gd name="T27" fmla="*/ 43 h 53"/>
              <a:gd name="T28" fmla="*/ 27 w 54"/>
              <a:gd name="T29" fmla="*/ 46 h 53"/>
              <a:gd name="T30" fmla="*/ 16 w 54"/>
              <a:gd name="T31" fmla="*/ 43 h 53"/>
              <a:gd name="T32" fmla="*/ 29 w 54"/>
              <a:gd name="T33" fmla="*/ 33 h 53"/>
              <a:gd name="T34" fmla="*/ 30 w 54"/>
              <a:gd name="T35" fmla="*/ 35 h 53"/>
              <a:gd name="T36" fmla="*/ 30 w 54"/>
              <a:gd name="T37" fmla="*/ 38 h 53"/>
              <a:gd name="T38" fmla="*/ 28 w 54"/>
              <a:gd name="T39" fmla="*/ 40 h 53"/>
              <a:gd name="T40" fmla="*/ 25 w 54"/>
              <a:gd name="T41" fmla="*/ 40 h 53"/>
              <a:gd name="T42" fmla="*/ 23 w 54"/>
              <a:gd name="T43" fmla="*/ 38 h 53"/>
              <a:gd name="T44" fmla="*/ 23 w 54"/>
              <a:gd name="T45" fmla="*/ 35 h 53"/>
              <a:gd name="T46" fmla="*/ 25 w 54"/>
              <a:gd name="T47" fmla="*/ 33 h 53"/>
              <a:gd name="T48" fmla="*/ 26 w 54"/>
              <a:gd name="T49" fmla="*/ 10 h 53"/>
              <a:gd name="T50" fmla="*/ 28 w 54"/>
              <a:gd name="T51" fmla="*/ 10 h 53"/>
              <a:gd name="T52" fmla="*/ 29 w 54"/>
              <a:gd name="T5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 h="53">
                <a:moveTo>
                  <a:pt x="27" y="0"/>
                </a:moveTo>
                <a:cubicBezTo>
                  <a:pt x="12" y="0"/>
                  <a:pt x="0" y="12"/>
                  <a:pt x="0" y="26"/>
                </a:cubicBezTo>
                <a:cubicBezTo>
                  <a:pt x="0" y="41"/>
                  <a:pt x="12" y="53"/>
                  <a:pt x="27" y="53"/>
                </a:cubicBezTo>
                <a:cubicBezTo>
                  <a:pt x="42" y="53"/>
                  <a:pt x="54" y="41"/>
                  <a:pt x="54" y="26"/>
                </a:cubicBezTo>
                <a:cubicBezTo>
                  <a:pt x="54" y="12"/>
                  <a:pt x="42" y="0"/>
                  <a:pt x="27" y="0"/>
                </a:cubicBezTo>
                <a:close/>
                <a:moveTo>
                  <a:pt x="16" y="43"/>
                </a:moveTo>
                <a:cubicBezTo>
                  <a:pt x="16" y="42"/>
                  <a:pt x="17" y="40"/>
                  <a:pt x="17" y="38"/>
                </a:cubicBezTo>
                <a:cubicBezTo>
                  <a:pt x="17" y="32"/>
                  <a:pt x="13" y="26"/>
                  <a:pt x="7" y="24"/>
                </a:cubicBezTo>
                <a:cubicBezTo>
                  <a:pt x="7" y="20"/>
                  <a:pt x="9" y="15"/>
                  <a:pt x="13" y="12"/>
                </a:cubicBezTo>
                <a:cubicBezTo>
                  <a:pt x="16" y="8"/>
                  <a:pt x="21" y="6"/>
                  <a:pt x="27" y="6"/>
                </a:cubicBezTo>
                <a:cubicBezTo>
                  <a:pt x="32" y="6"/>
                  <a:pt x="37" y="8"/>
                  <a:pt x="41" y="12"/>
                </a:cubicBezTo>
                <a:cubicBezTo>
                  <a:pt x="44" y="15"/>
                  <a:pt x="46" y="20"/>
                  <a:pt x="47" y="24"/>
                </a:cubicBezTo>
                <a:cubicBezTo>
                  <a:pt x="41" y="26"/>
                  <a:pt x="37" y="32"/>
                  <a:pt x="37" y="38"/>
                </a:cubicBezTo>
                <a:cubicBezTo>
                  <a:pt x="37" y="40"/>
                  <a:pt x="37" y="42"/>
                  <a:pt x="38" y="43"/>
                </a:cubicBezTo>
                <a:cubicBezTo>
                  <a:pt x="35" y="45"/>
                  <a:pt x="31" y="46"/>
                  <a:pt x="27" y="46"/>
                </a:cubicBezTo>
                <a:cubicBezTo>
                  <a:pt x="23" y="46"/>
                  <a:pt x="19" y="45"/>
                  <a:pt x="16" y="43"/>
                </a:cubicBezTo>
                <a:close/>
                <a:moveTo>
                  <a:pt x="29" y="33"/>
                </a:moveTo>
                <a:cubicBezTo>
                  <a:pt x="30" y="33"/>
                  <a:pt x="30" y="34"/>
                  <a:pt x="30" y="35"/>
                </a:cubicBezTo>
                <a:cubicBezTo>
                  <a:pt x="30" y="38"/>
                  <a:pt x="30" y="38"/>
                  <a:pt x="30" y="38"/>
                </a:cubicBezTo>
                <a:cubicBezTo>
                  <a:pt x="30" y="39"/>
                  <a:pt x="29" y="40"/>
                  <a:pt x="28" y="40"/>
                </a:cubicBezTo>
                <a:cubicBezTo>
                  <a:pt x="25" y="40"/>
                  <a:pt x="25" y="40"/>
                  <a:pt x="25" y="40"/>
                </a:cubicBezTo>
                <a:cubicBezTo>
                  <a:pt x="24" y="40"/>
                  <a:pt x="23" y="39"/>
                  <a:pt x="23" y="38"/>
                </a:cubicBezTo>
                <a:cubicBezTo>
                  <a:pt x="23" y="35"/>
                  <a:pt x="23" y="35"/>
                  <a:pt x="23" y="35"/>
                </a:cubicBezTo>
                <a:cubicBezTo>
                  <a:pt x="23" y="34"/>
                  <a:pt x="24" y="33"/>
                  <a:pt x="25" y="33"/>
                </a:cubicBezTo>
                <a:cubicBezTo>
                  <a:pt x="26" y="10"/>
                  <a:pt x="26" y="10"/>
                  <a:pt x="26" y="10"/>
                </a:cubicBezTo>
                <a:cubicBezTo>
                  <a:pt x="28" y="10"/>
                  <a:pt x="28" y="10"/>
                  <a:pt x="28" y="10"/>
                </a:cubicBezTo>
                <a:lnTo>
                  <a:pt x="29" y="33"/>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2" name="Freeform 174"/>
          <p:cNvSpPr>
            <a:spLocks noEditPoints="1"/>
          </p:cNvSpPr>
          <p:nvPr/>
        </p:nvSpPr>
        <p:spPr bwMode="auto">
          <a:xfrm>
            <a:off x="7684321" y="4371744"/>
            <a:ext cx="150993" cy="149528"/>
          </a:xfrm>
          <a:custGeom>
            <a:avLst/>
            <a:gdLst>
              <a:gd name="T0" fmla="*/ 32 w 63"/>
              <a:gd name="T1" fmla="*/ 62 h 62"/>
              <a:gd name="T2" fmla="*/ 0 w 63"/>
              <a:gd name="T3" fmla="*/ 31 h 62"/>
              <a:gd name="T4" fmla="*/ 32 w 63"/>
              <a:gd name="T5" fmla="*/ 0 h 62"/>
              <a:gd name="T6" fmla="*/ 63 w 63"/>
              <a:gd name="T7" fmla="*/ 31 h 62"/>
              <a:gd name="T8" fmla="*/ 32 w 63"/>
              <a:gd name="T9" fmla="*/ 62 h 62"/>
              <a:gd name="T10" fmla="*/ 58 w 63"/>
              <a:gd name="T11" fmla="*/ 36 h 62"/>
              <a:gd name="T12" fmla="*/ 41 w 63"/>
              <a:gd name="T13" fmla="*/ 34 h 62"/>
              <a:gd name="T14" fmla="*/ 46 w 63"/>
              <a:gd name="T15" fmla="*/ 53 h 62"/>
              <a:gd name="T16" fmla="*/ 58 w 63"/>
              <a:gd name="T17" fmla="*/ 36 h 62"/>
              <a:gd name="T18" fmla="*/ 42 w 63"/>
              <a:gd name="T19" fmla="*/ 56 h 62"/>
              <a:gd name="T20" fmla="*/ 36 w 63"/>
              <a:gd name="T21" fmla="*/ 36 h 62"/>
              <a:gd name="T22" fmla="*/ 36 w 63"/>
              <a:gd name="T23" fmla="*/ 36 h 62"/>
              <a:gd name="T24" fmla="*/ 15 w 63"/>
              <a:gd name="T25" fmla="*/ 52 h 62"/>
              <a:gd name="T26" fmla="*/ 32 w 63"/>
              <a:gd name="T27" fmla="*/ 58 h 62"/>
              <a:gd name="T28" fmla="*/ 42 w 63"/>
              <a:gd name="T29" fmla="*/ 56 h 62"/>
              <a:gd name="T30" fmla="*/ 12 w 63"/>
              <a:gd name="T31" fmla="*/ 49 h 62"/>
              <a:gd name="T32" fmla="*/ 33 w 63"/>
              <a:gd name="T33" fmla="*/ 32 h 62"/>
              <a:gd name="T34" fmla="*/ 34 w 63"/>
              <a:gd name="T35" fmla="*/ 31 h 62"/>
              <a:gd name="T36" fmla="*/ 32 w 63"/>
              <a:gd name="T37" fmla="*/ 27 h 62"/>
              <a:gd name="T38" fmla="*/ 5 w 63"/>
              <a:gd name="T39" fmla="*/ 31 h 62"/>
              <a:gd name="T40" fmla="*/ 5 w 63"/>
              <a:gd name="T41" fmla="*/ 31 h 62"/>
              <a:gd name="T42" fmla="*/ 12 w 63"/>
              <a:gd name="T43" fmla="*/ 49 h 62"/>
              <a:gd name="T44" fmla="*/ 5 w 63"/>
              <a:gd name="T45" fmla="*/ 26 h 62"/>
              <a:gd name="T46" fmla="*/ 30 w 63"/>
              <a:gd name="T47" fmla="*/ 23 h 62"/>
              <a:gd name="T48" fmla="*/ 20 w 63"/>
              <a:gd name="T49" fmla="*/ 7 h 62"/>
              <a:gd name="T50" fmla="*/ 5 w 63"/>
              <a:gd name="T51" fmla="*/ 26 h 62"/>
              <a:gd name="T52" fmla="*/ 25 w 63"/>
              <a:gd name="T53" fmla="*/ 6 h 62"/>
              <a:gd name="T54" fmla="*/ 35 w 63"/>
              <a:gd name="T55" fmla="*/ 21 h 62"/>
              <a:gd name="T56" fmla="*/ 49 w 63"/>
              <a:gd name="T57" fmla="*/ 12 h 62"/>
              <a:gd name="T58" fmla="*/ 32 w 63"/>
              <a:gd name="T59" fmla="*/ 5 h 62"/>
              <a:gd name="T60" fmla="*/ 25 w 63"/>
              <a:gd name="T61" fmla="*/ 6 h 62"/>
              <a:gd name="T62" fmla="*/ 52 w 63"/>
              <a:gd name="T63" fmla="*/ 15 h 62"/>
              <a:gd name="T64" fmla="*/ 37 w 63"/>
              <a:gd name="T65" fmla="*/ 25 h 62"/>
              <a:gd name="T66" fmla="*/ 39 w 63"/>
              <a:gd name="T67" fmla="*/ 29 h 62"/>
              <a:gd name="T68" fmla="*/ 40 w 63"/>
              <a:gd name="T69" fmla="*/ 30 h 62"/>
              <a:gd name="T70" fmla="*/ 58 w 63"/>
              <a:gd name="T71" fmla="*/ 31 h 62"/>
              <a:gd name="T72" fmla="*/ 52 w 63"/>
              <a:gd name="T73" fmla="*/ 15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3" h="62">
                <a:moveTo>
                  <a:pt x="32" y="62"/>
                </a:moveTo>
                <a:cubicBezTo>
                  <a:pt x="14" y="62"/>
                  <a:pt x="0" y="49"/>
                  <a:pt x="0" y="31"/>
                </a:cubicBezTo>
                <a:cubicBezTo>
                  <a:pt x="0" y="14"/>
                  <a:pt x="14" y="0"/>
                  <a:pt x="32" y="0"/>
                </a:cubicBezTo>
                <a:cubicBezTo>
                  <a:pt x="49" y="0"/>
                  <a:pt x="63" y="14"/>
                  <a:pt x="63" y="31"/>
                </a:cubicBezTo>
                <a:cubicBezTo>
                  <a:pt x="63" y="49"/>
                  <a:pt x="49" y="62"/>
                  <a:pt x="32" y="62"/>
                </a:cubicBezTo>
                <a:close/>
                <a:moveTo>
                  <a:pt x="58" y="36"/>
                </a:moveTo>
                <a:cubicBezTo>
                  <a:pt x="57" y="35"/>
                  <a:pt x="50" y="33"/>
                  <a:pt x="41" y="34"/>
                </a:cubicBezTo>
                <a:cubicBezTo>
                  <a:pt x="45" y="44"/>
                  <a:pt x="46" y="52"/>
                  <a:pt x="46" y="53"/>
                </a:cubicBezTo>
                <a:cubicBezTo>
                  <a:pt x="52" y="49"/>
                  <a:pt x="57" y="43"/>
                  <a:pt x="58" y="36"/>
                </a:cubicBezTo>
                <a:close/>
                <a:moveTo>
                  <a:pt x="42" y="56"/>
                </a:moveTo>
                <a:cubicBezTo>
                  <a:pt x="41" y="54"/>
                  <a:pt x="40" y="45"/>
                  <a:pt x="36" y="36"/>
                </a:cubicBezTo>
                <a:cubicBezTo>
                  <a:pt x="36" y="36"/>
                  <a:pt x="36" y="36"/>
                  <a:pt x="36" y="36"/>
                </a:cubicBezTo>
                <a:cubicBezTo>
                  <a:pt x="21" y="41"/>
                  <a:pt x="16" y="51"/>
                  <a:pt x="15" y="52"/>
                </a:cubicBezTo>
                <a:cubicBezTo>
                  <a:pt x="20" y="56"/>
                  <a:pt x="25" y="58"/>
                  <a:pt x="32" y="58"/>
                </a:cubicBezTo>
                <a:cubicBezTo>
                  <a:pt x="35" y="58"/>
                  <a:pt x="39" y="57"/>
                  <a:pt x="42" y="56"/>
                </a:cubicBezTo>
                <a:close/>
                <a:moveTo>
                  <a:pt x="12" y="49"/>
                </a:moveTo>
                <a:cubicBezTo>
                  <a:pt x="12" y="48"/>
                  <a:pt x="20" y="36"/>
                  <a:pt x="33" y="32"/>
                </a:cubicBezTo>
                <a:cubicBezTo>
                  <a:pt x="34" y="32"/>
                  <a:pt x="34" y="31"/>
                  <a:pt x="34" y="31"/>
                </a:cubicBezTo>
                <a:cubicBezTo>
                  <a:pt x="34" y="30"/>
                  <a:pt x="33" y="28"/>
                  <a:pt x="32" y="27"/>
                </a:cubicBezTo>
                <a:cubicBezTo>
                  <a:pt x="19" y="31"/>
                  <a:pt x="6" y="31"/>
                  <a:pt x="5" y="31"/>
                </a:cubicBezTo>
                <a:cubicBezTo>
                  <a:pt x="5" y="31"/>
                  <a:pt x="5" y="31"/>
                  <a:pt x="5" y="31"/>
                </a:cubicBezTo>
                <a:cubicBezTo>
                  <a:pt x="5" y="38"/>
                  <a:pt x="8" y="44"/>
                  <a:pt x="12" y="49"/>
                </a:cubicBezTo>
                <a:close/>
                <a:moveTo>
                  <a:pt x="5" y="26"/>
                </a:moveTo>
                <a:cubicBezTo>
                  <a:pt x="7" y="26"/>
                  <a:pt x="18" y="26"/>
                  <a:pt x="30" y="23"/>
                </a:cubicBezTo>
                <a:cubicBezTo>
                  <a:pt x="26" y="15"/>
                  <a:pt x="21" y="8"/>
                  <a:pt x="20" y="7"/>
                </a:cubicBezTo>
                <a:cubicBezTo>
                  <a:pt x="13" y="11"/>
                  <a:pt x="7" y="18"/>
                  <a:pt x="5" y="26"/>
                </a:cubicBezTo>
                <a:close/>
                <a:moveTo>
                  <a:pt x="25" y="6"/>
                </a:moveTo>
                <a:cubicBezTo>
                  <a:pt x="26" y="7"/>
                  <a:pt x="31" y="13"/>
                  <a:pt x="35" y="21"/>
                </a:cubicBezTo>
                <a:cubicBezTo>
                  <a:pt x="45" y="18"/>
                  <a:pt x="49" y="12"/>
                  <a:pt x="49" y="12"/>
                </a:cubicBezTo>
                <a:cubicBezTo>
                  <a:pt x="44" y="7"/>
                  <a:pt x="38" y="5"/>
                  <a:pt x="32" y="5"/>
                </a:cubicBezTo>
                <a:cubicBezTo>
                  <a:pt x="29" y="5"/>
                  <a:pt x="27" y="5"/>
                  <a:pt x="25" y="6"/>
                </a:cubicBezTo>
                <a:close/>
                <a:moveTo>
                  <a:pt x="52" y="15"/>
                </a:moveTo>
                <a:cubicBezTo>
                  <a:pt x="52" y="15"/>
                  <a:pt x="47" y="21"/>
                  <a:pt x="37" y="25"/>
                </a:cubicBezTo>
                <a:cubicBezTo>
                  <a:pt x="38" y="26"/>
                  <a:pt x="38" y="28"/>
                  <a:pt x="39" y="29"/>
                </a:cubicBezTo>
                <a:cubicBezTo>
                  <a:pt x="39" y="29"/>
                  <a:pt x="39" y="30"/>
                  <a:pt x="40" y="30"/>
                </a:cubicBezTo>
                <a:cubicBezTo>
                  <a:pt x="48" y="29"/>
                  <a:pt x="57" y="31"/>
                  <a:pt x="58" y="31"/>
                </a:cubicBezTo>
                <a:cubicBezTo>
                  <a:pt x="58" y="25"/>
                  <a:pt x="56" y="19"/>
                  <a:pt x="52" y="15"/>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3" name="Freeform 175"/>
          <p:cNvSpPr>
            <a:spLocks noEditPoints="1"/>
          </p:cNvSpPr>
          <p:nvPr/>
        </p:nvSpPr>
        <p:spPr bwMode="auto">
          <a:xfrm>
            <a:off x="7635944" y="5167758"/>
            <a:ext cx="155392" cy="136333"/>
          </a:xfrm>
          <a:custGeom>
            <a:avLst/>
            <a:gdLst>
              <a:gd name="T0" fmla="*/ 65 w 65"/>
              <a:gd name="T1" fmla="*/ 19 h 57"/>
              <a:gd name="T2" fmla="*/ 47 w 65"/>
              <a:gd name="T3" fmla="*/ 0 h 57"/>
              <a:gd name="T4" fmla="*/ 32 w 65"/>
              <a:gd name="T5" fmla="*/ 6 h 57"/>
              <a:gd name="T6" fmla="*/ 18 w 65"/>
              <a:gd name="T7" fmla="*/ 0 h 57"/>
              <a:gd name="T8" fmla="*/ 0 w 65"/>
              <a:gd name="T9" fmla="*/ 19 h 57"/>
              <a:gd name="T10" fmla="*/ 6 w 65"/>
              <a:gd name="T11" fmla="*/ 33 h 57"/>
              <a:gd name="T12" fmla="*/ 6 w 65"/>
              <a:gd name="T13" fmla="*/ 33 h 57"/>
              <a:gd name="T14" fmla="*/ 26 w 65"/>
              <a:gd name="T15" fmla="*/ 53 h 57"/>
              <a:gd name="T16" fmla="*/ 32 w 65"/>
              <a:gd name="T17" fmla="*/ 57 h 57"/>
              <a:gd name="T18" fmla="*/ 39 w 65"/>
              <a:gd name="T19" fmla="*/ 53 h 57"/>
              <a:gd name="T20" fmla="*/ 59 w 65"/>
              <a:gd name="T21" fmla="*/ 33 h 57"/>
              <a:gd name="T22" fmla="*/ 59 w 65"/>
              <a:gd name="T23" fmla="*/ 33 h 57"/>
              <a:gd name="T24" fmla="*/ 65 w 65"/>
              <a:gd name="T25" fmla="*/ 19 h 57"/>
              <a:gd name="T26" fmla="*/ 54 w 65"/>
              <a:gd name="T27" fmla="*/ 27 h 57"/>
              <a:gd name="T28" fmla="*/ 33 w 65"/>
              <a:gd name="T29" fmla="*/ 47 h 57"/>
              <a:gd name="T30" fmla="*/ 32 w 65"/>
              <a:gd name="T31" fmla="*/ 48 h 57"/>
              <a:gd name="T32" fmla="*/ 32 w 65"/>
              <a:gd name="T33" fmla="*/ 47 h 57"/>
              <a:gd name="T34" fmla="*/ 11 w 65"/>
              <a:gd name="T35" fmla="*/ 27 h 57"/>
              <a:gd name="T36" fmla="*/ 8 w 65"/>
              <a:gd name="T37" fmla="*/ 19 h 57"/>
              <a:gd name="T38" fmla="*/ 18 w 65"/>
              <a:gd name="T39" fmla="*/ 8 h 57"/>
              <a:gd name="T40" fmla="*/ 26 w 65"/>
              <a:gd name="T41" fmla="*/ 11 h 57"/>
              <a:gd name="T42" fmla="*/ 32 w 65"/>
              <a:gd name="T43" fmla="*/ 18 h 57"/>
              <a:gd name="T44" fmla="*/ 39 w 65"/>
              <a:gd name="T45" fmla="*/ 11 h 57"/>
              <a:gd name="T46" fmla="*/ 47 w 65"/>
              <a:gd name="T47" fmla="*/ 8 h 57"/>
              <a:gd name="T48" fmla="*/ 57 w 65"/>
              <a:gd name="T49" fmla="*/ 19 h 57"/>
              <a:gd name="T50" fmla="*/ 54 w 65"/>
              <a:gd name="T51" fmla="*/ 2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5" h="57">
                <a:moveTo>
                  <a:pt x="65" y="19"/>
                </a:moveTo>
                <a:cubicBezTo>
                  <a:pt x="65" y="8"/>
                  <a:pt x="57" y="0"/>
                  <a:pt x="47" y="0"/>
                </a:cubicBezTo>
                <a:cubicBezTo>
                  <a:pt x="41" y="0"/>
                  <a:pt x="36" y="2"/>
                  <a:pt x="32" y="6"/>
                </a:cubicBezTo>
                <a:cubicBezTo>
                  <a:pt x="29" y="2"/>
                  <a:pt x="24" y="0"/>
                  <a:pt x="18" y="0"/>
                </a:cubicBezTo>
                <a:cubicBezTo>
                  <a:pt x="8" y="0"/>
                  <a:pt x="0" y="8"/>
                  <a:pt x="0" y="19"/>
                </a:cubicBezTo>
                <a:cubicBezTo>
                  <a:pt x="0" y="24"/>
                  <a:pt x="2" y="29"/>
                  <a:pt x="6" y="33"/>
                </a:cubicBezTo>
                <a:cubicBezTo>
                  <a:pt x="6" y="33"/>
                  <a:pt x="6" y="33"/>
                  <a:pt x="6" y="33"/>
                </a:cubicBezTo>
                <a:cubicBezTo>
                  <a:pt x="26" y="53"/>
                  <a:pt x="26" y="53"/>
                  <a:pt x="26" y="53"/>
                </a:cubicBezTo>
                <a:cubicBezTo>
                  <a:pt x="28" y="55"/>
                  <a:pt x="30" y="57"/>
                  <a:pt x="32" y="57"/>
                </a:cubicBezTo>
                <a:cubicBezTo>
                  <a:pt x="35" y="57"/>
                  <a:pt x="37" y="55"/>
                  <a:pt x="39" y="53"/>
                </a:cubicBezTo>
                <a:cubicBezTo>
                  <a:pt x="59" y="33"/>
                  <a:pt x="59" y="33"/>
                  <a:pt x="59" y="33"/>
                </a:cubicBezTo>
                <a:cubicBezTo>
                  <a:pt x="59" y="33"/>
                  <a:pt x="59" y="33"/>
                  <a:pt x="59" y="33"/>
                </a:cubicBezTo>
                <a:cubicBezTo>
                  <a:pt x="63" y="29"/>
                  <a:pt x="65" y="24"/>
                  <a:pt x="65" y="19"/>
                </a:cubicBezTo>
                <a:close/>
                <a:moveTo>
                  <a:pt x="54" y="27"/>
                </a:moveTo>
                <a:cubicBezTo>
                  <a:pt x="33" y="47"/>
                  <a:pt x="33" y="47"/>
                  <a:pt x="33" y="47"/>
                </a:cubicBezTo>
                <a:cubicBezTo>
                  <a:pt x="33" y="47"/>
                  <a:pt x="33" y="48"/>
                  <a:pt x="32" y="48"/>
                </a:cubicBezTo>
                <a:cubicBezTo>
                  <a:pt x="32" y="48"/>
                  <a:pt x="32" y="47"/>
                  <a:pt x="32" y="47"/>
                </a:cubicBezTo>
                <a:cubicBezTo>
                  <a:pt x="11" y="27"/>
                  <a:pt x="11" y="27"/>
                  <a:pt x="11" y="27"/>
                </a:cubicBezTo>
                <a:cubicBezTo>
                  <a:pt x="9" y="24"/>
                  <a:pt x="8" y="22"/>
                  <a:pt x="8" y="19"/>
                </a:cubicBezTo>
                <a:cubicBezTo>
                  <a:pt x="8" y="13"/>
                  <a:pt x="13" y="8"/>
                  <a:pt x="18" y="8"/>
                </a:cubicBezTo>
                <a:cubicBezTo>
                  <a:pt x="22" y="8"/>
                  <a:pt x="24" y="9"/>
                  <a:pt x="26" y="11"/>
                </a:cubicBezTo>
                <a:cubicBezTo>
                  <a:pt x="32" y="18"/>
                  <a:pt x="32" y="18"/>
                  <a:pt x="32" y="18"/>
                </a:cubicBezTo>
                <a:cubicBezTo>
                  <a:pt x="39" y="11"/>
                  <a:pt x="39" y="11"/>
                  <a:pt x="39" y="11"/>
                </a:cubicBezTo>
                <a:cubicBezTo>
                  <a:pt x="41" y="9"/>
                  <a:pt x="43" y="8"/>
                  <a:pt x="47" y="8"/>
                </a:cubicBezTo>
                <a:cubicBezTo>
                  <a:pt x="52" y="8"/>
                  <a:pt x="57" y="13"/>
                  <a:pt x="57" y="19"/>
                </a:cubicBezTo>
                <a:cubicBezTo>
                  <a:pt x="57" y="22"/>
                  <a:pt x="56" y="24"/>
                  <a:pt x="54" y="27"/>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4" name="Freeform 177"/>
          <p:cNvSpPr>
            <a:spLocks noEditPoints="1"/>
          </p:cNvSpPr>
          <p:nvPr/>
        </p:nvSpPr>
        <p:spPr bwMode="auto">
          <a:xfrm>
            <a:off x="7861700" y="5478539"/>
            <a:ext cx="112878" cy="115809"/>
          </a:xfrm>
          <a:custGeom>
            <a:avLst/>
            <a:gdLst>
              <a:gd name="T0" fmla="*/ 43 w 47"/>
              <a:gd name="T1" fmla="*/ 29 h 48"/>
              <a:gd name="T2" fmla="*/ 47 w 47"/>
              <a:gd name="T3" fmla="*/ 16 h 48"/>
              <a:gd name="T4" fmla="*/ 42 w 47"/>
              <a:gd name="T5" fmla="*/ 8 h 48"/>
              <a:gd name="T6" fmla="*/ 37 w 47"/>
              <a:gd name="T7" fmla="*/ 9 h 48"/>
              <a:gd name="T8" fmla="*/ 28 w 47"/>
              <a:gd name="T9" fmla="*/ 0 h 48"/>
              <a:gd name="T10" fmla="*/ 19 w 47"/>
              <a:gd name="T11" fmla="*/ 0 h 48"/>
              <a:gd name="T12" fmla="*/ 18 w 47"/>
              <a:gd name="T13" fmla="*/ 5 h 48"/>
              <a:gd name="T14" fmla="*/ 5 w 47"/>
              <a:gd name="T15" fmla="*/ 8 h 48"/>
              <a:gd name="T16" fmla="*/ 0 w 47"/>
              <a:gd name="T17" fmla="*/ 16 h 48"/>
              <a:gd name="T18" fmla="*/ 4 w 47"/>
              <a:gd name="T19" fmla="*/ 20 h 48"/>
              <a:gd name="T20" fmla="*/ 0 w 47"/>
              <a:gd name="T21" fmla="*/ 32 h 48"/>
              <a:gd name="T22" fmla="*/ 5 w 47"/>
              <a:gd name="T23" fmla="*/ 40 h 48"/>
              <a:gd name="T24" fmla="*/ 10 w 47"/>
              <a:gd name="T25" fmla="*/ 39 h 48"/>
              <a:gd name="T26" fmla="*/ 19 w 47"/>
              <a:gd name="T27" fmla="*/ 48 h 48"/>
              <a:gd name="T28" fmla="*/ 28 w 47"/>
              <a:gd name="T29" fmla="*/ 48 h 48"/>
              <a:gd name="T30" fmla="*/ 29 w 47"/>
              <a:gd name="T31" fmla="*/ 44 h 48"/>
              <a:gd name="T32" fmla="*/ 42 w 47"/>
              <a:gd name="T33" fmla="*/ 40 h 48"/>
              <a:gd name="T34" fmla="*/ 47 w 47"/>
              <a:gd name="T35" fmla="*/ 32 h 48"/>
              <a:gd name="T36" fmla="*/ 43 w 47"/>
              <a:gd name="T37" fmla="*/ 29 h 48"/>
              <a:gd name="T38" fmla="*/ 23 w 47"/>
              <a:gd name="T39" fmla="*/ 34 h 48"/>
              <a:gd name="T40" fmla="*/ 14 w 47"/>
              <a:gd name="T41" fmla="*/ 24 h 48"/>
              <a:gd name="T42" fmla="*/ 23 w 47"/>
              <a:gd name="T43" fmla="*/ 14 h 48"/>
              <a:gd name="T44" fmla="*/ 33 w 47"/>
              <a:gd name="T45" fmla="*/ 24 h 48"/>
              <a:gd name="T46" fmla="*/ 23 w 47"/>
              <a:gd name="T47"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 h="48">
                <a:moveTo>
                  <a:pt x="43" y="29"/>
                </a:moveTo>
                <a:cubicBezTo>
                  <a:pt x="41" y="24"/>
                  <a:pt x="42" y="19"/>
                  <a:pt x="47" y="16"/>
                </a:cubicBezTo>
                <a:cubicBezTo>
                  <a:pt x="42" y="8"/>
                  <a:pt x="42" y="8"/>
                  <a:pt x="42" y="8"/>
                </a:cubicBezTo>
                <a:cubicBezTo>
                  <a:pt x="41" y="9"/>
                  <a:pt x="39" y="9"/>
                  <a:pt x="37" y="9"/>
                </a:cubicBezTo>
                <a:cubicBezTo>
                  <a:pt x="32" y="9"/>
                  <a:pt x="28" y="5"/>
                  <a:pt x="28" y="0"/>
                </a:cubicBezTo>
                <a:cubicBezTo>
                  <a:pt x="19" y="0"/>
                  <a:pt x="19" y="0"/>
                  <a:pt x="19" y="0"/>
                </a:cubicBezTo>
                <a:cubicBezTo>
                  <a:pt x="19" y="2"/>
                  <a:pt x="18" y="3"/>
                  <a:pt x="18" y="5"/>
                </a:cubicBezTo>
                <a:cubicBezTo>
                  <a:pt x="15" y="9"/>
                  <a:pt x="9" y="11"/>
                  <a:pt x="5" y="8"/>
                </a:cubicBezTo>
                <a:cubicBezTo>
                  <a:pt x="0" y="16"/>
                  <a:pt x="0" y="16"/>
                  <a:pt x="0" y="16"/>
                </a:cubicBezTo>
                <a:cubicBezTo>
                  <a:pt x="2" y="17"/>
                  <a:pt x="3" y="18"/>
                  <a:pt x="4" y="20"/>
                </a:cubicBezTo>
                <a:cubicBezTo>
                  <a:pt x="6" y="24"/>
                  <a:pt x="5" y="30"/>
                  <a:pt x="0" y="32"/>
                </a:cubicBezTo>
                <a:cubicBezTo>
                  <a:pt x="5" y="40"/>
                  <a:pt x="5" y="40"/>
                  <a:pt x="5" y="40"/>
                </a:cubicBezTo>
                <a:cubicBezTo>
                  <a:pt x="6" y="40"/>
                  <a:pt x="8" y="39"/>
                  <a:pt x="10" y="39"/>
                </a:cubicBezTo>
                <a:cubicBezTo>
                  <a:pt x="15" y="39"/>
                  <a:pt x="19" y="43"/>
                  <a:pt x="19" y="48"/>
                </a:cubicBezTo>
                <a:cubicBezTo>
                  <a:pt x="28" y="48"/>
                  <a:pt x="28" y="48"/>
                  <a:pt x="28" y="48"/>
                </a:cubicBezTo>
                <a:cubicBezTo>
                  <a:pt x="28" y="47"/>
                  <a:pt x="29" y="45"/>
                  <a:pt x="29" y="44"/>
                </a:cubicBezTo>
                <a:cubicBezTo>
                  <a:pt x="32" y="39"/>
                  <a:pt x="38" y="38"/>
                  <a:pt x="42" y="40"/>
                </a:cubicBezTo>
                <a:cubicBezTo>
                  <a:pt x="47" y="32"/>
                  <a:pt x="47" y="32"/>
                  <a:pt x="47" y="32"/>
                </a:cubicBezTo>
                <a:cubicBezTo>
                  <a:pt x="45" y="31"/>
                  <a:pt x="44" y="30"/>
                  <a:pt x="43" y="29"/>
                </a:cubicBezTo>
                <a:close/>
                <a:moveTo>
                  <a:pt x="23" y="34"/>
                </a:moveTo>
                <a:cubicBezTo>
                  <a:pt x="18" y="34"/>
                  <a:pt x="14" y="30"/>
                  <a:pt x="14" y="24"/>
                </a:cubicBezTo>
                <a:cubicBezTo>
                  <a:pt x="14" y="19"/>
                  <a:pt x="18" y="14"/>
                  <a:pt x="23" y="14"/>
                </a:cubicBezTo>
                <a:cubicBezTo>
                  <a:pt x="29" y="14"/>
                  <a:pt x="33" y="19"/>
                  <a:pt x="33" y="24"/>
                </a:cubicBezTo>
                <a:cubicBezTo>
                  <a:pt x="33" y="30"/>
                  <a:pt x="29" y="34"/>
                  <a:pt x="23" y="34"/>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5" name="Freeform 178"/>
          <p:cNvSpPr>
            <a:spLocks noEditPoints="1"/>
          </p:cNvSpPr>
          <p:nvPr/>
        </p:nvSpPr>
        <p:spPr bwMode="auto">
          <a:xfrm>
            <a:off x="7234273" y="5444821"/>
            <a:ext cx="186176" cy="187642"/>
          </a:xfrm>
          <a:custGeom>
            <a:avLst/>
            <a:gdLst>
              <a:gd name="T0" fmla="*/ 67 w 127"/>
              <a:gd name="T1" fmla="*/ 0 h 128"/>
              <a:gd name="T2" fmla="*/ 55 w 127"/>
              <a:gd name="T3" fmla="*/ 13 h 128"/>
              <a:gd name="T4" fmla="*/ 67 w 127"/>
              <a:gd name="T5" fmla="*/ 25 h 128"/>
              <a:gd name="T6" fmla="*/ 39 w 127"/>
              <a:gd name="T7" fmla="*/ 56 h 128"/>
              <a:gd name="T8" fmla="*/ 11 w 127"/>
              <a:gd name="T9" fmla="*/ 56 h 128"/>
              <a:gd name="T10" fmla="*/ 32 w 127"/>
              <a:gd name="T11" fmla="*/ 79 h 128"/>
              <a:gd name="T12" fmla="*/ 0 w 127"/>
              <a:gd name="T13" fmla="*/ 123 h 128"/>
              <a:gd name="T14" fmla="*/ 0 w 127"/>
              <a:gd name="T15" fmla="*/ 128 h 128"/>
              <a:gd name="T16" fmla="*/ 5 w 127"/>
              <a:gd name="T17" fmla="*/ 128 h 128"/>
              <a:gd name="T18" fmla="*/ 49 w 127"/>
              <a:gd name="T19" fmla="*/ 93 h 128"/>
              <a:gd name="T20" fmla="*/ 72 w 127"/>
              <a:gd name="T21" fmla="*/ 116 h 128"/>
              <a:gd name="T22" fmla="*/ 72 w 127"/>
              <a:gd name="T23" fmla="*/ 88 h 128"/>
              <a:gd name="T24" fmla="*/ 103 w 127"/>
              <a:gd name="T25" fmla="*/ 61 h 128"/>
              <a:gd name="T26" fmla="*/ 114 w 127"/>
              <a:gd name="T27" fmla="*/ 72 h 128"/>
              <a:gd name="T28" fmla="*/ 127 w 127"/>
              <a:gd name="T29" fmla="*/ 61 h 128"/>
              <a:gd name="T30" fmla="*/ 67 w 127"/>
              <a:gd name="T31" fmla="*/ 0 h 128"/>
              <a:gd name="T32" fmla="*/ 55 w 127"/>
              <a:gd name="T33" fmla="*/ 69 h 128"/>
              <a:gd name="T34" fmla="*/ 47 w 127"/>
              <a:gd name="T35" fmla="*/ 61 h 128"/>
              <a:gd name="T36" fmla="*/ 75 w 127"/>
              <a:gd name="T37" fmla="*/ 33 h 128"/>
              <a:gd name="T38" fmla="*/ 83 w 127"/>
              <a:gd name="T39" fmla="*/ 41 h 128"/>
              <a:gd name="T40" fmla="*/ 55 w 127"/>
              <a:gd name="T41" fmla="*/ 6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7" h="128">
                <a:moveTo>
                  <a:pt x="67" y="0"/>
                </a:moveTo>
                <a:lnTo>
                  <a:pt x="55" y="13"/>
                </a:lnTo>
                <a:lnTo>
                  <a:pt x="67" y="25"/>
                </a:lnTo>
                <a:lnTo>
                  <a:pt x="39" y="56"/>
                </a:lnTo>
                <a:lnTo>
                  <a:pt x="11" y="56"/>
                </a:lnTo>
                <a:lnTo>
                  <a:pt x="32" y="79"/>
                </a:lnTo>
                <a:lnTo>
                  <a:pt x="0" y="123"/>
                </a:lnTo>
                <a:lnTo>
                  <a:pt x="0" y="128"/>
                </a:lnTo>
                <a:lnTo>
                  <a:pt x="5" y="128"/>
                </a:lnTo>
                <a:lnTo>
                  <a:pt x="49" y="93"/>
                </a:lnTo>
                <a:lnTo>
                  <a:pt x="72" y="116"/>
                </a:lnTo>
                <a:lnTo>
                  <a:pt x="72" y="88"/>
                </a:lnTo>
                <a:lnTo>
                  <a:pt x="103" y="61"/>
                </a:lnTo>
                <a:lnTo>
                  <a:pt x="114" y="72"/>
                </a:lnTo>
                <a:lnTo>
                  <a:pt x="127" y="61"/>
                </a:lnTo>
                <a:lnTo>
                  <a:pt x="67" y="0"/>
                </a:lnTo>
                <a:close/>
                <a:moveTo>
                  <a:pt x="55" y="69"/>
                </a:moveTo>
                <a:lnTo>
                  <a:pt x="47" y="61"/>
                </a:lnTo>
                <a:lnTo>
                  <a:pt x="75" y="33"/>
                </a:lnTo>
                <a:lnTo>
                  <a:pt x="83" y="41"/>
                </a:lnTo>
                <a:lnTo>
                  <a:pt x="55" y="69"/>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6" name="Freeform 179"/>
          <p:cNvSpPr>
            <a:spLocks noEditPoints="1"/>
          </p:cNvSpPr>
          <p:nvPr/>
        </p:nvSpPr>
        <p:spPr bwMode="auto">
          <a:xfrm>
            <a:off x="7219613" y="5016763"/>
            <a:ext cx="136334" cy="139266"/>
          </a:xfrm>
          <a:custGeom>
            <a:avLst/>
            <a:gdLst>
              <a:gd name="T0" fmla="*/ 57 w 57"/>
              <a:gd name="T1" fmla="*/ 29 h 58"/>
              <a:gd name="T2" fmla="*/ 28 w 57"/>
              <a:gd name="T3" fmla="*/ 58 h 58"/>
              <a:gd name="T4" fmla="*/ 0 w 57"/>
              <a:gd name="T5" fmla="*/ 29 h 58"/>
              <a:gd name="T6" fmla="*/ 28 w 57"/>
              <a:gd name="T7" fmla="*/ 0 h 58"/>
              <a:gd name="T8" fmla="*/ 57 w 57"/>
              <a:gd name="T9" fmla="*/ 29 h 58"/>
              <a:gd name="T10" fmla="*/ 5 w 57"/>
              <a:gd name="T11" fmla="*/ 29 h 58"/>
              <a:gd name="T12" fmla="*/ 28 w 57"/>
              <a:gd name="T13" fmla="*/ 52 h 58"/>
              <a:gd name="T14" fmla="*/ 52 w 57"/>
              <a:gd name="T15" fmla="*/ 29 h 58"/>
              <a:gd name="T16" fmla="*/ 28 w 57"/>
              <a:gd name="T17" fmla="*/ 6 h 58"/>
              <a:gd name="T18" fmla="*/ 5 w 57"/>
              <a:gd name="T19" fmla="*/ 29 h 58"/>
              <a:gd name="T20" fmla="*/ 31 w 57"/>
              <a:gd name="T21" fmla="*/ 12 h 58"/>
              <a:gd name="T22" fmla="*/ 45 w 57"/>
              <a:gd name="T23" fmla="*/ 26 h 58"/>
              <a:gd name="T24" fmla="*/ 45 w 57"/>
              <a:gd name="T25" fmla="*/ 31 h 58"/>
              <a:gd name="T26" fmla="*/ 40 w 57"/>
              <a:gd name="T27" fmla="*/ 31 h 58"/>
              <a:gd name="T28" fmla="*/ 32 w 57"/>
              <a:gd name="T29" fmla="*/ 23 h 58"/>
              <a:gd name="T30" fmla="*/ 32 w 57"/>
              <a:gd name="T31" fmla="*/ 43 h 58"/>
              <a:gd name="T32" fmla="*/ 28 w 57"/>
              <a:gd name="T33" fmla="*/ 47 h 58"/>
              <a:gd name="T34" fmla="*/ 25 w 57"/>
              <a:gd name="T35" fmla="*/ 43 h 58"/>
              <a:gd name="T36" fmla="*/ 25 w 57"/>
              <a:gd name="T37" fmla="*/ 23 h 58"/>
              <a:gd name="T38" fmla="*/ 17 w 57"/>
              <a:gd name="T39" fmla="*/ 31 h 58"/>
              <a:gd name="T40" fmla="*/ 12 w 57"/>
              <a:gd name="T41" fmla="*/ 31 h 58"/>
              <a:gd name="T42" fmla="*/ 11 w 57"/>
              <a:gd name="T43" fmla="*/ 29 h 58"/>
              <a:gd name="T44" fmla="*/ 12 w 57"/>
              <a:gd name="T45" fmla="*/ 26 h 58"/>
              <a:gd name="T46" fmla="*/ 26 w 57"/>
              <a:gd name="T47" fmla="*/ 12 h 58"/>
              <a:gd name="T48" fmla="*/ 31 w 57"/>
              <a:gd name="T49" fmla="*/ 1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 h="58">
                <a:moveTo>
                  <a:pt x="57" y="29"/>
                </a:moveTo>
                <a:cubicBezTo>
                  <a:pt x="57" y="45"/>
                  <a:pt x="44" y="58"/>
                  <a:pt x="28" y="58"/>
                </a:cubicBezTo>
                <a:cubicBezTo>
                  <a:pt x="13" y="58"/>
                  <a:pt x="0" y="45"/>
                  <a:pt x="0" y="29"/>
                </a:cubicBezTo>
                <a:cubicBezTo>
                  <a:pt x="0" y="13"/>
                  <a:pt x="13" y="0"/>
                  <a:pt x="28" y="0"/>
                </a:cubicBezTo>
                <a:cubicBezTo>
                  <a:pt x="44" y="0"/>
                  <a:pt x="57" y="13"/>
                  <a:pt x="57" y="29"/>
                </a:cubicBezTo>
                <a:close/>
                <a:moveTo>
                  <a:pt x="5" y="29"/>
                </a:moveTo>
                <a:cubicBezTo>
                  <a:pt x="5" y="42"/>
                  <a:pt x="16" y="52"/>
                  <a:pt x="28" y="52"/>
                </a:cubicBezTo>
                <a:cubicBezTo>
                  <a:pt x="41" y="52"/>
                  <a:pt x="52" y="42"/>
                  <a:pt x="52" y="29"/>
                </a:cubicBezTo>
                <a:cubicBezTo>
                  <a:pt x="52" y="16"/>
                  <a:pt x="41" y="6"/>
                  <a:pt x="28" y="6"/>
                </a:cubicBezTo>
                <a:cubicBezTo>
                  <a:pt x="16" y="6"/>
                  <a:pt x="5" y="16"/>
                  <a:pt x="5" y="29"/>
                </a:cubicBezTo>
                <a:close/>
                <a:moveTo>
                  <a:pt x="31" y="12"/>
                </a:moveTo>
                <a:cubicBezTo>
                  <a:pt x="45" y="26"/>
                  <a:pt x="45" y="26"/>
                  <a:pt x="45" y="26"/>
                </a:cubicBezTo>
                <a:cubicBezTo>
                  <a:pt x="47" y="28"/>
                  <a:pt x="47" y="30"/>
                  <a:pt x="45" y="31"/>
                </a:cubicBezTo>
                <a:cubicBezTo>
                  <a:pt x="44" y="33"/>
                  <a:pt x="42" y="33"/>
                  <a:pt x="40" y="31"/>
                </a:cubicBezTo>
                <a:cubicBezTo>
                  <a:pt x="32" y="23"/>
                  <a:pt x="32" y="23"/>
                  <a:pt x="32" y="23"/>
                </a:cubicBezTo>
                <a:cubicBezTo>
                  <a:pt x="32" y="43"/>
                  <a:pt x="32" y="43"/>
                  <a:pt x="32" y="43"/>
                </a:cubicBezTo>
                <a:cubicBezTo>
                  <a:pt x="32" y="45"/>
                  <a:pt x="30" y="47"/>
                  <a:pt x="28" y="47"/>
                </a:cubicBezTo>
                <a:cubicBezTo>
                  <a:pt x="26" y="47"/>
                  <a:pt x="25" y="45"/>
                  <a:pt x="25" y="43"/>
                </a:cubicBezTo>
                <a:cubicBezTo>
                  <a:pt x="25" y="23"/>
                  <a:pt x="25" y="23"/>
                  <a:pt x="25" y="23"/>
                </a:cubicBezTo>
                <a:cubicBezTo>
                  <a:pt x="17" y="31"/>
                  <a:pt x="17" y="31"/>
                  <a:pt x="17" y="31"/>
                </a:cubicBezTo>
                <a:cubicBezTo>
                  <a:pt x="15" y="33"/>
                  <a:pt x="13" y="33"/>
                  <a:pt x="12" y="31"/>
                </a:cubicBezTo>
                <a:cubicBezTo>
                  <a:pt x="11" y="31"/>
                  <a:pt x="11" y="30"/>
                  <a:pt x="11" y="29"/>
                </a:cubicBezTo>
                <a:cubicBezTo>
                  <a:pt x="11" y="28"/>
                  <a:pt x="11" y="27"/>
                  <a:pt x="12" y="26"/>
                </a:cubicBezTo>
                <a:cubicBezTo>
                  <a:pt x="26" y="12"/>
                  <a:pt x="26" y="12"/>
                  <a:pt x="26" y="12"/>
                </a:cubicBezTo>
                <a:cubicBezTo>
                  <a:pt x="27" y="11"/>
                  <a:pt x="30" y="11"/>
                  <a:pt x="31" y="12"/>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7" name="Freeform 185"/>
          <p:cNvSpPr>
            <a:spLocks noEditPoints="1"/>
          </p:cNvSpPr>
          <p:nvPr/>
        </p:nvSpPr>
        <p:spPr bwMode="auto">
          <a:xfrm>
            <a:off x="7287048" y="4197296"/>
            <a:ext cx="215495" cy="120208"/>
          </a:xfrm>
          <a:custGeom>
            <a:avLst/>
            <a:gdLst>
              <a:gd name="T0" fmla="*/ 83 w 90"/>
              <a:gd name="T1" fmla="*/ 46 h 50"/>
              <a:gd name="T2" fmla="*/ 85 w 90"/>
              <a:gd name="T3" fmla="*/ 36 h 50"/>
              <a:gd name="T4" fmla="*/ 87 w 90"/>
              <a:gd name="T5" fmla="*/ 27 h 50"/>
              <a:gd name="T6" fmla="*/ 89 w 90"/>
              <a:gd name="T7" fmla="*/ 16 h 50"/>
              <a:gd name="T8" fmla="*/ 86 w 90"/>
              <a:gd name="T9" fmla="*/ 10 h 50"/>
              <a:gd name="T10" fmla="*/ 64 w 90"/>
              <a:gd name="T11" fmla="*/ 1 h 50"/>
              <a:gd name="T12" fmla="*/ 57 w 90"/>
              <a:gd name="T13" fmla="*/ 3 h 50"/>
              <a:gd name="T14" fmla="*/ 52 w 90"/>
              <a:gd name="T15" fmla="*/ 13 h 50"/>
              <a:gd name="T16" fmla="*/ 51 w 90"/>
              <a:gd name="T17" fmla="*/ 14 h 50"/>
              <a:gd name="T18" fmla="*/ 15 w 90"/>
              <a:gd name="T19" fmla="*/ 6 h 50"/>
              <a:gd name="T20" fmla="*/ 0 w 90"/>
              <a:gd name="T21" fmla="*/ 13 h 50"/>
              <a:gd name="T22" fmla="*/ 8 w 90"/>
              <a:gd name="T23" fmla="*/ 25 h 50"/>
              <a:gd name="T24" fmla="*/ 12 w 90"/>
              <a:gd name="T25" fmla="*/ 22 h 50"/>
              <a:gd name="T26" fmla="*/ 17 w 90"/>
              <a:gd name="T27" fmla="*/ 30 h 50"/>
              <a:gd name="T28" fmla="*/ 25 w 90"/>
              <a:gd name="T29" fmla="*/ 25 h 50"/>
              <a:gd name="T30" fmla="*/ 30 w 90"/>
              <a:gd name="T31" fmla="*/ 33 h 50"/>
              <a:gd name="T32" fmla="*/ 38 w 90"/>
              <a:gd name="T33" fmla="*/ 28 h 50"/>
              <a:gd name="T34" fmla="*/ 43 w 90"/>
              <a:gd name="T35" fmla="*/ 35 h 50"/>
              <a:gd name="T36" fmla="*/ 47 w 90"/>
              <a:gd name="T37" fmla="*/ 33 h 50"/>
              <a:gd name="T38" fmla="*/ 47 w 90"/>
              <a:gd name="T39" fmla="*/ 34 h 50"/>
              <a:gd name="T40" fmla="*/ 48 w 90"/>
              <a:gd name="T41" fmla="*/ 45 h 50"/>
              <a:gd name="T42" fmla="*/ 54 w 90"/>
              <a:gd name="T43" fmla="*/ 50 h 50"/>
              <a:gd name="T44" fmla="*/ 78 w 90"/>
              <a:gd name="T45" fmla="*/ 50 h 50"/>
              <a:gd name="T46" fmla="*/ 83 w 90"/>
              <a:gd name="T47" fmla="*/ 46 h 50"/>
              <a:gd name="T48" fmla="*/ 17 w 90"/>
              <a:gd name="T49" fmla="*/ 15 h 50"/>
              <a:gd name="T50" fmla="*/ 18 w 90"/>
              <a:gd name="T51" fmla="*/ 11 h 50"/>
              <a:gd name="T52" fmla="*/ 49 w 90"/>
              <a:gd name="T53" fmla="*/ 17 h 50"/>
              <a:gd name="T54" fmla="*/ 48 w 90"/>
              <a:gd name="T55" fmla="*/ 22 h 50"/>
              <a:gd name="T56" fmla="*/ 17 w 90"/>
              <a:gd name="T57" fmla="*/ 15 h 50"/>
              <a:gd name="T58" fmla="*/ 73 w 90"/>
              <a:gd name="T59" fmla="*/ 45 h 50"/>
              <a:gd name="T60" fmla="*/ 69 w 90"/>
              <a:gd name="T61" fmla="*/ 44 h 50"/>
              <a:gd name="T62" fmla="*/ 67 w 90"/>
              <a:gd name="T63" fmla="*/ 41 h 50"/>
              <a:gd name="T64" fmla="*/ 73 w 90"/>
              <a:gd name="T65" fmla="*/ 14 h 50"/>
              <a:gd name="T66" fmla="*/ 75 w 90"/>
              <a:gd name="T67" fmla="*/ 12 h 50"/>
              <a:gd name="T68" fmla="*/ 80 w 90"/>
              <a:gd name="T69" fmla="*/ 13 h 50"/>
              <a:gd name="T70" fmla="*/ 82 w 90"/>
              <a:gd name="T71" fmla="*/ 16 h 50"/>
              <a:gd name="T72" fmla="*/ 76 w 90"/>
              <a:gd name="T73" fmla="*/ 43 h 50"/>
              <a:gd name="T74" fmla="*/ 73 w 90"/>
              <a:gd name="T75" fmla="*/ 4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0" h="50">
                <a:moveTo>
                  <a:pt x="83" y="46"/>
                </a:moveTo>
                <a:cubicBezTo>
                  <a:pt x="85" y="36"/>
                  <a:pt x="85" y="36"/>
                  <a:pt x="85" y="36"/>
                </a:cubicBezTo>
                <a:cubicBezTo>
                  <a:pt x="86" y="33"/>
                  <a:pt x="87" y="29"/>
                  <a:pt x="87" y="27"/>
                </a:cubicBezTo>
                <a:cubicBezTo>
                  <a:pt x="89" y="16"/>
                  <a:pt x="89" y="16"/>
                  <a:pt x="89" y="16"/>
                </a:cubicBezTo>
                <a:cubicBezTo>
                  <a:pt x="90" y="14"/>
                  <a:pt x="88" y="11"/>
                  <a:pt x="86" y="10"/>
                </a:cubicBezTo>
                <a:cubicBezTo>
                  <a:pt x="64" y="1"/>
                  <a:pt x="64" y="1"/>
                  <a:pt x="64" y="1"/>
                </a:cubicBezTo>
                <a:cubicBezTo>
                  <a:pt x="62" y="0"/>
                  <a:pt x="59" y="1"/>
                  <a:pt x="57" y="3"/>
                </a:cubicBezTo>
                <a:cubicBezTo>
                  <a:pt x="52" y="13"/>
                  <a:pt x="52" y="13"/>
                  <a:pt x="52" y="13"/>
                </a:cubicBezTo>
                <a:cubicBezTo>
                  <a:pt x="51" y="13"/>
                  <a:pt x="51" y="13"/>
                  <a:pt x="51" y="14"/>
                </a:cubicBezTo>
                <a:cubicBezTo>
                  <a:pt x="15" y="6"/>
                  <a:pt x="15" y="6"/>
                  <a:pt x="15" y="6"/>
                </a:cubicBezTo>
                <a:cubicBezTo>
                  <a:pt x="0" y="13"/>
                  <a:pt x="0" y="13"/>
                  <a:pt x="0" y="13"/>
                </a:cubicBezTo>
                <a:cubicBezTo>
                  <a:pt x="8" y="25"/>
                  <a:pt x="8" y="25"/>
                  <a:pt x="8" y="25"/>
                </a:cubicBezTo>
                <a:cubicBezTo>
                  <a:pt x="12" y="22"/>
                  <a:pt x="12" y="22"/>
                  <a:pt x="12" y="22"/>
                </a:cubicBezTo>
                <a:cubicBezTo>
                  <a:pt x="17" y="30"/>
                  <a:pt x="17" y="30"/>
                  <a:pt x="17" y="30"/>
                </a:cubicBezTo>
                <a:cubicBezTo>
                  <a:pt x="25" y="25"/>
                  <a:pt x="25" y="25"/>
                  <a:pt x="25" y="25"/>
                </a:cubicBezTo>
                <a:cubicBezTo>
                  <a:pt x="30" y="33"/>
                  <a:pt x="30" y="33"/>
                  <a:pt x="30" y="33"/>
                </a:cubicBezTo>
                <a:cubicBezTo>
                  <a:pt x="38" y="28"/>
                  <a:pt x="38" y="28"/>
                  <a:pt x="38" y="28"/>
                </a:cubicBezTo>
                <a:cubicBezTo>
                  <a:pt x="43" y="35"/>
                  <a:pt x="43" y="35"/>
                  <a:pt x="43" y="35"/>
                </a:cubicBezTo>
                <a:cubicBezTo>
                  <a:pt x="47" y="33"/>
                  <a:pt x="47" y="33"/>
                  <a:pt x="47" y="33"/>
                </a:cubicBezTo>
                <a:cubicBezTo>
                  <a:pt x="47" y="33"/>
                  <a:pt x="47" y="34"/>
                  <a:pt x="47" y="34"/>
                </a:cubicBezTo>
                <a:cubicBezTo>
                  <a:pt x="48" y="45"/>
                  <a:pt x="48" y="45"/>
                  <a:pt x="48" y="45"/>
                </a:cubicBezTo>
                <a:cubicBezTo>
                  <a:pt x="49" y="48"/>
                  <a:pt x="51" y="50"/>
                  <a:pt x="54" y="50"/>
                </a:cubicBezTo>
                <a:cubicBezTo>
                  <a:pt x="78" y="50"/>
                  <a:pt x="78" y="50"/>
                  <a:pt x="78" y="50"/>
                </a:cubicBezTo>
                <a:cubicBezTo>
                  <a:pt x="80" y="50"/>
                  <a:pt x="83" y="48"/>
                  <a:pt x="83" y="46"/>
                </a:cubicBezTo>
                <a:close/>
                <a:moveTo>
                  <a:pt x="17" y="15"/>
                </a:moveTo>
                <a:cubicBezTo>
                  <a:pt x="18" y="11"/>
                  <a:pt x="18" y="11"/>
                  <a:pt x="18" y="11"/>
                </a:cubicBezTo>
                <a:cubicBezTo>
                  <a:pt x="49" y="17"/>
                  <a:pt x="49" y="17"/>
                  <a:pt x="49" y="17"/>
                </a:cubicBezTo>
                <a:cubicBezTo>
                  <a:pt x="48" y="22"/>
                  <a:pt x="48" y="22"/>
                  <a:pt x="48" y="22"/>
                </a:cubicBezTo>
                <a:lnTo>
                  <a:pt x="17" y="15"/>
                </a:lnTo>
                <a:close/>
                <a:moveTo>
                  <a:pt x="73" y="45"/>
                </a:moveTo>
                <a:cubicBezTo>
                  <a:pt x="69" y="44"/>
                  <a:pt x="69" y="44"/>
                  <a:pt x="69" y="44"/>
                </a:cubicBezTo>
                <a:cubicBezTo>
                  <a:pt x="67" y="44"/>
                  <a:pt x="67" y="42"/>
                  <a:pt x="67" y="41"/>
                </a:cubicBezTo>
                <a:cubicBezTo>
                  <a:pt x="73" y="14"/>
                  <a:pt x="73" y="14"/>
                  <a:pt x="73" y="14"/>
                </a:cubicBezTo>
                <a:cubicBezTo>
                  <a:pt x="73" y="13"/>
                  <a:pt x="74" y="12"/>
                  <a:pt x="75" y="12"/>
                </a:cubicBezTo>
                <a:cubicBezTo>
                  <a:pt x="80" y="13"/>
                  <a:pt x="80" y="13"/>
                  <a:pt x="80" y="13"/>
                </a:cubicBezTo>
                <a:cubicBezTo>
                  <a:pt x="81" y="13"/>
                  <a:pt x="82" y="15"/>
                  <a:pt x="82" y="16"/>
                </a:cubicBezTo>
                <a:cubicBezTo>
                  <a:pt x="76" y="43"/>
                  <a:pt x="76" y="43"/>
                  <a:pt x="76" y="43"/>
                </a:cubicBezTo>
                <a:cubicBezTo>
                  <a:pt x="76" y="44"/>
                  <a:pt x="74" y="45"/>
                  <a:pt x="73" y="45"/>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8" name="Freeform 186"/>
          <p:cNvSpPr>
            <a:spLocks noEditPoints="1"/>
          </p:cNvSpPr>
          <p:nvPr/>
        </p:nvSpPr>
        <p:spPr bwMode="auto">
          <a:xfrm>
            <a:off x="7839711" y="2380980"/>
            <a:ext cx="155392" cy="153925"/>
          </a:xfrm>
          <a:custGeom>
            <a:avLst/>
            <a:gdLst>
              <a:gd name="T0" fmla="*/ 0 w 65"/>
              <a:gd name="T1" fmla="*/ 32 h 64"/>
              <a:gd name="T2" fmla="*/ 65 w 65"/>
              <a:gd name="T3" fmla="*/ 32 h 64"/>
              <a:gd name="T4" fmla="*/ 51 w 65"/>
              <a:gd name="T5" fmla="*/ 42 h 64"/>
              <a:gd name="T6" fmla="*/ 60 w 65"/>
              <a:gd name="T7" fmla="*/ 34 h 64"/>
              <a:gd name="T8" fmla="*/ 51 w 65"/>
              <a:gd name="T9" fmla="*/ 42 h 64"/>
              <a:gd name="T10" fmla="*/ 13 w 65"/>
              <a:gd name="T11" fmla="*/ 30 h 64"/>
              <a:gd name="T12" fmla="*/ 7 w 65"/>
              <a:gd name="T13" fmla="*/ 21 h 64"/>
              <a:gd name="T14" fmla="*/ 46 w 65"/>
              <a:gd name="T15" fmla="*/ 21 h 64"/>
              <a:gd name="T16" fmla="*/ 35 w 65"/>
              <a:gd name="T17" fmla="*/ 30 h 64"/>
              <a:gd name="T18" fmla="*/ 46 w 65"/>
              <a:gd name="T19" fmla="*/ 21 h 64"/>
              <a:gd name="T20" fmla="*/ 35 w 65"/>
              <a:gd name="T21" fmla="*/ 4 h 64"/>
              <a:gd name="T22" fmla="*/ 42 w 65"/>
              <a:gd name="T23" fmla="*/ 11 h 64"/>
              <a:gd name="T24" fmla="*/ 35 w 65"/>
              <a:gd name="T25" fmla="*/ 17 h 64"/>
              <a:gd name="T26" fmla="*/ 27 w 65"/>
              <a:gd name="T27" fmla="*/ 6 h 64"/>
              <a:gd name="T28" fmla="*/ 30 w 65"/>
              <a:gd name="T29" fmla="*/ 17 h 64"/>
              <a:gd name="T30" fmla="*/ 23 w 65"/>
              <a:gd name="T31" fmla="*/ 11 h 64"/>
              <a:gd name="T32" fmla="*/ 30 w 65"/>
              <a:gd name="T33" fmla="*/ 30 h 64"/>
              <a:gd name="T34" fmla="*/ 19 w 65"/>
              <a:gd name="T35" fmla="*/ 21 h 64"/>
              <a:gd name="T36" fmla="*/ 7 w 65"/>
              <a:gd name="T37" fmla="*/ 42 h 64"/>
              <a:gd name="T38" fmla="*/ 13 w 65"/>
              <a:gd name="T39" fmla="*/ 34 h 64"/>
              <a:gd name="T40" fmla="*/ 7 w 65"/>
              <a:gd name="T41" fmla="*/ 42 h 64"/>
              <a:gd name="T42" fmla="*/ 30 w 65"/>
              <a:gd name="T43" fmla="*/ 34 h 64"/>
              <a:gd name="T44" fmla="*/ 19 w 65"/>
              <a:gd name="T45" fmla="*/ 42 h 64"/>
              <a:gd name="T46" fmla="*/ 30 w 65"/>
              <a:gd name="T47" fmla="*/ 47 h 64"/>
              <a:gd name="T48" fmla="*/ 27 w 65"/>
              <a:gd name="T49" fmla="*/ 58 h 64"/>
              <a:gd name="T50" fmla="*/ 20 w 65"/>
              <a:gd name="T51" fmla="*/ 47 h 64"/>
              <a:gd name="T52" fmla="*/ 42 w 65"/>
              <a:gd name="T53" fmla="*/ 52 h 64"/>
              <a:gd name="T54" fmla="*/ 35 w 65"/>
              <a:gd name="T55" fmla="*/ 59 h 64"/>
              <a:gd name="T56" fmla="*/ 45 w 65"/>
              <a:gd name="T57" fmla="*/ 47 h 64"/>
              <a:gd name="T58" fmla="*/ 35 w 65"/>
              <a:gd name="T59" fmla="*/ 42 h 64"/>
              <a:gd name="T60" fmla="*/ 47 w 65"/>
              <a:gd name="T61" fmla="*/ 34 h 64"/>
              <a:gd name="T62" fmla="*/ 35 w 65"/>
              <a:gd name="T63" fmla="*/ 42 h 64"/>
              <a:gd name="T64" fmla="*/ 51 w 65"/>
              <a:gd name="T65" fmla="*/ 21 h 64"/>
              <a:gd name="T66" fmla="*/ 60 w 65"/>
              <a:gd name="T67" fmla="*/ 30 h 64"/>
              <a:gd name="T68" fmla="*/ 56 w 65"/>
              <a:gd name="T69" fmla="*/ 17 h 64"/>
              <a:gd name="T70" fmla="*/ 44 w 65"/>
              <a:gd name="T71" fmla="*/ 7 h 64"/>
              <a:gd name="T72" fmla="*/ 56 w 65"/>
              <a:gd name="T73" fmla="*/ 17 h 64"/>
              <a:gd name="T74" fmla="*/ 20 w 65"/>
              <a:gd name="T75" fmla="*/ 7 h 64"/>
              <a:gd name="T76" fmla="*/ 9 w 65"/>
              <a:gd name="T77" fmla="*/ 17 h 64"/>
              <a:gd name="T78" fmla="*/ 9 w 65"/>
              <a:gd name="T79" fmla="*/ 47 h 64"/>
              <a:gd name="T80" fmla="*/ 20 w 65"/>
              <a:gd name="T81" fmla="*/ 57 h 64"/>
              <a:gd name="T82" fmla="*/ 9 w 65"/>
              <a:gd name="T83" fmla="*/ 47 h 64"/>
              <a:gd name="T84" fmla="*/ 44 w 65"/>
              <a:gd name="T85" fmla="*/ 57 h 64"/>
              <a:gd name="T86" fmla="*/ 56 w 65"/>
              <a:gd name="T87" fmla="*/ 4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 h="64">
                <a:moveTo>
                  <a:pt x="32" y="0"/>
                </a:moveTo>
                <a:cubicBezTo>
                  <a:pt x="15" y="0"/>
                  <a:pt x="0" y="14"/>
                  <a:pt x="0" y="32"/>
                </a:cubicBezTo>
                <a:cubicBezTo>
                  <a:pt x="0" y="49"/>
                  <a:pt x="15" y="64"/>
                  <a:pt x="32" y="64"/>
                </a:cubicBezTo>
                <a:cubicBezTo>
                  <a:pt x="50" y="64"/>
                  <a:pt x="65" y="49"/>
                  <a:pt x="65" y="32"/>
                </a:cubicBezTo>
                <a:cubicBezTo>
                  <a:pt x="65" y="14"/>
                  <a:pt x="50" y="0"/>
                  <a:pt x="32" y="0"/>
                </a:cubicBezTo>
                <a:close/>
                <a:moveTo>
                  <a:pt x="51" y="42"/>
                </a:moveTo>
                <a:cubicBezTo>
                  <a:pt x="51" y="40"/>
                  <a:pt x="52" y="37"/>
                  <a:pt x="52" y="34"/>
                </a:cubicBezTo>
                <a:cubicBezTo>
                  <a:pt x="60" y="34"/>
                  <a:pt x="60" y="34"/>
                  <a:pt x="60" y="34"/>
                </a:cubicBezTo>
                <a:cubicBezTo>
                  <a:pt x="60" y="37"/>
                  <a:pt x="59" y="40"/>
                  <a:pt x="58" y="42"/>
                </a:cubicBezTo>
                <a:lnTo>
                  <a:pt x="51" y="42"/>
                </a:lnTo>
                <a:close/>
                <a:moveTo>
                  <a:pt x="14" y="21"/>
                </a:moveTo>
                <a:cubicBezTo>
                  <a:pt x="14" y="24"/>
                  <a:pt x="13" y="27"/>
                  <a:pt x="13" y="30"/>
                </a:cubicBezTo>
                <a:cubicBezTo>
                  <a:pt x="5" y="30"/>
                  <a:pt x="5" y="30"/>
                  <a:pt x="5" y="30"/>
                </a:cubicBezTo>
                <a:cubicBezTo>
                  <a:pt x="5" y="27"/>
                  <a:pt x="6" y="24"/>
                  <a:pt x="7" y="21"/>
                </a:cubicBezTo>
                <a:lnTo>
                  <a:pt x="14" y="21"/>
                </a:lnTo>
                <a:close/>
                <a:moveTo>
                  <a:pt x="46" y="21"/>
                </a:moveTo>
                <a:cubicBezTo>
                  <a:pt x="47" y="24"/>
                  <a:pt x="47" y="27"/>
                  <a:pt x="47" y="30"/>
                </a:cubicBezTo>
                <a:cubicBezTo>
                  <a:pt x="35" y="30"/>
                  <a:pt x="35" y="30"/>
                  <a:pt x="35" y="30"/>
                </a:cubicBezTo>
                <a:cubicBezTo>
                  <a:pt x="35" y="21"/>
                  <a:pt x="35" y="21"/>
                  <a:pt x="35" y="21"/>
                </a:cubicBezTo>
                <a:lnTo>
                  <a:pt x="46" y="21"/>
                </a:lnTo>
                <a:close/>
                <a:moveTo>
                  <a:pt x="35" y="17"/>
                </a:moveTo>
                <a:cubicBezTo>
                  <a:pt x="35" y="4"/>
                  <a:pt x="35" y="4"/>
                  <a:pt x="35" y="4"/>
                </a:cubicBezTo>
                <a:cubicBezTo>
                  <a:pt x="36" y="5"/>
                  <a:pt x="37" y="5"/>
                  <a:pt x="38" y="6"/>
                </a:cubicBezTo>
                <a:cubicBezTo>
                  <a:pt x="39" y="7"/>
                  <a:pt x="41" y="9"/>
                  <a:pt x="42" y="11"/>
                </a:cubicBezTo>
                <a:cubicBezTo>
                  <a:pt x="43" y="13"/>
                  <a:pt x="44" y="15"/>
                  <a:pt x="45" y="17"/>
                </a:cubicBezTo>
                <a:cubicBezTo>
                  <a:pt x="35" y="17"/>
                  <a:pt x="35" y="17"/>
                  <a:pt x="35" y="17"/>
                </a:cubicBezTo>
                <a:close/>
                <a:moveTo>
                  <a:pt x="23" y="11"/>
                </a:moveTo>
                <a:cubicBezTo>
                  <a:pt x="24" y="9"/>
                  <a:pt x="26" y="7"/>
                  <a:pt x="27" y="6"/>
                </a:cubicBezTo>
                <a:cubicBezTo>
                  <a:pt x="28" y="5"/>
                  <a:pt x="29" y="5"/>
                  <a:pt x="30" y="4"/>
                </a:cubicBezTo>
                <a:cubicBezTo>
                  <a:pt x="30" y="17"/>
                  <a:pt x="30" y="17"/>
                  <a:pt x="30" y="17"/>
                </a:cubicBezTo>
                <a:cubicBezTo>
                  <a:pt x="20" y="17"/>
                  <a:pt x="20" y="17"/>
                  <a:pt x="20" y="17"/>
                </a:cubicBezTo>
                <a:cubicBezTo>
                  <a:pt x="21" y="15"/>
                  <a:pt x="22" y="13"/>
                  <a:pt x="23" y="11"/>
                </a:cubicBezTo>
                <a:close/>
                <a:moveTo>
                  <a:pt x="30" y="21"/>
                </a:moveTo>
                <a:cubicBezTo>
                  <a:pt x="30" y="30"/>
                  <a:pt x="30" y="30"/>
                  <a:pt x="30" y="30"/>
                </a:cubicBezTo>
                <a:cubicBezTo>
                  <a:pt x="18" y="30"/>
                  <a:pt x="18" y="30"/>
                  <a:pt x="18" y="30"/>
                </a:cubicBezTo>
                <a:cubicBezTo>
                  <a:pt x="18" y="27"/>
                  <a:pt x="18" y="24"/>
                  <a:pt x="19" y="21"/>
                </a:cubicBezTo>
                <a:lnTo>
                  <a:pt x="30" y="21"/>
                </a:lnTo>
                <a:close/>
                <a:moveTo>
                  <a:pt x="7" y="42"/>
                </a:moveTo>
                <a:cubicBezTo>
                  <a:pt x="6" y="40"/>
                  <a:pt x="5" y="37"/>
                  <a:pt x="5" y="34"/>
                </a:cubicBezTo>
                <a:cubicBezTo>
                  <a:pt x="13" y="34"/>
                  <a:pt x="13" y="34"/>
                  <a:pt x="13" y="34"/>
                </a:cubicBezTo>
                <a:cubicBezTo>
                  <a:pt x="13" y="37"/>
                  <a:pt x="14" y="40"/>
                  <a:pt x="14" y="42"/>
                </a:cubicBezTo>
                <a:lnTo>
                  <a:pt x="7" y="42"/>
                </a:lnTo>
                <a:close/>
                <a:moveTo>
                  <a:pt x="18" y="34"/>
                </a:moveTo>
                <a:cubicBezTo>
                  <a:pt x="30" y="34"/>
                  <a:pt x="30" y="34"/>
                  <a:pt x="30" y="34"/>
                </a:cubicBezTo>
                <a:cubicBezTo>
                  <a:pt x="30" y="42"/>
                  <a:pt x="30" y="42"/>
                  <a:pt x="30" y="42"/>
                </a:cubicBezTo>
                <a:cubicBezTo>
                  <a:pt x="19" y="42"/>
                  <a:pt x="19" y="42"/>
                  <a:pt x="19" y="42"/>
                </a:cubicBezTo>
                <a:cubicBezTo>
                  <a:pt x="18" y="40"/>
                  <a:pt x="18" y="37"/>
                  <a:pt x="18" y="34"/>
                </a:cubicBezTo>
                <a:close/>
                <a:moveTo>
                  <a:pt x="30" y="47"/>
                </a:moveTo>
                <a:cubicBezTo>
                  <a:pt x="30" y="59"/>
                  <a:pt x="30" y="59"/>
                  <a:pt x="30" y="59"/>
                </a:cubicBezTo>
                <a:cubicBezTo>
                  <a:pt x="29" y="59"/>
                  <a:pt x="28" y="58"/>
                  <a:pt x="27" y="58"/>
                </a:cubicBezTo>
                <a:cubicBezTo>
                  <a:pt x="26" y="57"/>
                  <a:pt x="24" y="55"/>
                  <a:pt x="23" y="52"/>
                </a:cubicBezTo>
                <a:cubicBezTo>
                  <a:pt x="22" y="51"/>
                  <a:pt x="21" y="49"/>
                  <a:pt x="20" y="47"/>
                </a:cubicBezTo>
                <a:cubicBezTo>
                  <a:pt x="30" y="47"/>
                  <a:pt x="30" y="47"/>
                  <a:pt x="30" y="47"/>
                </a:cubicBezTo>
                <a:close/>
                <a:moveTo>
                  <a:pt x="42" y="52"/>
                </a:moveTo>
                <a:cubicBezTo>
                  <a:pt x="41" y="55"/>
                  <a:pt x="39" y="57"/>
                  <a:pt x="38" y="58"/>
                </a:cubicBezTo>
                <a:cubicBezTo>
                  <a:pt x="37" y="58"/>
                  <a:pt x="36" y="59"/>
                  <a:pt x="35" y="59"/>
                </a:cubicBezTo>
                <a:cubicBezTo>
                  <a:pt x="35" y="47"/>
                  <a:pt x="35" y="47"/>
                  <a:pt x="35" y="47"/>
                </a:cubicBezTo>
                <a:cubicBezTo>
                  <a:pt x="45" y="47"/>
                  <a:pt x="45" y="47"/>
                  <a:pt x="45" y="47"/>
                </a:cubicBezTo>
                <a:cubicBezTo>
                  <a:pt x="44" y="49"/>
                  <a:pt x="43" y="51"/>
                  <a:pt x="42" y="52"/>
                </a:cubicBezTo>
                <a:close/>
                <a:moveTo>
                  <a:pt x="35" y="42"/>
                </a:moveTo>
                <a:cubicBezTo>
                  <a:pt x="35" y="34"/>
                  <a:pt x="35" y="34"/>
                  <a:pt x="35" y="34"/>
                </a:cubicBezTo>
                <a:cubicBezTo>
                  <a:pt x="47" y="34"/>
                  <a:pt x="47" y="34"/>
                  <a:pt x="47" y="34"/>
                </a:cubicBezTo>
                <a:cubicBezTo>
                  <a:pt x="47" y="37"/>
                  <a:pt x="47" y="40"/>
                  <a:pt x="46" y="42"/>
                </a:cubicBezTo>
                <a:lnTo>
                  <a:pt x="35" y="42"/>
                </a:lnTo>
                <a:close/>
                <a:moveTo>
                  <a:pt x="52" y="30"/>
                </a:moveTo>
                <a:cubicBezTo>
                  <a:pt x="52" y="27"/>
                  <a:pt x="51" y="24"/>
                  <a:pt x="51" y="21"/>
                </a:cubicBezTo>
                <a:cubicBezTo>
                  <a:pt x="58" y="21"/>
                  <a:pt x="58" y="21"/>
                  <a:pt x="58" y="21"/>
                </a:cubicBezTo>
                <a:cubicBezTo>
                  <a:pt x="59" y="24"/>
                  <a:pt x="60" y="27"/>
                  <a:pt x="60" y="30"/>
                </a:cubicBezTo>
                <a:lnTo>
                  <a:pt x="52" y="30"/>
                </a:lnTo>
                <a:close/>
                <a:moveTo>
                  <a:pt x="56" y="17"/>
                </a:moveTo>
                <a:cubicBezTo>
                  <a:pt x="50" y="17"/>
                  <a:pt x="50" y="17"/>
                  <a:pt x="50" y="17"/>
                </a:cubicBezTo>
                <a:cubicBezTo>
                  <a:pt x="48" y="13"/>
                  <a:pt x="47" y="9"/>
                  <a:pt x="44" y="7"/>
                </a:cubicBezTo>
                <a:cubicBezTo>
                  <a:pt x="47" y="8"/>
                  <a:pt x="50" y="10"/>
                  <a:pt x="52" y="12"/>
                </a:cubicBezTo>
                <a:cubicBezTo>
                  <a:pt x="54" y="14"/>
                  <a:pt x="55" y="15"/>
                  <a:pt x="56" y="17"/>
                </a:cubicBezTo>
                <a:close/>
                <a:moveTo>
                  <a:pt x="13" y="12"/>
                </a:moveTo>
                <a:cubicBezTo>
                  <a:pt x="15" y="10"/>
                  <a:pt x="18" y="8"/>
                  <a:pt x="20" y="7"/>
                </a:cubicBezTo>
                <a:cubicBezTo>
                  <a:pt x="18" y="9"/>
                  <a:pt x="17" y="13"/>
                  <a:pt x="15" y="17"/>
                </a:cubicBezTo>
                <a:cubicBezTo>
                  <a:pt x="9" y="17"/>
                  <a:pt x="9" y="17"/>
                  <a:pt x="9" y="17"/>
                </a:cubicBezTo>
                <a:cubicBezTo>
                  <a:pt x="10" y="15"/>
                  <a:pt x="11" y="14"/>
                  <a:pt x="13" y="12"/>
                </a:cubicBezTo>
                <a:close/>
                <a:moveTo>
                  <a:pt x="9" y="47"/>
                </a:moveTo>
                <a:cubicBezTo>
                  <a:pt x="15" y="47"/>
                  <a:pt x="15" y="47"/>
                  <a:pt x="15" y="47"/>
                </a:cubicBezTo>
                <a:cubicBezTo>
                  <a:pt x="17" y="51"/>
                  <a:pt x="18" y="54"/>
                  <a:pt x="20" y="57"/>
                </a:cubicBezTo>
                <a:cubicBezTo>
                  <a:pt x="18" y="55"/>
                  <a:pt x="15" y="54"/>
                  <a:pt x="13" y="51"/>
                </a:cubicBezTo>
                <a:cubicBezTo>
                  <a:pt x="11" y="50"/>
                  <a:pt x="10" y="48"/>
                  <a:pt x="9" y="47"/>
                </a:cubicBezTo>
                <a:close/>
                <a:moveTo>
                  <a:pt x="52" y="51"/>
                </a:moveTo>
                <a:cubicBezTo>
                  <a:pt x="50" y="54"/>
                  <a:pt x="47" y="55"/>
                  <a:pt x="44" y="57"/>
                </a:cubicBezTo>
                <a:cubicBezTo>
                  <a:pt x="47" y="54"/>
                  <a:pt x="48" y="51"/>
                  <a:pt x="50" y="47"/>
                </a:cubicBezTo>
                <a:cubicBezTo>
                  <a:pt x="56" y="47"/>
                  <a:pt x="56" y="47"/>
                  <a:pt x="56" y="47"/>
                </a:cubicBezTo>
                <a:cubicBezTo>
                  <a:pt x="55" y="48"/>
                  <a:pt x="54" y="50"/>
                  <a:pt x="52" y="51"/>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9" name="Freeform 194"/>
          <p:cNvSpPr>
            <a:spLocks noEditPoints="1"/>
          </p:cNvSpPr>
          <p:nvPr/>
        </p:nvSpPr>
        <p:spPr bwMode="auto">
          <a:xfrm>
            <a:off x="8229655" y="5535711"/>
            <a:ext cx="143663" cy="146595"/>
          </a:xfrm>
          <a:custGeom>
            <a:avLst/>
            <a:gdLst>
              <a:gd name="T0" fmla="*/ 30 w 60"/>
              <a:gd name="T1" fmla="*/ 0 h 61"/>
              <a:gd name="T2" fmla="*/ 0 w 60"/>
              <a:gd name="T3" fmla="*/ 31 h 61"/>
              <a:gd name="T4" fmla="*/ 30 w 60"/>
              <a:gd name="T5" fmla="*/ 61 h 61"/>
              <a:gd name="T6" fmla="*/ 60 w 60"/>
              <a:gd name="T7" fmla="*/ 31 h 61"/>
              <a:gd name="T8" fmla="*/ 30 w 60"/>
              <a:gd name="T9" fmla="*/ 0 h 61"/>
              <a:gd name="T10" fmla="*/ 30 w 60"/>
              <a:gd name="T11" fmla="*/ 55 h 61"/>
              <a:gd name="T12" fmla="*/ 5 w 60"/>
              <a:gd name="T13" fmla="*/ 31 h 61"/>
              <a:gd name="T14" fmla="*/ 30 w 60"/>
              <a:gd name="T15" fmla="*/ 6 h 61"/>
              <a:gd name="T16" fmla="*/ 55 w 60"/>
              <a:gd name="T17" fmla="*/ 31 h 61"/>
              <a:gd name="T18" fmla="*/ 30 w 60"/>
              <a:gd name="T19" fmla="*/ 55 h 61"/>
              <a:gd name="T20" fmla="*/ 26 w 60"/>
              <a:gd name="T21" fmla="*/ 15 h 61"/>
              <a:gd name="T22" fmla="*/ 34 w 60"/>
              <a:gd name="T23" fmla="*/ 15 h 61"/>
              <a:gd name="T24" fmla="*/ 34 w 60"/>
              <a:gd name="T25" fmla="*/ 23 h 61"/>
              <a:gd name="T26" fmla="*/ 26 w 60"/>
              <a:gd name="T27" fmla="*/ 23 h 61"/>
              <a:gd name="T28" fmla="*/ 26 w 60"/>
              <a:gd name="T29" fmla="*/ 15 h 61"/>
              <a:gd name="T30" fmla="*/ 38 w 60"/>
              <a:gd name="T31" fmla="*/ 46 h 61"/>
              <a:gd name="T32" fmla="*/ 22 w 60"/>
              <a:gd name="T33" fmla="*/ 46 h 61"/>
              <a:gd name="T34" fmla="*/ 22 w 60"/>
              <a:gd name="T35" fmla="*/ 42 h 61"/>
              <a:gd name="T36" fmla="*/ 26 w 60"/>
              <a:gd name="T37" fmla="*/ 42 h 61"/>
              <a:gd name="T38" fmla="*/ 26 w 60"/>
              <a:gd name="T39" fmla="*/ 31 h 61"/>
              <a:gd name="T40" fmla="*/ 22 w 60"/>
              <a:gd name="T41" fmla="*/ 31 h 61"/>
              <a:gd name="T42" fmla="*/ 22 w 60"/>
              <a:gd name="T43" fmla="*/ 27 h 61"/>
              <a:gd name="T44" fmla="*/ 34 w 60"/>
              <a:gd name="T45" fmla="*/ 27 h 61"/>
              <a:gd name="T46" fmla="*/ 34 w 60"/>
              <a:gd name="T47" fmla="*/ 42 h 61"/>
              <a:gd name="T48" fmla="*/ 38 w 60"/>
              <a:gd name="T49" fmla="*/ 42 h 61"/>
              <a:gd name="T50" fmla="*/ 38 w 60"/>
              <a:gd name="T51" fmla="*/ 4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0" h="61">
                <a:moveTo>
                  <a:pt x="30" y="0"/>
                </a:moveTo>
                <a:cubicBezTo>
                  <a:pt x="13" y="0"/>
                  <a:pt x="0" y="14"/>
                  <a:pt x="0" y="31"/>
                </a:cubicBezTo>
                <a:cubicBezTo>
                  <a:pt x="0" y="47"/>
                  <a:pt x="13" y="61"/>
                  <a:pt x="30" y="61"/>
                </a:cubicBezTo>
                <a:cubicBezTo>
                  <a:pt x="47" y="61"/>
                  <a:pt x="60" y="47"/>
                  <a:pt x="60" y="31"/>
                </a:cubicBezTo>
                <a:cubicBezTo>
                  <a:pt x="60" y="14"/>
                  <a:pt x="47" y="0"/>
                  <a:pt x="30" y="0"/>
                </a:cubicBezTo>
                <a:close/>
                <a:moveTo>
                  <a:pt x="30" y="55"/>
                </a:moveTo>
                <a:cubicBezTo>
                  <a:pt x="16" y="55"/>
                  <a:pt x="5" y="44"/>
                  <a:pt x="5" y="31"/>
                </a:cubicBezTo>
                <a:cubicBezTo>
                  <a:pt x="5" y="17"/>
                  <a:pt x="16" y="6"/>
                  <a:pt x="30" y="6"/>
                </a:cubicBezTo>
                <a:cubicBezTo>
                  <a:pt x="44" y="6"/>
                  <a:pt x="55" y="17"/>
                  <a:pt x="55" y="31"/>
                </a:cubicBezTo>
                <a:cubicBezTo>
                  <a:pt x="55" y="44"/>
                  <a:pt x="44" y="55"/>
                  <a:pt x="30" y="55"/>
                </a:cubicBezTo>
                <a:close/>
                <a:moveTo>
                  <a:pt x="26" y="15"/>
                </a:moveTo>
                <a:cubicBezTo>
                  <a:pt x="34" y="15"/>
                  <a:pt x="34" y="15"/>
                  <a:pt x="34" y="15"/>
                </a:cubicBezTo>
                <a:cubicBezTo>
                  <a:pt x="34" y="23"/>
                  <a:pt x="34" y="23"/>
                  <a:pt x="34" y="23"/>
                </a:cubicBezTo>
                <a:cubicBezTo>
                  <a:pt x="26" y="23"/>
                  <a:pt x="26" y="23"/>
                  <a:pt x="26" y="23"/>
                </a:cubicBezTo>
                <a:lnTo>
                  <a:pt x="26" y="15"/>
                </a:lnTo>
                <a:close/>
                <a:moveTo>
                  <a:pt x="38" y="46"/>
                </a:moveTo>
                <a:cubicBezTo>
                  <a:pt x="22" y="46"/>
                  <a:pt x="22" y="46"/>
                  <a:pt x="22" y="46"/>
                </a:cubicBezTo>
                <a:cubicBezTo>
                  <a:pt x="22" y="42"/>
                  <a:pt x="22" y="42"/>
                  <a:pt x="22" y="42"/>
                </a:cubicBezTo>
                <a:cubicBezTo>
                  <a:pt x="26" y="42"/>
                  <a:pt x="26" y="42"/>
                  <a:pt x="26" y="42"/>
                </a:cubicBezTo>
                <a:cubicBezTo>
                  <a:pt x="26" y="31"/>
                  <a:pt x="26" y="31"/>
                  <a:pt x="26" y="31"/>
                </a:cubicBezTo>
                <a:cubicBezTo>
                  <a:pt x="22" y="31"/>
                  <a:pt x="22" y="31"/>
                  <a:pt x="22" y="31"/>
                </a:cubicBezTo>
                <a:cubicBezTo>
                  <a:pt x="22" y="27"/>
                  <a:pt x="22" y="27"/>
                  <a:pt x="22" y="27"/>
                </a:cubicBezTo>
                <a:cubicBezTo>
                  <a:pt x="34" y="27"/>
                  <a:pt x="34" y="27"/>
                  <a:pt x="34" y="27"/>
                </a:cubicBezTo>
                <a:cubicBezTo>
                  <a:pt x="34" y="42"/>
                  <a:pt x="34" y="42"/>
                  <a:pt x="34" y="42"/>
                </a:cubicBezTo>
                <a:cubicBezTo>
                  <a:pt x="38" y="42"/>
                  <a:pt x="38" y="42"/>
                  <a:pt x="38" y="42"/>
                </a:cubicBezTo>
                <a:lnTo>
                  <a:pt x="38" y="46"/>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0" name="Freeform 196"/>
          <p:cNvSpPr>
            <a:spLocks noEditPoints="1"/>
          </p:cNvSpPr>
          <p:nvPr/>
        </p:nvSpPr>
        <p:spPr bwMode="auto">
          <a:xfrm>
            <a:off x="7382335" y="5855288"/>
            <a:ext cx="165653" cy="164187"/>
          </a:xfrm>
          <a:custGeom>
            <a:avLst/>
            <a:gdLst>
              <a:gd name="T0" fmla="*/ 35 w 69"/>
              <a:gd name="T1" fmla="*/ 0 h 69"/>
              <a:gd name="T2" fmla="*/ 0 w 69"/>
              <a:gd name="T3" fmla="*/ 35 h 69"/>
              <a:gd name="T4" fmla="*/ 35 w 69"/>
              <a:gd name="T5" fmla="*/ 69 h 69"/>
              <a:gd name="T6" fmla="*/ 69 w 69"/>
              <a:gd name="T7" fmla="*/ 35 h 69"/>
              <a:gd name="T8" fmla="*/ 35 w 69"/>
              <a:gd name="T9" fmla="*/ 0 h 69"/>
              <a:gd name="T10" fmla="*/ 55 w 69"/>
              <a:gd name="T11" fmla="*/ 30 h 69"/>
              <a:gd name="T12" fmla="*/ 36 w 69"/>
              <a:gd name="T13" fmla="*/ 56 h 69"/>
              <a:gd name="T14" fmla="*/ 28 w 69"/>
              <a:gd name="T15" fmla="*/ 52 h 69"/>
              <a:gd name="T16" fmla="*/ 21 w 69"/>
              <a:gd name="T17" fmla="*/ 32 h 69"/>
              <a:gd name="T18" fmla="*/ 16 w 69"/>
              <a:gd name="T19" fmla="*/ 33 h 69"/>
              <a:gd name="T20" fmla="*/ 14 w 69"/>
              <a:gd name="T21" fmla="*/ 31 h 69"/>
              <a:gd name="T22" fmla="*/ 27 w 69"/>
              <a:gd name="T23" fmla="*/ 22 h 69"/>
              <a:gd name="T24" fmla="*/ 34 w 69"/>
              <a:gd name="T25" fmla="*/ 36 h 69"/>
              <a:gd name="T26" fmla="*/ 37 w 69"/>
              <a:gd name="T27" fmla="*/ 44 h 69"/>
              <a:gd name="T28" fmla="*/ 43 w 69"/>
              <a:gd name="T29" fmla="*/ 36 h 69"/>
              <a:gd name="T30" fmla="*/ 38 w 69"/>
              <a:gd name="T31" fmla="*/ 31 h 69"/>
              <a:gd name="T32" fmla="*/ 55 w 69"/>
              <a:gd name="T33" fmla="*/ 3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9" h="69">
                <a:moveTo>
                  <a:pt x="35" y="0"/>
                </a:moveTo>
                <a:cubicBezTo>
                  <a:pt x="16" y="0"/>
                  <a:pt x="0" y="16"/>
                  <a:pt x="0" y="35"/>
                </a:cubicBezTo>
                <a:cubicBezTo>
                  <a:pt x="0" y="54"/>
                  <a:pt x="16" y="69"/>
                  <a:pt x="35" y="69"/>
                </a:cubicBezTo>
                <a:cubicBezTo>
                  <a:pt x="54" y="69"/>
                  <a:pt x="69" y="54"/>
                  <a:pt x="69" y="35"/>
                </a:cubicBezTo>
                <a:cubicBezTo>
                  <a:pt x="69" y="16"/>
                  <a:pt x="54" y="0"/>
                  <a:pt x="35" y="0"/>
                </a:cubicBezTo>
                <a:close/>
                <a:moveTo>
                  <a:pt x="55" y="30"/>
                </a:moveTo>
                <a:cubicBezTo>
                  <a:pt x="53" y="43"/>
                  <a:pt x="40" y="54"/>
                  <a:pt x="36" y="56"/>
                </a:cubicBezTo>
                <a:cubicBezTo>
                  <a:pt x="32" y="58"/>
                  <a:pt x="29" y="55"/>
                  <a:pt x="28" y="52"/>
                </a:cubicBezTo>
                <a:cubicBezTo>
                  <a:pt x="26" y="49"/>
                  <a:pt x="22" y="33"/>
                  <a:pt x="21" y="32"/>
                </a:cubicBezTo>
                <a:cubicBezTo>
                  <a:pt x="19" y="30"/>
                  <a:pt x="16" y="33"/>
                  <a:pt x="16" y="33"/>
                </a:cubicBezTo>
                <a:cubicBezTo>
                  <a:pt x="14" y="31"/>
                  <a:pt x="14" y="31"/>
                  <a:pt x="14" y="31"/>
                </a:cubicBezTo>
                <a:cubicBezTo>
                  <a:pt x="14" y="31"/>
                  <a:pt x="21" y="23"/>
                  <a:pt x="27" y="22"/>
                </a:cubicBezTo>
                <a:cubicBezTo>
                  <a:pt x="32" y="21"/>
                  <a:pt x="32" y="30"/>
                  <a:pt x="34" y="36"/>
                </a:cubicBezTo>
                <a:cubicBezTo>
                  <a:pt x="35" y="41"/>
                  <a:pt x="36" y="44"/>
                  <a:pt x="37" y="44"/>
                </a:cubicBezTo>
                <a:cubicBezTo>
                  <a:pt x="38" y="44"/>
                  <a:pt x="40" y="41"/>
                  <a:pt x="43" y="36"/>
                </a:cubicBezTo>
                <a:cubicBezTo>
                  <a:pt x="45" y="32"/>
                  <a:pt x="42" y="28"/>
                  <a:pt x="38" y="31"/>
                </a:cubicBezTo>
                <a:cubicBezTo>
                  <a:pt x="40" y="20"/>
                  <a:pt x="57" y="17"/>
                  <a:pt x="55" y="3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1" name="Freeform 206"/>
          <p:cNvSpPr>
            <a:spLocks noEditPoints="1"/>
          </p:cNvSpPr>
          <p:nvPr/>
        </p:nvSpPr>
        <p:spPr bwMode="auto">
          <a:xfrm>
            <a:off x="9714664" y="6237903"/>
            <a:ext cx="285862" cy="253609"/>
          </a:xfrm>
          <a:custGeom>
            <a:avLst/>
            <a:gdLst>
              <a:gd name="T0" fmla="*/ 50 w 119"/>
              <a:gd name="T1" fmla="*/ 0 h 106"/>
              <a:gd name="T2" fmla="*/ 50 w 119"/>
              <a:gd name="T3" fmla="*/ 0 h 106"/>
              <a:gd name="T4" fmla="*/ 99 w 119"/>
              <a:gd name="T5" fmla="*/ 40 h 106"/>
              <a:gd name="T6" fmla="*/ 50 w 119"/>
              <a:gd name="T7" fmla="*/ 81 h 106"/>
              <a:gd name="T8" fmla="*/ 42 w 119"/>
              <a:gd name="T9" fmla="*/ 80 h 106"/>
              <a:gd name="T10" fmla="*/ 7 w 119"/>
              <a:gd name="T11" fmla="*/ 93 h 106"/>
              <a:gd name="T12" fmla="*/ 7 w 119"/>
              <a:gd name="T13" fmla="*/ 90 h 106"/>
              <a:gd name="T14" fmla="*/ 19 w 119"/>
              <a:gd name="T15" fmla="*/ 74 h 106"/>
              <a:gd name="T16" fmla="*/ 18 w 119"/>
              <a:gd name="T17" fmla="*/ 72 h 106"/>
              <a:gd name="T18" fmla="*/ 0 w 119"/>
              <a:gd name="T19" fmla="*/ 40 h 106"/>
              <a:gd name="T20" fmla="*/ 50 w 119"/>
              <a:gd name="T21" fmla="*/ 0 h 106"/>
              <a:gd name="T22" fmla="*/ 103 w 119"/>
              <a:gd name="T23" fmla="*/ 90 h 106"/>
              <a:gd name="T24" fmla="*/ 113 w 119"/>
              <a:gd name="T25" fmla="*/ 104 h 106"/>
              <a:gd name="T26" fmla="*/ 113 w 119"/>
              <a:gd name="T27" fmla="*/ 106 h 106"/>
              <a:gd name="T28" fmla="*/ 83 w 119"/>
              <a:gd name="T29" fmla="*/ 95 h 106"/>
              <a:gd name="T30" fmla="*/ 76 w 119"/>
              <a:gd name="T31" fmla="*/ 96 h 106"/>
              <a:gd name="T32" fmla="*/ 50 w 119"/>
              <a:gd name="T33" fmla="*/ 88 h 106"/>
              <a:gd name="T34" fmla="*/ 90 w 119"/>
              <a:gd name="T35" fmla="*/ 75 h 106"/>
              <a:gd name="T36" fmla="*/ 103 w 119"/>
              <a:gd name="T37" fmla="*/ 60 h 106"/>
              <a:gd name="T38" fmla="*/ 107 w 119"/>
              <a:gd name="T39" fmla="*/ 40 h 106"/>
              <a:gd name="T40" fmla="*/ 107 w 119"/>
              <a:gd name="T41" fmla="*/ 37 h 106"/>
              <a:gd name="T42" fmla="*/ 119 w 119"/>
              <a:gd name="T43" fmla="*/ 61 h 106"/>
              <a:gd name="T44" fmla="*/ 103 w 119"/>
              <a:gd name="T45" fmla="*/ 88 h 106"/>
              <a:gd name="T46" fmla="*/ 103 w 119"/>
              <a:gd name="T47" fmla="*/ 9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9" h="106">
                <a:moveTo>
                  <a:pt x="50" y="0"/>
                </a:moveTo>
                <a:cubicBezTo>
                  <a:pt x="50" y="0"/>
                  <a:pt x="50" y="0"/>
                  <a:pt x="50" y="0"/>
                </a:cubicBezTo>
                <a:cubicBezTo>
                  <a:pt x="77" y="0"/>
                  <a:pt x="99" y="18"/>
                  <a:pt x="99" y="40"/>
                </a:cubicBezTo>
                <a:cubicBezTo>
                  <a:pt x="99" y="63"/>
                  <a:pt x="77" y="81"/>
                  <a:pt x="50" y="81"/>
                </a:cubicBezTo>
                <a:cubicBezTo>
                  <a:pt x="47" y="81"/>
                  <a:pt x="44" y="80"/>
                  <a:pt x="42" y="80"/>
                </a:cubicBezTo>
                <a:cubicBezTo>
                  <a:pt x="31" y="91"/>
                  <a:pt x="19" y="93"/>
                  <a:pt x="7" y="93"/>
                </a:cubicBezTo>
                <a:cubicBezTo>
                  <a:pt x="7" y="90"/>
                  <a:pt x="7" y="90"/>
                  <a:pt x="7" y="90"/>
                </a:cubicBezTo>
                <a:cubicBezTo>
                  <a:pt x="13" y="87"/>
                  <a:pt x="19" y="81"/>
                  <a:pt x="19" y="74"/>
                </a:cubicBezTo>
                <a:cubicBezTo>
                  <a:pt x="19" y="73"/>
                  <a:pt x="19" y="72"/>
                  <a:pt x="18" y="72"/>
                </a:cubicBezTo>
                <a:cubicBezTo>
                  <a:pt x="7" y="64"/>
                  <a:pt x="0" y="53"/>
                  <a:pt x="0" y="40"/>
                </a:cubicBezTo>
                <a:cubicBezTo>
                  <a:pt x="0" y="18"/>
                  <a:pt x="22" y="0"/>
                  <a:pt x="50" y="0"/>
                </a:cubicBezTo>
                <a:close/>
                <a:moveTo>
                  <a:pt x="103" y="90"/>
                </a:moveTo>
                <a:cubicBezTo>
                  <a:pt x="103" y="96"/>
                  <a:pt x="107" y="101"/>
                  <a:pt x="113" y="104"/>
                </a:cubicBezTo>
                <a:cubicBezTo>
                  <a:pt x="113" y="106"/>
                  <a:pt x="113" y="106"/>
                  <a:pt x="113" y="106"/>
                </a:cubicBezTo>
                <a:cubicBezTo>
                  <a:pt x="102" y="106"/>
                  <a:pt x="92" y="104"/>
                  <a:pt x="83" y="95"/>
                </a:cubicBezTo>
                <a:cubicBezTo>
                  <a:pt x="81" y="95"/>
                  <a:pt x="79" y="96"/>
                  <a:pt x="76" y="96"/>
                </a:cubicBezTo>
                <a:cubicBezTo>
                  <a:pt x="66" y="96"/>
                  <a:pt x="57" y="93"/>
                  <a:pt x="50" y="88"/>
                </a:cubicBezTo>
                <a:cubicBezTo>
                  <a:pt x="65" y="88"/>
                  <a:pt x="79" y="84"/>
                  <a:pt x="90" y="75"/>
                </a:cubicBezTo>
                <a:cubicBezTo>
                  <a:pt x="95" y="71"/>
                  <a:pt x="100" y="65"/>
                  <a:pt x="103" y="60"/>
                </a:cubicBezTo>
                <a:cubicBezTo>
                  <a:pt x="106" y="54"/>
                  <a:pt x="107" y="47"/>
                  <a:pt x="107" y="40"/>
                </a:cubicBezTo>
                <a:cubicBezTo>
                  <a:pt x="107" y="39"/>
                  <a:pt x="107" y="38"/>
                  <a:pt x="107" y="37"/>
                </a:cubicBezTo>
                <a:cubicBezTo>
                  <a:pt x="115" y="43"/>
                  <a:pt x="119" y="52"/>
                  <a:pt x="119" y="61"/>
                </a:cubicBezTo>
                <a:cubicBezTo>
                  <a:pt x="119" y="72"/>
                  <a:pt x="113" y="82"/>
                  <a:pt x="103" y="88"/>
                </a:cubicBezTo>
                <a:cubicBezTo>
                  <a:pt x="103" y="89"/>
                  <a:pt x="103" y="89"/>
                  <a:pt x="103" y="9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2" name="Freeform 207"/>
          <p:cNvSpPr>
            <a:spLocks noEditPoints="1"/>
          </p:cNvSpPr>
          <p:nvPr/>
        </p:nvSpPr>
        <p:spPr bwMode="auto">
          <a:xfrm>
            <a:off x="9547546" y="5868483"/>
            <a:ext cx="167118" cy="168584"/>
          </a:xfrm>
          <a:custGeom>
            <a:avLst/>
            <a:gdLst>
              <a:gd name="T0" fmla="*/ 35 w 70"/>
              <a:gd name="T1" fmla="*/ 0 h 70"/>
              <a:gd name="T2" fmla="*/ 0 w 70"/>
              <a:gd name="T3" fmla="*/ 35 h 70"/>
              <a:gd name="T4" fmla="*/ 35 w 70"/>
              <a:gd name="T5" fmla="*/ 70 h 70"/>
              <a:gd name="T6" fmla="*/ 70 w 70"/>
              <a:gd name="T7" fmla="*/ 35 h 70"/>
              <a:gd name="T8" fmla="*/ 35 w 70"/>
              <a:gd name="T9" fmla="*/ 0 h 70"/>
              <a:gd name="T10" fmla="*/ 29 w 70"/>
              <a:gd name="T11" fmla="*/ 57 h 70"/>
              <a:gd name="T12" fmla="*/ 14 w 70"/>
              <a:gd name="T13" fmla="*/ 38 h 70"/>
              <a:gd name="T14" fmla="*/ 21 w 70"/>
              <a:gd name="T15" fmla="*/ 31 h 70"/>
              <a:gd name="T16" fmla="*/ 29 w 70"/>
              <a:gd name="T17" fmla="*/ 41 h 70"/>
              <a:gd name="T18" fmla="*/ 54 w 70"/>
              <a:gd name="T19" fmla="*/ 21 h 70"/>
              <a:gd name="T20" fmla="*/ 57 w 70"/>
              <a:gd name="T21" fmla="*/ 24 h 70"/>
              <a:gd name="T22" fmla="*/ 29 w 70"/>
              <a:gd name="T23" fmla="*/ 5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70">
                <a:moveTo>
                  <a:pt x="35" y="0"/>
                </a:moveTo>
                <a:cubicBezTo>
                  <a:pt x="16" y="0"/>
                  <a:pt x="0" y="16"/>
                  <a:pt x="0" y="35"/>
                </a:cubicBezTo>
                <a:cubicBezTo>
                  <a:pt x="0" y="54"/>
                  <a:pt x="16" y="70"/>
                  <a:pt x="35" y="70"/>
                </a:cubicBezTo>
                <a:cubicBezTo>
                  <a:pt x="54" y="70"/>
                  <a:pt x="70" y="54"/>
                  <a:pt x="70" y="35"/>
                </a:cubicBezTo>
                <a:cubicBezTo>
                  <a:pt x="70" y="16"/>
                  <a:pt x="54" y="0"/>
                  <a:pt x="35" y="0"/>
                </a:cubicBezTo>
                <a:close/>
                <a:moveTo>
                  <a:pt x="29" y="57"/>
                </a:moveTo>
                <a:cubicBezTo>
                  <a:pt x="14" y="38"/>
                  <a:pt x="14" y="38"/>
                  <a:pt x="14" y="38"/>
                </a:cubicBezTo>
                <a:cubicBezTo>
                  <a:pt x="21" y="31"/>
                  <a:pt x="21" y="31"/>
                  <a:pt x="21" y="31"/>
                </a:cubicBezTo>
                <a:cubicBezTo>
                  <a:pt x="29" y="41"/>
                  <a:pt x="29" y="41"/>
                  <a:pt x="29" y="41"/>
                </a:cubicBezTo>
                <a:cubicBezTo>
                  <a:pt x="54" y="21"/>
                  <a:pt x="54" y="21"/>
                  <a:pt x="54" y="21"/>
                </a:cubicBezTo>
                <a:cubicBezTo>
                  <a:pt x="57" y="24"/>
                  <a:pt x="57" y="24"/>
                  <a:pt x="57" y="24"/>
                </a:cubicBezTo>
                <a:lnTo>
                  <a:pt x="29" y="57"/>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3" name="Freeform 208"/>
          <p:cNvSpPr>
            <a:spLocks noEditPoints="1"/>
          </p:cNvSpPr>
          <p:nvPr/>
        </p:nvSpPr>
        <p:spPr bwMode="auto">
          <a:xfrm>
            <a:off x="8735408" y="6147013"/>
            <a:ext cx="206700" cy="234553"/>
          </a:xfrm>
          <a:custGeom>
            <a:avLst/>
            <a:gdLst>
              <a:gd name="T0" fmla="*/ 55 w 86"/>
              <a:gd name="T1" fmla="*/ 14 h 98"/>
              <a:gd name="T2" fmla="*/ 55 w 86"/>
              <a:gd name="T3" fmla="*/ 27 h 98"/>
              <a:gd name="T4" fmla="*/ 65 w 86"/>
              <a:gd name="T5" fmla="*/ 33 h 98"/>
              <a:gd name="T6" fmla="*/ 74 w 86"/>
              <a:gd name="T7" fmla="*/ 55 h 98"/>
              <a:gd name="T8" fmla="*/ 65 w 86"/>
              <a:gd name="T9" fmla="*/ 77 h 98"/>
              <a:gd name="T10" fmla="*/ 43 w 86"/>
              <a:gd name="T11" fmla="*/ 85 h 98"/>
              <a:gd name="T12" fmla="*/ 22 w 86"/>
              <a:gd name="T13" fmla="*/ 77 h 98"/>
              <a:gd name="T14" fmla="*/ 13 w 86"/>
              <a:gd name="T15" fmla="*/ 55 h 98"/>
              <a:gd name="T16" fmla="*/ 22 w 86"/>
              <a:gd name="T17" fmla="*/ 33 h 98"/>
              <a:gd name="T18" fmla="*/ 31 w 86"/>
              <a:gd name="T19" fmla="*/ 27 h 98"/>
              <a:gd name="T20" fmla="*/ 31 w 86"/>
              <a:gd name="T21" fmla="*/ 14 h 98"/>
              <a:gd name="T22" fmla="*/ 0 w 86"/>
              <a:gd name="T23" fmla="*/ 55 h 98"/>
              <a:gd name="T24" fmla="*/ 43 w 86"/>
              <a:gd name="T25" fmla="*/ 98 h 98"/>
              <a:gd name="T26" fmla="*/ 86 w 86"/>
              <a:gd name="T27" fmla="*/ 55 h 98"/>
              <a:gd name="T28" fmla="*/ 55 w 86"/>
              <a:gd name="T29" fmla="*/ 14 h 98"/>
              <a:gd name="T30" fmla="*/ 37 w 86"/>
              <a:gd name="T31" fmla="*/ 0 h 98"/>
              <a:gd name="T32" fmla="*/ 49 w 86"/>
              <a:gd name="T33" fmla="*/ 0 h 98"/>
              <a:gd name="T34" fmla="*/ 49 w 86"/>
              <a:gd name="T35" fmla="*/ 49 h 98"/>
              <a:gd name="T36" fmla="*/ 37 w 86"/>
              <a:gd name="T37" fmla="*/ 49 h 98"/>
              <a:gd name="T38" fmla="*/ 37 w 86"/>
              <a:gd name="T3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98">
                <a:moveTo>
                  <a:pt x="55" y="14"/>
                </a:moveTo>
                <a:cubicBezTo>
                  <a:pt x="55" y="27"/>
                  <a:pt x="55" y="27"/>
                  <a:pt x="55" y="27"/>
                </a:cubicBezTo>
                <a:cubicBezTo>
                  <a:pt x="59" y="28"/>
                  <a:pt x="62" y="31"/>
                  <a:pt x="65" y="33"/>
                </a:cubicBezTo>
                <a:cubicBezTo>
                  <a:pt x="71" y="39"/>
                  <a:pt x="74" y="47"/>
                  <a:pt x="74" y="55"/>
                </a:cubicBezTo>
                <a:cubicBezTo>
                  <a:pt x="74" y="63"/>
                  <a:pt x="71" y="71"/>
                  <a:pt x="65" y="77"/>
                </a:cubicBezTo>
                <a:cubicBezTo>
                  <a:pt x="59" y="82"/>
                  <a:pt x="51" y="85"/>
                  <a:pt x="43" y="85"/>
                </a:cubicBezTo>
                <a:cubicBezTo>
                  <a:pt x="35" y="85"/>
                  <a:pt x="27" y="82"/>
                  <a:pt x="22" y="77"/>
                </a:cubicBezTo>
                <a:cubicBezTo>
                  <a:pt x="16" y="71"/>
                  <a:pt x="13" y="63"/>
                  <a:pt x="13" y="55"/>
                </a:cubicBezTo>
                <a:cubicBezTo>
                  <a:pt x="13" y="47"/>
                  <a:pt x="16" y="39"/>
                  <a:pt x="22" y="33"/>
                </a:cubicBezTo>
                <a:cubicBezTo>
                  <a:pt x="24" y="31"/>
                  <a:pt x="27" y="28"/>
                  <a:pt x="31" y="27"/>
                </a:cubicBezTo>
                <a:cubicBezTo>
                  <a:pt x="31" y="14"/>
                  <a:pt x="31" y="14"/>
                  <a:pt x="31" y="14"/>
                </a:cubicBezTo>
                <a:cubicBezTo>
                  <a:pt x="13" y="19"/>
                  <a:pt x="0" y="36"/>
                  <a:pt x="0" y="55"/>
                </a:cubicBezTo>
                <a:cubicBezTo>
                  <a:pt x="0" y="79"/>
                  <a:pt x="20" y="98"/>
                  <a:pt x="43" y="98"/>
                </a:cubicBezTo>
                <a:cubicBezTo>
                  <a:pt x="67" y="98"/>
                  <a:pt x="86" y="79"/>
                  <a:pt x="86" y="55"/>
                </a:cubicBezTo>
                <a:cubicBezTo>
                  <a:pt x="86" y="36"/>
                  <a:pt x="73" y="19"/>
                  <a:pt x="55" y="14"/>
                </a:cubicBezTo>
                <a:close/>
                <a:moveTo>
                  <a:pt x="37" y="0"/>
                </a:moveTo>
                <a:cubicBezTo>
                  <a:pt x="49" y="0"/>
                  <a:pt x="49" y="0"/>
                  <a:pt x="49" y="0"/>
                </a:cubicBezTo>
                <a:cubicBezTo>
                  <a:pt x="49" y="49"/>
                  <a:pt x="49" y="49"/>
                  <a:pt x="49" y="49"/>
                </a:cubicBezTo>
                <a:cubicBezTo>
                  <a:pt x="37" y="49"/>
                  <a:pt x="37" y="49"/>
                  <a:pt x="37" y="49"/>
                </a:cubicBezTo>
                <a:lnTo>
                  <a:pt x="37" y="0"/>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4" name="Freeform 209"/>
          <p:cNvSpPr/>
          <p:nvPr/>
        </p:nvSpPr>
        <p:spPr bwMode="auto">
          <a:xfrm>
            <a:off x="8478866" y="6388896"/>
            <a:ext cx="278530" cy="233086"/>
          </a:xfrm>
          <a:custGeom>
            <a:avLst/>
            <a:gdLst>
              <a:gd name="T0" fmla="*/ 57 w 116"/>
              <a:gd name="T1" fmla="*/ 1 h 97"/>
              <a:gd name="T2" fmla="*/ 48 w 116"/>
              <a:gd name="T3" fmla="*/ 8 h 97"/>
              <a:gd name="T4" fmla="*/ 55 w 116"/>
              <a:gd name="T5" fmla="*/ 18 h 97"/>
              <a:gd name="T6" fmla="*/ 85 w 116"/>
              <a:gd name="T7" fmla="*/ 22 h 97"/>
              <a:gd name="T8" fmla="*/ 5 w 116"/>
              <a:gd name="T9" fmla="*/ 81 h 97"/>
              <a:gd name="T10" fmla="*/ 3 w 116"/>
              <a:gd name="T11" fmla="*/ 93 h 97"/>
              <a:gd name="T12" fmla="*/ 8 w 116"/>
              <a:gd name="T13" fmla="*/ 96 h 97"/>
              <a:gd name="T14" fmla="*/ 15 w 116"/>
              <a:gd name="T15" fmla="*/ 95 h 97"/>
              <a:gd name="T16" fmla="*/ 95 w 116"/>
              <a:gd name="T17" fmla="*/ 36 h 97"/>
              <a:gd name="T18" fmla="*/ 90 w 116"/>
              <a:gd name="T19" fmla="*/ 66 h 97"/>
              <a:gd name="T20" fmla="*/ 97 w 116"/>
              <a:gd name="T21" fmla="*/ 76 h 97"/>
              <a:gd name="T22" fmla="*/ 107 w 116"/>
              <a:gd name="T23" fmla="*/ 69 h 97"/>
              <a:gd name="T24" fmla="*/ 116 w 116"/>
              <a:gd name="T25" fmla="*/ 10 h 97"/>
              <a:gd name="T26" fmla="*/ 57 w 116"/>
              <a:gd name="T27" fmla="*/ 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6" h="97">
                <a:moveTo>
                  <a:pt x="57" y="1"/>
                </a:moveTo>
                <a:cubicBezTo>
                  <a:pt x="53" y="0"/>
                  <a:pt x="48" y="3"/>
                  <a:pt x="48" y="8"/>
                </a:cubicBezTo>
                <a:cubicBezTo>
                  <a:pt x="47" y="13"/>
                  <a:pt x="50" y="17"/>
                  <a:pt x="55" y="18"/>
                </a:cubicBezTo>
                <a:cubicBezTo>
                  <a:pt x="85" y="22"/>
                  <a:pt x="85" y="22"/>
                  <a:pt x="85" y="22"/>
                </a:cubicBezTo>
                <a:cubicBezTo>
                  <a:pt x="5" y="81"/>
                  <a:pt x="5" y="81"/>
                  <a:pt x="5" y="81"/>
                </a:cubicBezTo>
                <a:cubicBezTo>
                  <a:pt x="1" y="84"/>
                  <a:pt x="0" y="89"/>
                  <a:pt x="3" y="93"/>
                </a:cubicBezTo>
                <a:cubicBezTo>
                  <a:pt x="4" y="95"/>
                  <a:pt x="6" y="96"/>
                  <a:pt x="8" y="96"/>
                </a:cubicBezTo>
                <a:cubicBezTo>
                  <a:pt x="10" y="97"/>
                  <a:pt x="13" y="96"/>
                  <a:pt x="15" y="95"/>
                </a:cubicBezTo>
                <a:cubicBezTo>
                  <a:pt x="95" y="36"/>
                  <a:pt x="95" y="36"/>
                  <a:pt x="95" y="36"/>
                </a:cubicBezTo>
                <a:cubicBezTo>
                  <a:pt x="90" y="66"/>
                  <a:pt x="90" y="66"/>
                  <a:pt x="90" y="66"/>
                </a:cubicBezTo>
                <a:cubicBezTo>
                  <a:pt x="90" y="71"/>
                  <a:pt x="93" y="75"/>
                  <a:pt x="97" y="76"/>
                </a:cubicBezTo>
                <a:cubicBezTo>
                  <a:pt x="102" y="76"/>
                  <a:pt x="106" y="73"/>
                  <a:pt x="107" y="69"/>
                </a:cubicBezTo>
                <a:cubicBezTo>
                  <a:pt x="116" y="10"/>
                  <a:pt x="116" y="10"/>
                  <a:pt x="116" y="10"/>
                </a:cubicBezTo>
                <a:lnTo>
                  <a:pt x="57" y="1"/>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5" name="Freeform 210"/>
          <p:cNvSpPr>
            <a:spLocks noEditPoints="1"/>
          </p:cNvSpPr>
          <p:nvPr/>
        </p:nvSpPr>
        <p:spPr bwMode="auto">
          <a:xfrm>
            <a:off x="9100431" y="6045863"/>
            <a:ext cx="238951" cy="256542"/>
          </a:xfrm>
          <a:custGeom>
            <a:avLst/>
            <a:gdLst>
              <a:gd name="T0" fmla="*/ 90 w 100"/>
              <a:gd name="T1" fmla="*/ 0 h 107"/>
              <a:gd name="T2" fmla="*/ 10 w 100"/>
              <a:gd name="T3" fmla="*/ 0 h 107"/>
              <a:gd name="T4" fmla="*/ 0 w 100"/>
              <a:gd name="T5" fmla="*/ 10 h 107"/>
              <a:gd name="T6" fmla="*/ 0 w 100"/>
              <a:gd name="T7" fmla="*/ 97 h 107"/>
              <a:gd name="T8" fmla="*/ 10 w 100"/>
              <a:gd name="T9" fmla="*/ 107 h 107"/>
              <a:gd name="T10" fmla="*/ 90 w 100"/>
              <a:gd name="T11" fmla="*/ 107 h 107"/>
              <a:gd name="T12" fmla="*/ 100 w 100"/>
              <a:gd name="T13" fmla="*/ 97 h 107"/>
              <a:gd name="T14" fmla="*/ 100 w 100"/>
              <a:gd name="T15" fmla="*/ 10 h 107"/>
              <a:gd name="T16" fmla="*/ 90 w 100"/>
              <a:gd name="T17" fmla="*/ 0 h 107"/>
              <a:gd name="T18" fmla="*/ 86 w 100"/>
              <a:gd name="T19" fmla="*/ 93 h 107"/>
              <a:gd name="T20" fmla="*/ 13 w 100"/>
              <a:gd name="T21" fmla="*/ 93 h 107"/>
              <a:gd name="T22" fmla="*/ 13 w 100"/>
              <a:gd name="T23" fmla="*/ 13 h 107"/>
              <a:gd name="T24" fmla="*/ 86 w 100"/>
              <a:gd name="T25" fmla="*/ 13 h 107"/>
              <a:gd name="T26" fmla="*/ 86 w 100"/>
              <a:gd name="T27" fmla="*/ 93 h 107"/>
              <a:gd name="T28" fmla="*/ 26 w 100"/>
              <a:gd name="T29" fmla="*/ 47 h 107"/>
              <a:gd name="T30" fmla="*/ 73 w 100"/>
              <a:gd name="T31" fmla="*/ 47 h 107"/>
              <a:gd name="T32" fmla="*/ 73 w 100"/>
              <a:gd name="T33" fmla="*/ 53 h 107"/>
              <a:gd name="T34" fmla="*/ 26 w 100"/>
              <a:gd name="T35" fmla="*/ 53 h 107"/>
              <a:gd name="T36" fmla="*/ 26 w 100"/>
              <a:gd name="T37" fmla="*/ 47 h 107"/>
              <a:gd name="T38" fmla="*/ 26 w 100"/>
              <a:gd name="T39" fmla="*/ 60 h 107"/>
              <a:gd name="T40" fmla="*/ 73 w 100"/>
              <a:gd name="T41" fmla="*/ 60 h 107"/>
              <a:gd name="T42" fmla="*/ 73 w 100"/>
              <a:gd name="T43" fmla="*/ 67 h 107"/>
              <a:gd name="T44" fmla="*/ 26 w 100"/>
              <a:gd name="T45" fmla="*/ 67 h 107"/>
              <a:gd name="T46" fmla="*/ 26 w 100"/>
              <a:gd name="T47" fmla="*/ 60 h 107"/>
              <a:gd name="T48" fmla="*/ 26 w 100"/>
              <a:gd name="T49" fmla="*/ 73 h 107"/>
              <a:gd name="T50" fmla="*/ 73 w 100"/>
              <a:gd name="T51" fmla="*/ 73 h 107"/>
              <a:gd name="T52" fmla="*/ 73 w 100"/>
              <a:gd name="T53" fmla="*/ 80 h 107"/>
              <a:gd name="T54" fmla="*/ 26 w 100"/>
              <a:gd name="T55" fmla="*/ 80 h 107"/>
              <a:gd name="T56" fmla="*/ 26 w 100"/>
              <a:gd name="T57" fmla="*/ 73 h 107"/>
              <a:gd name="T58" fmla="*/ 26 w 100"/>
              <a:gd name="T59" fmla="*/ 33 h 107"/>
              <a:gd name="T60" fmla="*/ 73 w 100"/>
              <a:gd name="T61" fmla="*/ 33 h 107"/>
              <a:gd name="T62" fmla="*/ 73 w 100"/>
              <a:gd name="T63" fmla="*/ 40 h 107"/>
              <a:gd name="T64" fmla="*/ 26 w 100"/>
              <a:gd name="T65" fmla="*/ 40 h 107"/>
              <a:gd name="T66" fmla="*/ 26 w 100"/>
              <a:gd name="T67" fmla="*/ 3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0" h="107">
                <a:moveTo>
                  <a:pt x="90" y="0"/>
                </a:moveTo>
                <a:cubicBezTo>
                  <a:pt x="10" y="0"/>
                  <a:pt x="10" y="0"/>
                  <a:pt x="10" y="0"/>
                </a:cubicBezTo>
                <a:cubicBezTo>
                  <a:pt x="4" y="0"/>
                  <a:pt x="0" y="5"/>
                  <a:pt x="0" y="10"/>
                </a:cubicBezTo>
                <a:cubicBezTo>
                  <a:pt x="0" y="97"/>
                  <a:pt x="0" y="97"/>
                  <a:pt x="0" y="97"/>
                </a:cubicBezTo>
                <a:cubicBezTo>
                  <a:pt x="0" y="102"/>
                  <a:pt x="4" y="107"/>
                  <a:pt x="10" y="107"/>
                </a:cubicBezTo>
                <a:cubicBezTo>
                  <a:pt x="90" y="107"/>
                  <a:pt x="90" y="107"/>
                  <a:pt x="90" y="107"/>
                </a:cubicBezTo>
                <a:cubicBezTo>
                  <a:pt x="95" y="107"/>
                  <a:pt x="100" y="102"/>
                  <a:pt x="100" y="97"/>
                </a:cubicBezTo>
                <a:cubicBezTo>
                  <a:pt x="100" y="10"/>
                  <a:pt x="100" y="10"/>
                  <a:pt x="100" y="10"/>
                </a:cubicBezTo>
                <a:cubicBezTo>
                  <a:pt x="100" y="5"/>
                  <a:pt x="95" y="0"/>
                  <a:pt x="90" y="0"/>
                </a:cubicBezTo>
                <a:close/>
                <a:moveTo>
                  <a:pt x="86" y="93"/>
                </a:moveTo>
                <a:cubicBezTo>
                  <a:pt x="13" y="93"/>
                  <a:pt x="13" y="93"/>
                  <a:pt x="13" y="93"/>
                </a:cubicBezTo>
                <a:cubicBezTo>
                  <a:pt x="13" y="13"/>
                  <a:pt x="13" y="13"/>
                  <a:pt x="13" y="13"/>
                </a:cubicBezTo>
                <a:cubicBezTo>
                  <a:pt x="86" y="13"/>
                  <a:pt x="86" y="13"/>
                  <a:pt x="86" y="13"/>
                </a:cubicBezTo>
                <a:lnTo>
                  <a:pt x="86" y="93"/>
                </a:lnTo>
                <a:close/>
                <a:moveTo>
                  <a:pt x="26" y="47"/>
                </a:moveTo>
                <a:cubicBezTo>
                  <a:pt x="73" y="47"/>
                  <a:pt x="73" y="47"/>
                  <a:pt x="73" y="47"/>
                </a:cubicBezTo>
                <a:cubicBezTo>
                  <a:pt x="73" y="53"/>
                  <a:pt x="73" y="53"/>
                  <a:pt x="73" y="53"/>
                </a:cubicBezTo>
                <a:cubicBezTo>
                  <a:pt x="26" y="53"/>
                  <a:pt x="26" y="53"/>
                  <a:pt x="26" y="53"/>
                </a:cubicBezTo>
                <a:lnTo>
                  <a:pt x="26" y="47"/>
                </a:lnTo>
                <a:close/>
                <a:moveTo>
                  <a:pt x="26" y="60"/>
                </a:moveTo>
                <a:cubicBezTo>
                  <a:pt x="73" y="60"/>
                  <a:pt x="73" y="60"/>
                  <a:pt x="73" y="60"/>
                </a:cubicBezTo>
                <a:cubicBezTo>
                  <a:pt x="73" y="67"/>
                  <a:pt x="73" y="67"/>
                  <a:pt x="73" y="67"/>
                </a:cubicBezTo>
                <a:cubicBezTo>
                  <a:pt x="26" y="67"/>
                  <a:pt x="26" y="67"/>
                  <a:pt x="26" y="67"/>
                </a:cubicBezTo>
                <a:lnTo>
                  <a:pt x="26" y="60"/>
                </a:lnTo>
                <a:close/>
                <a:moveTo>
                  <a:pt x="26" y="73"/>
                </a:moveTo>
                <a:cubicBezTo>
                  <a:pt x="73" y="73"/>
                  <a:pt x="73" y="73"/>
                  <a:pt x="73" y="73"/>
                </a:cubicBezTo>
                <a:cubicBezTo>
                  <a:pt x="73" y="80"/>
                  <a:pt x="73" y="80"/>
                  <a:pt x="73" y="80"/>
                </a:cubicBezTo>
                <a:cubicBezTo>
                  <a:pt x="26" y="80"/>
                  <a:pt x="26" y="80"/>
                  <a:pt x="26" y="80"/>
                </a:cubicBezTo>
                <a:lnTo>
                  <a:pt x="26" y="73"/>
                </a:lnTo>
                <a:close/>
                <a:moveTo>
                  <a:pt x="26" y="33"/>
                </a:moveTo>
                <a:cubicBezTo>
                  <a:pt x="73" y="33"/>
                  <a:pt x="73" y="33"/>
                  <a:pt x="73" y="33"/>
                </a:cubicBezTo>
                <a:cubicBezTo>
                  <a:pt x="73" y="40"/>
                  <a:pt x="73" y="40"/>
                  <a:pt x="73" y="40"/>
                </a:cubicBezTo>
                <a:cubicBezTo>
                  <a:pt x="26" y="40"/>
                  <a:pt x="26" y="40"/>
                  <a:pt x="26" y="40"/>
                </a:cubicBezTo>
                <a:lnTo>
                  <a:pt x="26" y="33"/>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6" name="Freeform 211"/>
          <p:cNvSpPr/>
          <p:nvPr/>
        </p:nvSpPr>
        <p:spPr bwMode="auto">
          <a:xfrm>
            <a:off x="9400950" y="6078113"/>
            <a:ext cx="274134" cy="272667"/>
          </a:xfrm>
          <a:custGeom>
            <a:avLst/>
            <a:gdLst>
              <a:gd name="T0" fmla="*/ 86 w 114"/>
              <a:gd name="T1" fmla="*/ 72 h 114"/>
              <a:gd name="T2" fmla="*/ 66 w 114"/>
              <a:gd name="T3" fmla="*/ 52 h 114"/>
              <a:gd name="T4" fmla="*/ 114 w 114"/>
              <a:gd name="T5" fmla="*/ 16 h 114"/>
              <a:gd name="T6" fmla="*/ 100 w 114"/>
              <a:gd name="T7" fmla="*/ 2 h 114"/>
              <a:gd name="T8" fmla="*/ 40 w 114"/>
              <a:gd name="T9" fmla="*/ 26 h 114"/>
              <a:gd name="T10" fmla="*/ 21 w 114"/>
              <a:gd name="T11" fmla="*/ 7 h 114"/>
              <a:gd name="T12" fmla="*/ 4 w 114"/>
              <a:gd name="T13" fmla="*/ 4 h 114"/>
              <a:gd name="T14" fmla="*/ 7 w 114"/>
              <a:gd name="T15" fmla="*/ 21 h 114"/>
              <a:gd name="T16" fmla="*/ 26 w 114"/>
              <a:gd name="T17" fmla="*/ 40 h 114"/>
              <a:gd name="T18" fmla="*/ 2 w 114"/>
              <a:gd name="T19" fmla="*/ 100 h 114"/>
              <a:gd name="T20" fmla="*/ 16 w 114"/>
              <a:gd name="T21" fmla="*/ 114 h 114"/>
              <a:gd name="T22" fmla="*/ 52 w 114"/>
              <a:gd name="T23" fmla="*/ 66 h 114"/>
              <a:gd name="T24" fmla="*/ 72 w 114"/>
              <a:gd name="T25" fmla="*/ 86 h 114"/>
              <a:gd name="T26" fmla="*/ 72 w 114"/>
              <a:gd name="T27" fmla="*/ 114 h 114"/>
              <a:gd name="T28" fmla="*/ 86 w 114"/>
              <a:gd name="T29" fmla="*/ 114 h 114"/>
              <a:gd name="T30" fmla="*/ 93 w 114"/>
              <a:gd name="T31" fmla="*/ 93 h 114"/>
              <a:gd name="T32" fmla="*/ 114 w 114"/>
              <a:gd name="T33" fmla="*/ 86 h 114"/>
              <a:gd name="T34" fmla="*/ 114 w 114"/>
              <a:gd name="T35" fmla="*/ 72 h 114"/>
              <a:gd name="T36" fmla="*/ 86 w 114"/>
              <a:gd name="T37" fmla="*/ 7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14">
                <a:moveTo>
                  <a:pt x="86" y="72"/>
                </a:moveTo>
                <a:cubicBezTo>
                  <a:pt x="66" y="52"/>
                  <a:pt x="66" y="52"/>
                  <a:pt x="66" y="52"/>
                </a:cubicBezTo>
                <a:cubicBezTo>
                  <a:pt x="114" y="16"/>
                  <a:pt x="114" y="16"/>
                  <a:pt x="114" y="16"/>
                </a:cubicBezTo>
                <a:cubicBezTo>
                  <a:pt x="100" y="2"/>
                  <a:pt x="100" y="2"/>
                  <a:pt x="100" y="2"/>
                </a:cubicBezTo>
                <a:cubicBezTo>
                  <a:pt x="40" y="26"/>
                  <a:pt x="40" y="26"/>
                  <a:pt x="40" y="26"/>
                </a:cubicBezTo>
                <a:cubicBezTo>
                  <a:pt x="21" y="7"/>
                  <a:pt x="21" y="7"/>
                  <a:pt x="21" y="7"/>
                </a:cubicBezTo>
                <a:cubicBezTo>
                  <a:pt x="16" y="2"/>
                  <a:pt x="8" y="0"/>
                  <a:pt x="4" y="4"/>
                </a:cubicBezTo>
                <a:cubicBezTo>
                  <a:pt x="0" y="8"/>
                  <a:pt x="2" y="16"/>
                  <a:pt x="7" y="21"/>
                </a:cubicBezTo>
                <a:cubicBezTo>
                  <a:pt x="26" y="40"/>
                  <a:pt x="26" y="40"/>
                  <a:pt x="26" y="40"/>
                </a:cubicBezTo>
                <a:cubicBezTo>
                  <a:pt x="2" y="100"/>
                  <a:pt x="2" y="100"/>
                  <a:pt x="2" y="100"/>
                </a:cubicBezTo>
                <a:cubicBezTo>
                  <a:pt x="16" y="114"/>
                  <a:pt x="16" y="114"/>
                  <a:pt x="16" y="114"/>
                </a:cubicBezTo>
                <a:cubicBezTo>
                  <a:pt x="52" y="66"/>
                  <a:pt x="52" y="66"/>
                  <a:pt x="52" y="66"/>
                </a:cubicBezTo>
                <a:cubicBezTo>
                  <a:pt x="72" y="86"/>
                  <a:pt x="72" y="86"/>
                  <a:pt x="72" y="86"/>
                </a:cubicBezTo>
                <a:cubicBezTo>
                  <a:pt x="72" y="114"/>
                  <a:pt x="72" y="114"/>
                  <a:pt x="72" y="114"/>
                </a:cubicBezTo>
                <a:cubicBezTo>
                  <a:pt x="86" y="114"/>
                  <a:pt x="86" y="114"/>
                  <a:pt x="86" y="114"/>
                </a:cubicBezTo>
                <a:cubicBezTo>
                  <a:pt x="93" y="93"/>
                  <a:pt x="93" y="93"/>
                  <a:pt x="93" y="93"/>
                </a:cubicBezTo>
                <a:cubicBezTo>
                  <a:pt x="114" y="86"/>
                  <a:pt x="114" y="86"/>
                  <a:pt x="114" y="86"/>
                </a:cubicBezTo>
                <a:cubicBezTo>
                  <a:pt x="114" y="72"/>
                  <a:pt x="114" y="72"/>
                  <a:pt x="114" y="72"/>
                </a:cubicBezTo>
                <a:cubicBezTo>
                  <a:pt x="86" y="72"/>
                  <a:pt x="86" y="72"/>
                  <a:pt x="86" y="72"/>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7" name="Freeform 212"/>
          <p:cNvSpPr/>
          <p:nvPr/>
        </p:nvSpPr>
        <p:spPr bwMode="auto">
          <a:xfrm>
            <a:off x="9418541" y="6415283"/>
            <a:ext cx="258008" cy="211097"/>
          </a:xfrm>
          <a:custGeom>
            <a:avLst/>
            <a:gdLst>
              <a:gd name="T0" fmla="*/ 108 w 108"/>
              <a:gd name="T1" fmla="*/ 11 h 88"/>
              <a:gd name="T2" fmla="*/ 96 w 108"/>
              <a:gd name="T3" fmla="*/ 14 h 88"/>
              <a:gd name="T4" fmla="*/ 105 w 108"/>
              <a:gd name="T5" fmla="*/ 2 h 88"/>
              <a:gd name="T6" fmla="*/ 91 w 108"/>
              <a:gd name="T7" fmla="*/ 7 h 88"/>
              <a:gd name="T8" fmla="*/ 75 w 108"/>
              <a:gd name="T9" fmla="*/ 0 h 88"/>
              <a:gd name="T10" fmla="*/ 53 w 108"/>
              <a:gd name="T11" fmla="*/ 22 h 88"/>
              <a:gd name="T12" fmla="*/ 54 w 108"/>
              <a:gd name="T13" fmla="*/ 27 h 88"/>
              <a:gd name="T14" fmla="*/ 8 w 108"/>
              <a:gd name="T15" fmla="*/ 4 h 88"/>
              <a:gd name="T16" fmla="*/ 5 w 108"/>
              <a:gd name="T17" fmla="*/ 15 h 88"/>
              <a:gd name="T18" fmla="*/ 15 w 108"/>
              <a:gd name="T19" fmla="*/ 34 h 88"/>
              <a:gd name="T20" fmla="*/ 5 w 108"/>
              <a:gd name="T21" fmla="*/ 31 h 88"/>
              <a:gd name="T22" fmla="*/ 5 w 108"/>
              <a:gd name="T23" fmla="*/ 31 h 88"/>
              <a:gd name="T24" fmla="*/ 23 w 108"/>
              <a:gd name="T25" fmla="*/ 53 h 88"/>
              <a:gd name="T26" fmla="*/ 17 w 108"/>
              <a:gd name="T27" fmla="*/ 54 h 88"/>
              <a:gd name="T28" fmla="*/ 13 w 108"/>
              <a:gd name="T29" fmla="*/ 53 h 88"/>
              <a:gd name="T30" fmla="*/ 33 w 108"/>
              <a:gd name="T31" fmla="*/ 69 h 88"/>
              <a:gd name="T32" fmla="*/ 6 w 108"/>
              <a:gd name="T33" fmla="*/ 78 h 88"/>
              <a:gd name="T34" fmla="*/ 0 w 108"/>
              <a:gd name="T35" fmla="*/ 78 h 88"/>
              <a:gd name="T36" fmla="*/ 34 w 108"/>
              <a:gd name="T37" fmla="*/ 88 h 88"/>
              <a:gd name="T38" fmla="*/ 97 w 108"/>
              <a:gd name="T39" fmla="*/ 25 h 88"/>
              <a:gd name="T40" fmla="*/ 97 w 108"/>
              <a:gd name="T41" fmla="*/ 22 h 88"/>
              <a:gd name="T42" fmla="*/ 108 w 108"/>
              <a:gd name="T43" fmla="*/ 1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88">
                <a:moveTo>
                  <a:pt x="108" y="11"/>
                </a:moveTo>
                <a:cubicBezTo>
                  <a:pt x="104" y="12"/>
                  <a:pt x="100" y="13"/>
                  <a:pt x="96" y="14"/>
                </a:cubicBezTo>
                <a:cubicBezTo>
                  <a:pt x="100" y="11"/>
                  <a:pt x="104" y="7"/>
                  <a:pt x="105" y="2"/>
                </a:cubicBezTo>
                <a:cubicBezTo>
                  <a:pt x="101" y="4"/>
                  <a:pt x="96" y="6"/>
                  <a:pt x="91" y="7"/>
                </a:cubicBezTo>
                <a:cubicBezTo>
                  <a:pt x="87" y="3"/>
                  <a:pt x="81" y="0"/>
                  <a:pt x="75" y="0"/>
                </a:cubicBezTo>
                <a:cubicBezTo>
                  <a:pt x="63" y="0"/>
                  <a:pt x="53" y="10"/>
                  <a:pt x="53" y="22"/>
                </a:cubicBezTo>
                <a:cubicBezTo>
                  <a:pt x="53" y="24"/>
                  <a:pt x="53" y="26"/>
                  <a:pt x="54" y="27"/>
                </a:cubicBezTo>
                <a:cubicBezTo>
                  <a:pt x="35" y="26"/>
                  <a:pt x="19" y="18"/>
                  <a:pt x="8" y="4"/>
                </a:cubicBezTo>
                <a:cubicBezTo>
                  <a:pt x="6" y="7"/>
                  <a:pt x="5" y="11"/>
                  <a:pt x="5" y="15"/>
                </a:cubicBezTo>
                <a:cubicBezTo>
                  <a:pt x="5" y="23"/>
                  <a:pt x="9" y="30"/>
                  <a:pt x="15" y="34"/>
                </a:cubicBezTo>
                <a:cubicBezTo>
                  <a:pt x="11" y="34"/>
                  <a:pt x="8" y="33"/>
                  <a:pt x="5" y="31"/>
                </a:cubicBezTo>
                <a:cubicBezTo>
                  <a:pt x="5" y="31"/>
                  <a:pt x="5" y="31"/>
                  <a:pt x="5" y="31"/>
                </a:cubicBezTo>
                <a:cubicBezTo>
                  <a:pt x="5" y="42"/>
                  <a:pt x="12" y="51"/>
                  <a:pt x="23" y="53"/>
                </a:cubicBezTo>
                <a:cubicBezTo>
                  <a:pt x="21" y="53"/>
                  <a:pt x="19" y="54"/>
                  <a:pt x="17" y="54"/>
                </a:cubicBezTo>
                <a:cubicBezTo>
                  <a:pt x="15" y="54"/>
                  <a:pt x="14" y="54"/>
                  <a:pt x="13" y="53"/>
                </a:cubicBezTo>
                <a:cubicBezTo>
                  <a:pt x="15" y="62"/>
                  <a:pt x="23" y="69"/>
                  <a:pt x="33" y="69"/>
                </a:cubicBezTo>
                <a:cubicBezTo>
                  <a:pt x="26" y="75"/>
                  <a:pt x="16" y="78"/>
                  <a:pt x="6" y="78"/>
                </a:cubicBezTo>
                <a:cubicBezTo>
                  <a:pt x="4" y="78"/>
                  <a:pt x="2" y="78"/>
                  <a:pt x="0" y="78"/>
                </a:cubicBezTo>
                <a:cubicBezTo>
                  <a:pt x="10" y="84"/>
                  <a:pt x="22" y="88"/>
                  <a:pt x="34" y="88"/>
                </a:cubicBezTo>
                <a:cubicBezTo>
                  <a:pt x="75" y="88"/>
                  <a:pt x="97" y="54"/>
                  <a:pt x="97" y="25"/>
                </a:cubicBezTo>
                <a:cubicBezTo>
                  <a:pt x="97" y="24"/>
                  <a:pt x="97" y="23"/>
                  <a:pt x="97" y="22"/>
                </a:cubicBezTo>
                <a:cubicBezTo>
                  <a:pt x="102" y="19"/>
                  <a:pt x="105" y="15"/>
                  <a:pt x="108" y="11"/>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8" name="Freeform 213"/>
          <p:cNvSpPr/>
          <p:nvPr/>
        </p:nvSpPr>
        <p:spPr bwMode="auto">
          <a:xfrm>
            <a:off x="9801156" y="6547218"/>
            <a:ext cx="181779" cy="189107"/>
          </a:xfrm>
          <a:custGeom>
            <a:avLst/>
            <a:gdLst>
              <a:gd name="T0" fmla="*/ 66 w 124"/>
              <a:gd name="T1" fmla="*/ 0 h 129"/>
              <a:gd name="T2" fmla="*/ 66 w 124"/>
              <a:gd name="T3" fmla="*/ 59 h 129"/>
              <a:gd name="T4" fmla="*/ 124 w 124"/>
              <a:gd name="T5" fmla="*/ 0 h 129"/>
              <a:gd name="T6" fmla="*/ 124 w 124"/>
              <a:gd name="T7" fmla="*/ 129 h 129"/>
              <a:gd name="T8" fmla="*/ 66 w 124"/>
              <a:gd name="T9" fmla="*/ 70 h 129"/>
              <a:gd name="T10" fmla="*/ 66 w 124"/>
              <a:gd name="T11" fmla="*/ 129 h 129"/>
              <a:gd name="T12" fmla="*/ 0 w 124"/>
              <a:gd name="T13" fmla="*/ 64 h 129"/>
              <a:gd name="T14" fmla="*/ 66 w 124"/>
              <a:gd name="T15" fmla="*/ 0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29">
                <a:moveTo>
                  <a:pt x="66" y="0"/>
                </a:moveTo>
                <a:lnTo>
                  <a:pt x="66" y="59"/>
                </a:lnTo>
                <a:lnTo>
                  <a:pt x="124" y="0"/>
                </a:lnTo>
                <a:lnTo>
                  <a:pt x="124" y="129"/>
                </a:lnTo>
                <a:lnTo>
                  <a:pt x="66" y="70"/>
                </a:lnTo>
                <a:lnTo>
                  <a:pt x="66" y="129"/>
                </a:lnTo>
                <a:lnTo>
                  <a:pt x="0" y="64"/>
                </a:lnTo>
                <a:lnTo>
                  <a:pt x="66" y="0"/>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9" name="Freeform 214"/>
          <p:cNvSpPr>
            <a:spLocks noEditPoints="1"/>
          </p:cNvSpPr>
          <p:nvPr/>
        </p:nvSpPr>
        <p:spPr bwMode="auto">
          <a:xfrm>
            <a:off x="9472783" y="6585333"/>
            <a:ext cx="274134" cy="272667"/>
          </a:xfrm>
          <a:custGeom>
            <a:avLst/>
            <a:gdLst>
              <a:gd name="T0" fmla="*/ 0 w 114"/>
              <a:gd name="T1" fmla="*/ 83 h 114"/>
              <a:gd name="T2" fmla="*/ 10 w 114"/>
              <a:gd name="T3" fmla="*/ 93 h 114"/>
              <a:gd name="T4" fmla="*/ 30 w 114"/>
              <a:gd name="T5" fmla="*/ 73 h 114"/>
              <a:gd name="T6" fmla="*/ 41 w 114"/>
              <a:gd name="T7" fmla="*/ 84 h 114"/>
              <a:gd name="T8" fmla="*/ 21 w 114"/>
              <a:gd name="T9" fmla="*/ 104 h 114"/>
              <a:gd name="T10" fmla="*/ 31 w 114"/>
              <a:gd name="T11" fmla="*/ 114 h 114"/>
              <a:gd name="T12" fmla="*/ 51 w 114"/>
              <a:gd name="T13" fmla="*/ 94 h 114"/>
              <a:gd name="T14" fmla="*/ 64 w 114"/>
              <a:gd name="T15" fmla="*/ 107 h 114"/>
              <a:gd name="T16" fmla="*/ 74 w 114"/>
              <a:gd name="T17" fmla="*/ 97 h 114"/>
              <a:gd name="T18" fmla="*/ 17 w 114"/>
              <a:gd name="T19" fmla="*/ 40 h 114"/>
              <a:gd name="T20" fmla="*/ 7 w 114"/>
              <a:gd name="T21" fmla="*/ 50 h 114"/>
              <a:gd name="T22" fmla="*/ 20 w 114"/>
              <a:gd name="T23" fmla="*/ 63 h 114"/>
              <a:gd name="T24" fmla="*/ 0 w 114"/>
              <a:gd name="T25" fmla="*/ 83 h 114"/>
              <a:gd name="T26" fmla="*/ 84 w 114"/>
              <a:gd name="T27" fmla="*/ 30 h 114"/>
              <a:gd name="T28" fmla="*/ 26 w 114"/>
              <a:gd name="T29" fmla="*/ 39 h 114"/>
              <a:gd name="T30" fmla="*/ 75 w 114"/>
              <a:gd name="T31" fmla="*/ 88 h 114"/>
              <a:gd name="T32" fmla="*/ 84 w 114"/>
              <a:gd name="T33" fmla="*/ 30 h 114"/>
              <a:gd name="T34" fmla="*/ 93 w 114"/>
              <a:gd name="T35" fmla="*/ 35 h 114"/>
              <a:gd name="T36" fmla="*/ 79 w 114"/>
              <a:gd name="T37" fmla="*/ 21 h 114"/>
              <a:gd name="T38" fmla="*/ 100 w 114"/>
              <a:gd name="T39" fmla="*/ 0 h 114"/>
              <a:gd name="T40" fmla="*/ 114 w 114"/>
              <a:gd name="T41" fmla="*/ 14 h 114"/>
              <a:gd name="T42" fmla="*/ 93 w 114"/>
              <a:gd name="T43" fmla="*/ 35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4" h="114">
                <a:moveTo>
                  <a:pt x="0" y="83"/>
                </a:moveTo>
                <a:cubicBezTo>
                  <a:pt x="10" y="93"/>
                  <a:pt x="10" y="93"/>
                  <a:pt x="10" y="93"/>
                </a:cubicBezTo>
                <a:cubicBezTo>
                  <a:pt x="30" y="73"/>
                  <a:pt x="30" y="73"/>
                  <a:pt x="30" y="73"/>
                </a:cubicBezTo>
                <a:cubicBezTo>
                  <a:pt x="41" y="84"/>
                  <a:pt x="41" y="84"/>
                  <a:pt x="41" y="84"/>
                </a:cubicBezTo>
                <a:cubicBezTo>
                  <a:pt x="21" y="104"/>
                  <a:pt x="21" y="104"/>
                  <a:pt x="21" y="104"/>
                </a:cubicBezTo>
                <a:cubicBezTo>
                  <a:pt x="31" y="114"/>
                  <a:pt x="31" y="114"/>
                  <a:pt x="31" y="114"/>
                </a:cubicBezTo>
                <a:cubicBezTo>
                  <a:pt x="51" y="94"/>
                  <a:pt x="51" y="94"/>
                  <a:pt x="51" y="94"/>
                </a:cubicBezTo>
                <a:cubicBezTo>
                  <a:pt x="64" y="107"/>
                  <a:pt x="64" y="107"/>
                  <a:pt x="64" y="107"/>
                </a:cubicBezTo>
                <a:cubicBezTo>
                  <a:pt x="74" y="97"/>
                  <a:pt x="74" y="97"/>
                  <a:pt x="74" y="97"/>
                </a:cubicBezTo>
                <a:cubicBezTo>
                  <a:pt x="17" y="40"/>
                  <a:pt x="17" y="40"/>
                  <a:pt x="17" y="40"/>
                </a:cubicBezTo>
                <a:cubicBezTo>
                  <a:pt x="7" y="50"/>
                  <a:pt x="7" y="50"/>
                  <a:pt x="7" y="50"/>
                </a:cubicBezTo>
                <a:cubicBezTo>
                  <a:pt x="20" y="63"/>
                  <a:pt x="20" y="63"/>
                  <a:pt x="20" y="63"/>
                </a:cubicBezTo>
                <a:lnTo>
                  <a:pt x="0" y="83"/>
                </a:lnTo>
                <a:close/>
                <a:moveTo>
                  <a:pt x="84" y="30"/>
                </a:moveTo>
                <a:cubicBezTo>
                  <a:pt x="65" y="12"/>
                  <a:pt x="41" y="26"/>
                  <a:pt x="26" y="39"/>
                </a:cubicBezTo>
                <a:cubicBezTo>
                  <a:pt x="75" y="88"/>
                  <a:pt x="75" y="88"/>
                  <a:pt x="75" y="88"/>
                </a:cubicBezTo>
                <a:cubicBezTo>
                  <a:pt x="88" y="73"/>
                  <a:pt x="102" y="49"/>
                  <a:pt x="84" y="30"/>
                </a:cubicBezTo>
                <a:close/>
                <a:moveTo>
                  <a:pt x="93" y="35"/>
                </a:moveTo>
                <a:cubicBezTo>
                  <a:pt x="79" y="21"/>
                  <a:pt x="79" y="21"/>
                  <a:pt x="79" y="21"/>
                </a:cubicBezTo>
                <a:cubicBezTo>
                  <a:pt x="100" y="0"/>
                  <a:pt x="100" y="0"/>
                  <a:pt x="100" y="0"/>
                </a:cubicBezTo>
                <a:cubicBezTo>
                  <a:pt x="114" y="14"/>
                  <a:pt x="114" y="14"/>
                  <a:pt x="114" y="14"/>
                </a:cubicBezTo>
                <a:lnTo>
                  <a:pt x="93" y="35"/>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0" name="Freeform 215"/>
          <p:cNvSpPr>
            <a:spLocks noEditPoints="1"/>
          </p:cNvSpPr>
          <p:nvPr/>
        </p:nvSpPr>
        <p:spPr bwMode="auto">
          <a:xfrm>
            <a:off x="8805773" y="6359576"/>
            <a:ext cx="274134" cy="268269"/>
          </a:xfrm>
          <a:custGeom>
            <a:avLst/>
            <a:gdLst>
              <a:gd name="T0" fmla="*/ 110 w 115"/>
              <a:gd name="T1" fmla="*/ 36 h 112"/>
              <a:gd name="T2" fmla="*/ 86 w 115"/>
              <a:gd name="T3" fmla="*/ 1 h 112"/>
              <a:gd name="T4" fmla="*/ 86 w 115"/>
              <a:gd name="T5" fmla="*/ 1 h 112"/>
              <a:gd name="T6" fmla="*/ 77 w 115"/>
              <a:gd name="T7" fmla="*/ 4 h 112"/>
              <a:gd name="T8" fmla="*/ 32 w 115"/>
              <a:gd name="T9" fmla="*/ 39 h 112"/>
              <a:gd name="T10" fmla="*/ 36 w 115"/>
              <a:gd name="T11" fmla="*/ 56 h 112"/>
              <a:gd name="T12" fmla="*/ 42 w 115"/>
              <a:gd name="T13" fmla="*/ 73 h 112"/>
              <a:gd name="T14" fmla="*/ 98 w 115"/>
              <a:gd name="T15" fmla="*/ 81 h 112"/>
              <a:gd name="T16" fmla="*/ 106 w 115"/>
              <a:gd name="T17" fmla="*/ 78 h 112"/>
              <a:gd name="T18" fmla="*/ 106 w 115"/>
              <a:gd name="T19" fmla="*/ 79 h 112"/>
              <a:gd name="T20" fmla="*/ 110 w 115"/>
              <a:gd name="T21" fmla="*/ 36 h 112"/>
              <a:gd name="T22" fmla="*/ 102 w 115"/>
              <a:gd name="T23" fmla="*/ 73 h 112"/>
              <a:gd name="T24" fmla="*/ 99 w 115"/>
              <a:gd name="T25" fmla="*/ 73 h 112"/>
              <a:gd name="T26" fmla="*/ 93 w 115"/>
              <a:gd name="T27" fmla="*/ 67 h 112"/>
              <a:gd name="T28" fmla="*/ 83 w 115"/>
              <a:gd name="T29" fmla="*/ 43 h 112"/>
              <a:gd name="T30" fmla="*/ 80 w 115"/>
              <a:gd name="T31" fmla="*/ 18 h 112"/>
              <a:gd name="T32" fmla="*/ 82 w 115"/>
              <a:gd name="T33" fmla="*/ 10 h 112"/>
              <a:gd name="T34" fmla="*/ 84 w 115"/>
              <a:gd name="T35" fmla="*/ 8 h 112"/>
              <a:gd name="T36" fmla="*/ 87 w 115"/>
              <a:gd name="T37" fmla="*/ 9 h 112"/>
              <a:gd name="T38" fmla="*/ 93 w 115"/>
              <a:gd name="T39" fmla="*/ 15 h 112"/>
              <a:gd name="T40" fmla="*/ 103 w 115"/>
              <a:gd name="T41" fmla="*/ 38 h 112"/>
              <a:gd name="T42" fmla="*/ 106 w 115"/>
              <a:gd name="T43" fmla="*/ 63 h 112"/>
              <a:gd name="T44" fmla="*/ 104 w 115"/>
              <a:gd name="T45" fmla="*/ 71 h 112"/>
              <a:gd name="T46" fmla="*/ 102 w 115"/>
              <a:gd name="T47" fmla="*/ 73 h 112"/>
              <a:gd name="T48" fmla="*/ 28 w 115"/>
              <a:gd name="T49" fmla="*/ 58 h 112"/>
              <a:gd name="T50" fmla="*/ 25 w 115"/>
              <a:gd name="T51" fmla="*/ 42 h 112"/>
              <a:gd name="T52" fmla="*/ 11 w 115"/>
              <a:gd name="T53" fmla="*/ 47 h 112"/>
              <a:gd name="T54" fmla="*/ 4 w 115"/>
              <a:gd name="T55" fmla="*/ 49 h 112"/>
              <a:gd name="T56" fmla="*/ 0 w 115"/>
              <a:gd name="T57" fmla="*/ 61 h 112"/>
              <a:gd name="T58" fmla="*/ 3 w 115"/>
              <a:gd name="T59" fmla="*/ 70 h 112"/>
              <a:gd name="T60" fmla="*/ 11 w 115"/>
              <a:gd name="T61" fmla="*/ 78 h 112"/>
              <a:gd name="T62" fmla="*/ 19 w 115"/>
              <a:gd name="T63" fmla="*/ 76 h 112"/>
              <a:gd name="T64" fmla="*/ 34 w 115"/>
              <a:gd name="T65" fmla="*/ 73 h 112"/>
              <a:gd name="T66" fmla="*/ 28 w 115"/>
              <a:gd name="T67" fmla="*/ 58 h 112"/>
              <a:gd name="T68" fmla="*/ 47 w 115"/>
              <a:gd name="T69" fmla="*/ 77 h 112"/>
              <a:gd name="T70" fmla="*/ 32 w 115"/>
              <a:gd name="T71" fmla="*/ 78 h 112"/>
              <a:gd name="T72" fmla="*/ 50 w 115"/>
              <a:gd name="T73" fmla="*/ 110 h 112"/>
              <a:gd name="T74" fmla="*/ 54 w 115"/>
              <a:gd name="T75" fmla="*/ 111 h 112"/>
              <a:gd name="T76" fmla="*/ 66 w 115"/>
              <a:gd name="T77" fmla="*/ 102 h 112"/>
              <a:gd name="T78" fmla="*/ 66 w 115"/>
              <a:gd name="T79" fmla="*/ 98 h 112"/>
              <a:gd name="T80" fmla="*/ 47 w 115"/>
              <a:gd name="T81" fmla="*/ 77 h 112"/>
              <a:gd name="T82" fmla="*/ 96 w 115"/>
              <a:gd name="T83" fmla="*/ 53 h 112"/>
              <a:gd name="T84" fmla="*/ 95 w 115"/>
              <a:gd name="T85" fmla="*/ 53 h 112"/>
              <a:gd name="T86" fmla="*/ 93 w 115"/>
              <a:gd name="T87" fmla="*/ 51 h 112"/>
              <a:gd name="T88" fmla="*/ 89 w 115"/>
              <a:gd name="T89" fmla="*/ 42 h 112"/>
              <a:gd name="T90" fmla="*/ 88 w 115"/>
              <a:gd name="T91" fmla="*/ 32 h 112"/>
              <a:gd name="T92" fmla="*/ 89 w 115"/>
              <a:gd name="T93" fmla="*/ 29 h 112"/>
              <a:gd name="T94" fmla="*/ 90 w 115"/>
              <a:gd name="T95" fmla="*/ 28 h 112"/>
              <a:gd name="T96" fmla="*/ 91 w 115"/>
              <a:gd name="T97" fmla="*/ 29 h 112"/>
              <a:gd name="T98" fmla="*/ 93 w 115"/>
              <a:gd name="T99" fmla="*/ 31 h 112"/>
              <a:gd name="T100" fmla="*/ 97 w 115"/>
              <a:gd name="T101" fmla="*/ 40 h 112"/>
              <a:gd name="T102" fmla="*/ 98 w 115"/>
              <a:gd name="T103" fmla="*/ 49 h 112"/>
              <a:gd name="T104" fmla="*/ 97 w 115"/>
              <a:gd name="T105" fmla="*/ 52 h 112"/>
              <a:gd name="T106" fmla="*/ 96 w 115"/>
              <a:gd name="T107" fmla="*/ 5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12">
                <a:moveTo>
                  <a:pt x="110" y="36"/>
                </a:moveTo>
                <a:cubicBezTo>
                  <a:pt x="104" y="15"/>
                  <a:pt x="93" y="0"/>
                  <a:pt x="86" y="1"/>
                </a:cubicBezTo>
                <a:cubicBezTo>
                  <a:pt x="86" y="1"/>
                  <a:pt x="86" y="1"/>
                  <a:pt x="86" y="1"/>
                </a:cubicBezTo>
                <a:cubicBezTo>
                  <a:pt x="77" y="4"/>
                  <a:pt x="77" y="4"/>
                  <a:pt x="77" y="4"/>
                </a:cubicBezTo>
                <a:cubicBezTo>
                  <a:pt x="77" y="4"/>
                  <a:pt x="60" y="25"/>
                  <a:pt x="32" y="39"/>
                </a:cubicBezTo>
                <a:cubicBezTo>
                  <a:pt x="33" y="44"/>
                  <a:pt x="34" y="50"/>
                  <a:pt x="36" y="56"/>
                </a:cubicBezTo>
                <a:cubicBezTo>
                  <a:pt x="37" y="63"/>
                  <a:pt x="39" y="68"/>
                  <a:pt x="42" y="73"/>
                </a:cubicBezTo>
                <a:cubicBezTo>
                  <a:pt x="73" y="71"/>
                  <a:pt x="98" y="81"/>
                  <a:pt x="98" y="81"/>
                </a:cubicBezTo>
                <a:cubicBezTo>
                  <a:pt x="106" y="78"/>
                  <a:pt x="106" y="78"/>
                  <a:pt x="106" y="78"/>
                </a:cubicBezTo>
                <a:cubicBezTo>
                  <a:pt x="106" y="78"/>
                  <a:pt x="106" y="79"/>
                  <a:pt x="106" y="79"/>
                </a:cubicBezTo>
                <a:cubicBezTo>
                  <a:pt x="114" y="76"/>
                  <a:pt x="115" y="57"/>
                  <a:pt x="110" y="36"/>
                </a:cubicBezTo>
                <a:close/>
                <a:moveTo>
                  <a:pt x="102" y="73"/>
                </a:moveTo>
                <a:cubicBezTo>
                  <a:pt x="101" y="74"/>
                  <a:pt x="99" y="73"/>
                  <a:pt x="99" y="73"/>
                </a:cubicBezTo>
                <a:cubicBezTo>
                  <a:pt x="97" y="71"/>
                  <a:pt x="95" y="69"/>
                  <a:pt x="93" y="67"/>
                </a:cubicBezTo>
                <a:cubicBezTo>
                  <a:pt x="89" y="61"/>
                  <a:pt x="85" y="53"/>
                  <a:pt x="83" y="43"/>
                </a:cubicBezTo>
                <a:cubicBezTo>
                  <a:pt x="80" y="34"/>
                  <a:pt x="79" y="25"/>
                  <a:pt x="80" y="18"/>
                </a:cubicBezTo>
                <a:cubicBezTo>
                  <a:pt x="80" y="15"/>
                  <a:pt x="81" y="12"/>
                  <a:pt x="82" y="10"/>
                </a:cubicBezTo>
                <a:cubicBezTo>
                  <a:pt x="82" y="10"/>
                  <a:pt x="83" y="8"/>
                  <a:pt x="84" y="8"/>
                </a:cubicBezTo>
                <a:cubicBezTo>
                  <a:pt x="85" y="8"/>
                  <a:pt x="87" y="9"/>
                  <a:pt x="87" y="9"/>
                </a:cubicBezTo>
                <a:cubicBezTo>
                  <a:pt x="89" y="10"/>
                  <a:pt x="91" y="12"/>
                  <a:pt x="93" y="15"/>
                </a:cubicBezTo>
                <a:cubicBezTo>
                  <a:pt x="97" y="20"/>
                  <a:pt x="101" y="29"/>
                  <a:pt x="103" y="38"/>
                </a:cubicBezTo>
                <a:cubicBezTo>
                  <a:pt x="106" y="47"/>
                  <a:pt x="107" y="56"/>
                  <a:pt x="106" y="63"/>
                </a:cubicBezTo>
                <a:cubicBezTo>
                  <a:pt x="105" y="67"/>
                  <a:pt x="105" y="69"/>
                  <a:pt x="104" y="71"/>
                </a:cubicBezTo>
                <a:cubicBezTo>
                  <a:pt x="103" y="72"/>
                  <a:pt x="103" y="73"/>
                  <a:pt x="102" y="73"/>
                </a:cubicBezTo>
                <a:close/>
                <a:moveTo>
                  <a:pt x="28" y="58"/>
                </a:moveTo>
                <a:cubicBezTo>
                  <a:pt x="27" y="53"/>
                  <a:pt x="26" y="47"/>
                  <a:pt x="25" y="42"/>
                </a:cubicBezTo>
                <a:cubicBezTo>
                  <a:pt x="20" y="44"/>
                  <a:pt x="16" y="46"/>
                  <a:pt x="11" y="47"/>
                </a:cubicBezTo>
                <a:cubicBezTo>
                  <a:pt x="4" y="49"/>
                  <a:pt x="4" y="49"/>
                  <a:pt x="4" y="49"/>
                </a:cubicBezTo>
                <a:cubicBezTo>
                  <a:pt x="0" y="61"/>
                  <a:pt x="0" y="61"/>
                  <a:pt x="0" y="61"/>
                </a:cubicBezTo>
                <a:cubicBezTo>
                  <a:pt x="3" y="70"/>
                  <a:pt x="3" y="70"/>
                  <a:pt x="3" y="70"/>
                </a:cubicBezTo>
                <a:cubicBezTo>
                  <a:pt x="11" y="78"/>
                  <a:pt x="11" y="78"/>
                  <a:pt x="11" y="78"/>
                </a:cubicBezTo>
                <a:cubicBezTo>
                  <a:pt x="11" y="78"/>
                  <a:pt x="11" y="78"/>
                  <a:pt x="19" y="76"/>
                </a:cubicBezTo>
                <a:cubicBezTo>
                  <a:pt x="24" y="75"/>
                  <a:pt x="28" y="74"/>
                  <a:pt x="34" y="73"/>
                </a:cubicBezTo>
                <a:cubicBezTo>
                  <a:pt x="32" y="69"/>
                  <a:pt x="30" y="64"/>
                  <a:pt x="28" y="58"/>
                </a:cubicBezTo>
                <a:close/>
                <a:moveTo>
                  <a:pt x="47" y="77"/>
                </a:moveTo>
                <a:cubicBezTo>
                  <a:pt x="32" y="78"/>
                  <a:pt x="32" y="78"/>
                  <a:pt x="32" y="78"/>
                </a:cubicBezTo>
                <a:cubicBezTo>
                  <a:pt x="50" y="110"/>
                  <a:pt x="50" y="110"/>
                  <a:pt x="50" y="110"/>
                </a:cubicBezTo>
                <a:cubicBezTo>
                  <a:pt x="51" y="112"/>
                  <a:pt x="53" y="112"/>
                  <a:pt x="54" y="111"/>
                </a:cubicBezTo>
                <a:cubicBezTo>
                  <a:pt x="66" y="102"/>
                  <a:pt x="66" y="102"/>
                  <a:pt x="66" y="102"/>
                </a:cubicBezTo>
                <a:cubicBezTo>
                  <a:pt x="67" y="101"/>
                  <a:pt x="67" y="99"/>
                  <a:pt x="66" y="98"/>
                </a:cubicBezTo>
                <a:lnTo>
                  <a:pt x="47" y="77"/>
                </a:lnTo>
                <a:close/>
                <a:moveTo>
                  <a:pt x="96" y="53"/>
                </a:moveTo>
                <a:cubicBezTo>
                  <a:pt x="96" y="53"/>
                  <a:pt x="95" y="53"/>
                  <a:pt x="95" y="53"/>
                </a:cubicBezTo>
                <a:cubicBezTo>
                  <a:pt x="94" y="53"/>
                  <a:pt x="94" y="52"/>
                  <a:pt x="93" y="51"/>
                </a:cubicBezTo>
                <a:cubicBezTo>
                  <a:pt x="91" y="49"/>
                  <a:pt x="90" y="45"/>
                  <a:pt x="89" y="42"/>
                </a:cubicBezTo>
                <a:cubicBezTo>
                  <a:pt x="88" y="38"/>
                  <a:pt x="88" y="35"/>
                  <a:pt x="88" y="32"/>
                </a:cubicBezTo>
                <a:cubicBezTo>
                  <a:pt x="88" y="31"/>
                  <a:pt x="88" y="30"/>
                  <a:pt x="89" y="29"/>
                </a:cubicBezTo>
                <a:cubicBezTo>
                  <a:pt x="89" y="29"/>
                  <a:pt x="89" y="28"/>
                  <a:pt x="90" y="28"/>
                </a:cubicBezTo>
                <a:cubicBezTo>
                  <a:pt x="90" y="28"/>
                  <a:pt x="90" y="28"/>
                  <a:pt x="91" y="29"/>
                </a:cubicBezTo>
                <a:cubicBezTo>
                  <a:pt x="91" y="29"/>
                  <a:pt x="92" y="30"/>
                  <a:pt x="93" y="31"/>
                </a:cubicBezTo>
                <a:cubicBezTo>
                  <a:pt x="94" y="33"/>
                  <a:pt x="96" y="36"/>
                  <a:pt x="97" y="40"/>
                </a:cubicBezTo>
                <a:cubicBezTo>
                  <a:pt x="98" y="43"/>
                  <a:pt x="98" y="47"/>
                  <a:pt x="98" y="49"/>
                </a:cubicBezTo>
                <a:cubicBezTo>
                  <a:pt x="98" y="51"/>
                  <a:pt x="98" y="52"/>
                  <a:pt x="97" y="52"/>
                </a:cubicBezTo>
                <a:cubicBezTo>
                  <a:pt x="97" y="53"/>
                  <a:pt x="97" y="53"/>
                  <a:pt x="96" y="53"/>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1" name="Freeform 216"/>
          <p:cNvSpPr>
            <a:spLocks noEditPoints="1"/>
          </p:cNvSpPr>
          <p:nvPr/>
        </p:nvSpPr>
        <p:spPr bwMode="auto">
          <a:xfrm>
            <a:off x="9131216" y="6366907"/>
            <a:ext cx="250678" cy="252144"/>
          </a:xfrm>
          <a:custGeom>
            <a:avLst/>
            <a:gdLst>
              <a:gd name="T0" fmla="*/ 100 w 105"/>
              <a:gd name="T1" fmla="*/ 29 h 105"/>
              <a:gd name="T2" fmla="*/ 71 w 105"/>
              <a:gd name="T3" fmla="*/ 26 h 105"/>
              <a:gd name="T4" fmla="*/ 88 w 105"/>
              <a:gd name="T5" fmla="*/ 9 h 105"/>
              <a:gd name="T6" fmla="*/ 82 w 105"/>
              <a:gd name="T7" fmla="*/ 3 h 105"/>
              <a:gd name="T8" fmla="*/ 59 w 105"/>
              <a:gd name="T9" fmla="*/ 26 h 105"/>
              <a:gd name="T10" fmla="*/ 52 w 105"/>
              <a:gd name="T11" fmla="*/ 26 h 105"/>
              <a:gd name="T12" fmla="*/ 52 w 105"/>
              <a:gd name="T13" fmla="*/ 26 h 105"/>
              <a:gd name="T14" fmla="*/ 26 w 105"/>
              <a:gd name="T15" fmla="*/ 0 h 105"/>
              <a:gd name="T16" fmla="*/ 19 w 105"/>
              <a:gd name="T17" fmla="*/ 6 h 105"/>
              <a:gd name="T18" fmla="*/ 39 w 105"/>
              <a:gd name="T19" fmla="*/ 26 h 105"/>
              <a:gd name="T20" fmla="*/ 4 w 105"/>
              <a:gd name="T21" fmla="*/ 29 h 105"/>
              <a:gd name="T22" fmla="*/ 0 w 105"/>
              <a:gd name="T23" fmla="*/ 65 h 105"/>
              <a:gd name="T24" fmla="*/ 4 w 105"/>
              <a:gd name="T25" fmla="*/ 101 h 105"/>
              <a:gd name="T26" fmla="*/ 52 w 105"/>
              <a:gd name="T27" fmla="*/ 105 h 105"/>
              <a:gd name="T28" fmla="*/ 100 w 105"/>
              <a:gd name="T29" fmla="*/ 101 h 105"/>
              <a:gd name="T30" fmla="*/ 105 w 105"/>
              <a:gd name="T31" fmla="*/ 65 h 105"/>
              <a:gd name="T32" fmla="*/ 100 w 105"/>
              <a:gd name="T33" fmla="*/ 29 h 105"/>
              <a:gd name="T34" fmla="*/ 88 w 105"/>
              <a:gd name="T35" fmla="*/ 89 h 105"/>
              <a:gd name="T36" fmla="*/ 52 w 105"/>
              <a:gd name="T37" fmla="*/ 92 h 105"/>
              <a:gd name="T38" fmla="*/ 16 w 105"/>
              <a:gd name="T39" fmla="*/ 89 h 105"/>
              <a:gd name="T40" fmla="*/ 13 w 105"/>
              <a:gd name="T41" fmla="*/ 65 h 105"/>
              <a:gd name="T42" fmla="*/ 16 w 105"/>
              <a:gd name="T43" fmla="*/ 41 h 105"/>
              <a:gd name="T44" fmla="*/ 52 w 105"/>
              <a:gd name="T45" fmla="*/ 39 h 105"/>
              <a:gd name="T46" fmla="*/ 88 w 105"/>
              <a:gd name="T47" fmla="*/ 41 h 105"/>
              <a:gd name="T48" fmla="*/ 92 w 105"/>
              <a:gd name="T49" fmla="*/ 65 h 105"/>
              <a:gd name="T50" fmla="*/ 88 w 105"/>
              <a:gd name="T51" fmla="*/ 89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5" h="105">
                <a:moveTo>
                  <a:pt x="100" y="29"/>
                </a:moveTo>
                <a:cubicBezTo>
                  <a:pt x="91" y="28"/>
                  <a:pt x="82" y="27"/>
                  <a:pt x="71" y="26"/>
                </a:cubicBezTo>
                <a:cubicBezTo>
                  <a:pt x="88" y="9"/>
                  <a:pt x="88" y="9"/>
                  <a:pt x="88" y="9"/>
                </a:cubicBezTo>
                <a:cubicBezTo>
                  <a:pt x="82" y="3"/>
                  <a:pt x="82" y="3"/>
                  <a:pt x="82" y="3"/>
                </a:cubicBezTo>
                <a:cubicBezTo>
                  <a:pt x="59" y="26"/>
                  <a:pt x="59" y="26"/>
                  <a:pt x="59" y="26"/>
                </a:cubicBezTo>
                <a:cubicBezTo>
                  <a:pt x="57" y="26"/>
                  <a:pt x="54" y="26"/>
                  <a:pt x="52" y="26"/>
                </a:cubicBezTo>
                <a:cubicBezTo>
                  <a:pt x="52" y="26"/>
                  <a:pt x="52" y="26"/>
                  <a:pt x="52" y="26"/>
                </a:cubicBezTo>
                <a:cubicBezTo>
                  <a:pt x="26" y="0"/>
                  <a:pt x="26" y="0"/>
                  <a:pt x="26" y="0"/>
                </a:cubicBezTo>
                <a:cubicBezTo>
                  <a:pt x="19" y="6"/>
                  <a:pt x="19" y="6"/>
                  <a:pt x="19" y="6"/>
                </a:cubicBezTo>
                <a:cubicBezTo>
                  <a:pt x="39" y="26"/>
                  <a:pt x="39" y="26"/>
                  <a:pt x="39" y="26"/>
                </a:cubicBezTo>
                <a:cubicBezTo>
                  <a:pt x="27" y="27"/>
                  <a:pt x="15" y="28"/>
                  <a:pt x="4" y="29"/>
                </a:cubicBezTo>
                <a:cubicBezTo>
                  <a:pt x="1" y="40"/>
                  <a:pt x="0" y="52"/>
                  <a:pt x="0" y="65"/>
                </a:cubicBezTo>
                <a:cubicBezTo>
                  <a:pt x="0" y="78"/>
                  <a:pt x="1" y="90"/>
                  <a:pt x="4" y="101"/>
                </a:cubicBezTo>
                <a:cubicBezTo>
                  <a:pt x="19" y="104"/>
                  <a:pt x="35" y="105"/>
                  <a:pt x="52" y="105"/>
                </a:cubicBezTo>
                <a:cubicBezTo>
                  <a:pt x="69" y="105"/>
                  <a:pt x="86" y="104"/>
                  <a:pt x="100" y="101"/>
                </a:cubicBezTo>
                <a:cubicBezTo>
                  <a:pt x="103" y="90"/>
                  <a:pt x="105" y="78"/>
                  <a:pt x="105" y="65"/>
                </a:cubicBezTo>
                <a:cubicBezTo>
                  <a:pt x="105" y="52"/>
                  <a:pt x="103" y="40"/>
                  <a:pt x="100" y="29"/>
                </a:cubicBezTo>
                <a:close/>
                <a:moveTo>
                  <a:pt x="88" y="89"/>
                </a:moveTo>
                <a:cubicBezTo>
                  <a:pt x="77" y="91"/>
                  <a:pt x="65" y="92"/>
                  <a:pt x="52" y="92"/>
                </a:cubicBezTo>
                <a:cubicBezTo>
                  <a:pt x="39" y="92"/>
                  <a:pt x="27" y="91"/>
                  <a:pt x="16" y="89"/>
                </a:cubicBezTo>
                <a:cubicBezTo>
                  <a:pt x="14" y="82"/>
                  <a:pt x="13" y="74"/>
                  <a:pt x="13" y="65"/>
                </a:cubicBezTo>
                <a:cubicBezTo>
                  <a:pt x="13" y="57"/>
                  <a:pt x="14" y="49"/>
                  <a:pt x="16" y="41"/>
                </a:cubicBezTo>
                <a:cubicBezTo>
                  <a:pt x="27" y="40"/>
                  <a:pt x="39" y="39"/>
                  <a:pt x="52" y="39"/>
                </a:cubicBezTo>
                <a:cubicBezTo>
                  <a:pt x="65" y="39"/>
                  <a:pt x="77" y="40"/>
                  <a:pt x="88" y="41"/>
                </a:cubicBezTo>
                <a:cubicBezTo>
                  <a:pt x="90" y="49"/>
                  <a:pt x="92" y="57"/>
                  <a:pt x="92" y="65"/>
                </a:cubicBezTo>
                <a:cubicBezTo>
                  <a:pt x="92" y="74"/>
                  <a:pt x="90" y="82"/>
                  <a:pt x="88" y="89"/>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2" name="Freeform 217"/>
          <p:cNvSpPr/>
          <p:nvPr/>
        </p:nvSpPr>
        <p:spPr bwMode="auto">
          <a:xfrm>
            <a:off x="9094567" y="6668893"/>
            <a:ext cx="306384" cy="172982"/>
          </a:xfrm>
          <a:custGeom>
            <a:avLst/>
            <a:gdLst>
              <a:gd name="T0" fmla="*/ 128 w 128"/>
              <a:gd name="T1" fmla="*/ 50 h 72"/>
              <a:gd name="T2" fmla="*/ 112 w 128"/>
              <a:gd name="T3" fmla="*/ 29 h 72"/>
              <a:gd name="T4" fmla="*/ 82 w 128"/>
              <a:gd name="T5" fmla="*/ 0 h 72"/>
              <a:gd name="T6" fmla="*/ 58 w 128"/>
              <a:gd name="T7" fmla="*/ 11 h 72"/>
              <a:gd name="T8" fmla="*/ 45 w 128"/>
              <a:gd name="T9" fmla="*/ 4 h 72"/>
              <a:gd name="T10" fmla="*/ 29 w 128"/>
              <a:gd name="T11" fmla="*/ 21 h 72"/>
              <a:gd name="T12" fmla="*/ 29 w 128"/>
              <a:gd name="T13" fmla="*/ 23 h 72"/>
              <a:gd name="T14" fmla="*/ 24 w 128"/>
              <a:gd name="T15" fmla="*/ 23 h 72"/>
              <a:gd name="T16" fmla="*/ 0 w 128"/>
              <a:gd name="T17" fmla="*/ 47 h 72"/>
              <a:gd name="T18" fmla="*/ 24 w 128"/>
              <a:gd name="T19" fmla="*/ 72 h 72"/>
              <a:gd name="T20" fmla="*/ 106 w 128"/>
              <a:gd name="T21" fmla="*/ 72 h 72"/>
              <a:gd name="T22" fmla="*/ 106 w 128"/>
              <a:gd name="T23" fmla="*/ 72 h 72"/>
              <a:gd name="T24" fmla="*/ 128 w 128"/>
              <a:gd name="T25" fmla="*/ 5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 h="72">
                <a:moveTo>
                  <a:pt x="128" y="50"/>
                </a:moveTo>
                <a:cubicBezTo>
                  <a:pt x="128" y="39"/>
                  <a:pt x="121" y="31"/>
                  <a:pt x="112" y="29"/>
                </a:cubicBezTo>
                <a:cubicBezTo>
                  <a:pt x="111" y="12"/>
                  <a:pt x="98" y="0"/>
                  <a:pt x="82" y="0"/>
                </a:cubicBezTo>
                <a:cubicBezTo>
                  <a:pt x="72" y="0"/>
                  <a:pt x="64" y="4"/>
                  <a:pt x="58" y="11"/>
                </a:cubicBezTo>
                <a:cubicBezTo>
                  <a:pt x="55" y="7"/>
                  <a:pt x="51" y="4"/>
                  <a:pt x="45" y="4"/>
                </a:cubicBezTo>
                <a:cubicBezTo>
                  <a:pt x="36" y="4"/>
                  <a:pt x="29" y="12"/>
                  <a:pt x="29" y="21"/>
                </a:cubicBezTo>
                <a:cubicBezTo>
                  <a:pt x="29" y="22"/>
                  <a:pt x="29" y="23"/>
                  <a:pt x="29" y="23"/>
                </a:cubicBezTo>
                <a:cubicBezTo>
                  <a:pt x="27" y="23"/>
                  <a:pt x="26" y="23"/>
                  <a:pt x="24" y="23"/>
                </a:cubicBezTo>
                <a:cubicBezTo>
                  <a:pt x="11" y="23"/>
                  <a:pt x="0" y="34"/>
                  <a:pt x="0" y="47"/>
                </a:cubicBezTo>
                <a:cubicBezTo>
                  <a:pt x="0" y="61"/>
                  <a:pt x="11" y="72"/>
                  <a:pt x="24" y="72"/>
                </a:cubicBezTo>
                <a:cubicBezTo>
                  <a:pt x="106" y="72"/>
                  <a:pt x="106" y="72"/>
                  <a:pt x="106" y="72"/>
                </a:cubicBezTo>
                <a:cubicBezTo>
                  <a:pt x="106" y="72"/>
                  <a:pt x="106" y="72"/>
                  <a:pt x="106" y="72"/>
                </a:cubicBezTo>
                <a:cubicBezTo>
                  <a:pt x="118" y="71"/>
                  <a:pt x="128" y="62"/>
                  <a:pt x="128" y="50"/>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3" name="Freeform 218"/>
          <p:cNvSpPr>
            <a:spLocks noEditPoints="1"/>
          </p:cNvSpPr>
          <p:nvPr/>
        </p:nvSpPr>
        <p:spPr bwMode="auto">
          <a:xfrm>
            <a:off x="8810172" y="6668893"/>
            <a:ext cx="211097" cy="172982"/>
          </a:xfrm>
          <a:custGeom>
            <a:avLst/>
            <a:gdLst>
              <a:gd name="T0" fmla="*/ 0 w 88"/>
              <a:gd name="T1" fmla="*/ 0 h 72"/>
              <a:gd name="T2" fmla="*/ 0 w 88"/>
              <a:gd name="T3" fmla="*/ 72 h 72"/>
              <a:gd name="T4" fmla="*/ 88 w 88"/>
              <a:gd name="T5" fmla="*/ 72 h 72"/>
              <a:gd name="T6" fmla="*/ 88 w 88"/>
              <a:gd name="T7" fmla="*/ 0 h 72"/>
              <a:gd name="T8" fmla="*/ 0 w 88"/>
              <a:gd name="T9" fmla="*/ 0 h 72"/>
              <a:gd name="T10" fmla="*/ 83 w 88"/>
              <a:gd name="T11" fmla="*/ 66 h 72"/>
              <a:gd name="T12" fmla="*/ 5 w 88"/>
              <a:gd name="T13" fmla="*/ 66 h 72"/>
              <a:gd name="T14" fmla="*/ 5 w 88"/>
              <a:gd name="T15" fmla="*/ 5 h 72"/>
              <a:gd name="T16" fmla="*/ 83 w 88"/>
              <a:gd name="T17" fmla="*/ 5 h 72"/>
              <a:gd name="T18" fmla="*/ 83 w 88"/>
              <a:gd name="T19" fmla="*/ 66 h 72"/>
              <a:gd name="T20" fmla="*/ 61 w 88"/>
              <a:gd name="T21" fmla="*/ 19 h 72"/>
              <a:gd name="T22" fmla="*/ 69 w 88"/>
              <a:gd name="T23" fmla="*/ 27 h 72"/>
              <a:gd name="T24" fmla="*/ 77 w 88"/>
              <a:gd name="T25" fmla="*/ 19 h 72"/>
              <a:gd name="T26" fmla="*/ 69 w 88"/>
              <a:gd name="T27" fmla="*/ 11 h 72"/>
              <a:gd name="T28" fmla="*/ 61 w 88"/>
              <a:gd name="T29" fmla="*/ 19 h 72"/>
              <a:gd name="T30" fmla="*/ 77 w 88"/>
              <a:gd name="T31" fmla="*/ 60 h 72"/>
              <a:gd name="T32" fmla="*/ 11 w 88"/>
              <a:gd name="T33" fmla="*/ 60 h 72"/>
              <a:gd name="T34" fmla="*/ 27 w 88"/>
              <a:gd name="T35" fmla="*/ 16 h 72"/>
              <a:gd name="T36" fmla="*/ 50 w 88"/>
              <a:gd name="T37" fmla="*/ 44 h 72"/>
              <a:gd name="T38" fmla="*/ 61 w 88"/>
              <a:gd name="T39" fmla="*/ 36 h 72"/>
              <a:gd name="T40" fmla="*/ 77 w 88"/>
              <a:gd name="T41"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8" h="72">
                <a:moveTo>
                  <a:pt x="0" y="0"/>
                </a:moveTo>
                <a:cubicBezTo>
                  <a:pt x="0" y="72"/>
                  <a:pt x="0" y="72"/>
                  <a:pt x="0" y="72"/>
                </a:cubicBezTo>
                <a:cubicBezTo>
                  <a:pt x="88" y="72"/>
                  <a:pt x="88" y="72"/>
                  <a:pt x="88" y="72"/>
                </a:cubicBezTo>
                <a:cubicBezTo>
                  <a:pt x="88" y="0"/>
                  <a:pt x="88" y="0"/>
                  <a:pt x="88" y="0"/>
                </a:cubicBezTo>
                <a:lnTo>
                  <a:pt x="0" y="0"/>
                </a:lnTo>
                <a:close/>
                <a:moveTo>
                  <a:pt x="83" y="66"/>
                </a:moveTo>
                <a:cubicBezTo>
                  <a:pt x="5" y="66"/>
                  <a:pt x="5" y="66"/>
                  <a:pt x="5" y="66"/>
                </a:cubicBezTo>
                <a:cubicBezTo>
                  <a:pt x="5" y="5"/>
                  <a:pt x="5" y="5"/>
                  <a:pt x="5" y="5"/>
                </a:cubicBezTo>
                <a:cubicBezTo>
                  <a:pt x="83" y="5"/>
                  <a:pt x="83" y="5"/>
                  <a:pt x="83" y="5"/>
                </a:cubicBezTo>
                <a:lnTo>
                  <a:pt x="83" y="66"/>
                </a:lnTo>
                <a:close/>
                <a:moveTo>
                  <a:pt x="61" y="19"/>
                </a:moveTo>
                <a:cubicBezTo>
                  <a:pt x="61" y="24"/>
                  <a:pt x="64" y="27"/>
                  <a:pt x="69" y="27"/>
                </a:cubicBezTo>
                <a:cubicBezTo>
                  <a:pt x="74" y="27"/>
                  <a:pt x="77" y="24"/>
                  <a:pt x="77" y="19"/>
                </a:cubicBezTo>
                <a:cubicBezTo>
                  <a:pt x="77" y="14"/>
                  <a:pt x="74" y="11"/>
                  <a:pt x="69" y="11"/>
                </a:cubicBezTo>
                <a:cubicBezTo>
                  <a:pt x="64" y="11"/>
                  <a:pt x="61" y="14"/>
                  <a:pt x="61" y="19"/>
                </a:cubicBezTo>
                <a:close/>
                <a:moveTo>
                  <a:pt x="77" y="60"/>
                </a:moveTo>
                <a:cubicBezTo>
                  <a:pt x="11" y="60"/>
                  <a:pt x="11" y="60"/>
                  <a:pt x="11" y="60"/>
                </a:cubicBezTo>
                <a:cubicBezTo>
                  <a:pt x="27" y="16"/>
                  <a:pt x="27" y="16"/>
                  <a:pt x="27" y="16"/>
                </a:cubicBezTo>
                <a:cubicBezTo>
                  <a:pt x="50" y="44"/>
                  <a:pt x="50" y="44"/>
                  <a:pt x="50" y="44"/>
                </a:cubicBezTo>
                <a:cubicBezTo>
                  <a:pt x="61" y="36"/>
                  <a:pt x="61" y="36"/>
                  <a:pt x="61" y="36"/>
                </a:cubicBezTo>
                <a:lnTo>
                  <a:pt x="77" y="60"/>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4" name="Freeform 219"/>
          <p:cNvSpPr>
            <a:spLocks noEditPoints="1"/>
          </p:cNvSpPr>
          <p:nvPr/>
        </p:nvSpPr>
        <p:spPr bwMode="auto">
          <a:xfrm>
            <a:off x="8503788" y="6627845"/>
            <a:ext cx="203767" cy="206699"/>
          </a:xfrm>
          <a:custGeom>
            <a:avLst/>
            <a:gdLst>
              <a:gd name="T0" fmla="*/ 57 w 85"/>
              <a:gd name="T1" fmla="*/ 59 h 86"/>
              <a:gd name="T2" fmla="*/ 82 w 85"/>
              <a:gd name="T3" fmla="*/ 47 h 86"/>
              <a:gd name="T4" fmla="*/ 82 w 85"/>
              <a:gd name="T5" fmla="*/ 59 h 86"/>
              <a:gd name="T6" fmla="*/ 66 w 85"/>
              <a:gd name="T7" fmla="*/ 67 h 86"/>
              <a:gd name="T8" fmla="*/ 59 w 85"/>
              <a:gd name="T9" fmla="*/ 84 h 86"/>
              <a:gd name="T10" fmla="*/ 47 w 85"/>
              <a:gd name="T11" fmla="*/ 84 h 86"/>
              <a:gd name="T12" fmla="*/ 57 w 85"/>
              <a:gd name="T13" fmla="*/ 59 h 86"/>
              <a:gd name="T14" fmla="*/ 24 w 85"/>
              <a:gd name="T15" fmla="*/ 85 h 86"/>
              <a:gd name="T16" fmla="*/ 39 w 85"/>
              <a:gd name="T17" fmla="*/ 42 h 86"/>
              <a:gd name="T18" fmla="*/ 81 w 85"/>
              <a:gd name="T19" fmla="*/ 23 h 86"/>
              <a:gd name="T20" fmla="*/ 81 w 85"/>
              <a:gd name="T21" fmla="*/ 35 h 86"/>
              <a:gd name="T22" fmla="*/ 81 w 85"/>
              <a:gd name="T23" fmla="*/ 35 h 86"/>
              <a:gd name="T24" fmla="*/ 48 w 85"/>
              <a:gd name="T25" fmla="*/ 51 h 86"/>
              <a:gd name="T26" fmla="*/ 36 w 85"/>
              <a:gd name="T27" fmla="*/ 85 h 86"/>
              <a:gd name="T28" fmla="*/ 24 w 85"/>
              <a:gd name="T29" fmla="*/ 85 h 86"/>
              <a:gd name="T30" fmla="*/ 49 w 85"/>
              <a:gd name="T31" fmla="*/ 7 h 86"/>
              <a:gd name="T32" fmla="*/ 80 w 85"/>
              <a:gd name="T33" fmla="*/ 0 h 86"/>
              <a:gd name="T34" fmla="*/ 80 w 85"/>
              <a:gd name="T35" fmla="*/ 0 h 86"/>
              <a:gd name="T36" fmla="*/ 80 w 85"/>
              <a:gd name="T37" fmla="*/ 12 h 86"/>
              <a:gd name="T38" fmla="*/ 31 w 85"/>
              <a:gd name="T39" fmla="*/ 34 h 86"/>
              <a:gd name="T40" fmla="*/ 12 w 85"/>
              <a:gd name="T41" fmla="*/ 86 h 86"/>
              <a:gd name="T42" fmla="*/ 0 w 85"/>
              <a:gd name="T43" fmla="*/ 86 h 86"/>
              <a:gd name="T44" fmla="*/ 5 w 85"/>
              <a:gd name="T45" fmla="*/ 55 h 86"/>
              <a:gd name="T46" fmla="*/ 22 w 85"/>
              <a:gd name="T47" fmla="*/ 26 h 86"/>
              <a:gd name="T48" fmla="*/ 49 w 85"/>
              <a:gd name="T49" fmla="*/ 7 h 86"/>
              <a:gd name="T50" fmla="*/ 75 w 85"/>
              <a:gd name="T51" fmla="*/ 83 h 86"/>
              <a:gd name="T52" fmla="*/ 83 w 85"/>
              <a:gd name="T53" fmla="*/ 83 h 86"/>
              <a:gd name="T54" fmla="*/ 83 w 85"/>
              <a:gd name="T55" fmla="*/ 74 h 86"/>
              <a:gd name="T56" fmla="*/ 74 w 85"/>
              <a:gd name="T57" fmla="*/ 75 h 86"/>
              <a:gd name="T58" fmla="*/ 75 w 85"/>
              <a:gd name="T59" fmla="*/ 8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5" h="86">
                <a:moveTo>
                  <a:pt x="57" y="59"/>
                </a:moveTo>
                <a:cubicBezTo>
                  <a:pt x="64" y="51"/>
                  <a:pt x="73" y="48"/>
                  <a:pt x="82" y="47"/>
                </a:cubicBezTo>
                <a:cubicBezTo>
                  <a:pt x="82" y="59"/>
                  <a:pt x="82" y="59"/>
                  <a:pt x="82" y="59"/>
                </a:cubicBezTo>
                <a:cubicBezTo>
                  <a:pt x="76" y="59"/>
                  <a:pt x="70" y="62"/>
                  <a:pt x="66" y="67"/>
                </a:cubicBezTo>
                <a:cubicBezTo>
                  <a:pt x="61" y="71"/>
                  <a:pt x="59" y="78"/>
                  <a:pt x="59" y="84"/>
                </a:cubicBezTo>
                <a:cubicBezTo>
                  <a:pt x="47" y="84"/>
                  <a:pt x="47" y="84"/>
                  <a:pt x="47" y="84"/>
                </a:cubicBezTo>
                <a:cubicBezTo>
                  <a:pt x="47" y="75"/>
                  <a:pt x="50" y="66"/>
                  <a:pt x="57" y="59"/>
                </a:cubicBezTo>
                <a:close/>
                <a:moveTo>
                  <a:pt x="24" y="85"/>
                </a:moveTo>
                <a:cubicBezTo>
                  <a:pt x="23" y="69"/>
                  <a:pt x="29" y="54"/>
                  <a:pt x="39" y="42"/>
                </a:cubicBezTo>
                <a:cubicBezTo>
                  <a:pt x="50" y="31"/>
                  <a:pt x="65" y="24"/>
                  <a:pt x="81" y="23"/>
                </a:cubicBezTo>
                <a:cubicBezTo>
                  <a:pt x="81" y="35"/>
                  <a:pt x="81" y="35"/>
                  <a:pt x="81" y="35"/>
                </a:cubicBezTo>
                <a:cubicBezTo>
                  <a:pt x="81" y="35"/>
                  <a:pt x="81" y="35"/>
                  <a:pt x="81" y="35"/>
                </a:cubicBezTo>
                <a:cubicBezTo>
                  <a:pt x="69" y="36"/>
                  <a:pt x="57" y="41"/>
                  <a:pt x="48" y="51"/>
                </a:cubicBezTo>
                <a:cubicBezTo>
                  <a:pt x="40" y="60"/>
                  <a:pt x="35" y="72"/>
                  <a:pt x="36" y="85"/>
                </a:cubicBezTo>
                <a:lnTo>
                  <a:pt x="24" y="85"/>
                </a:lnTo>
                <a:close/>
                <a:moveTo>
                  <a:pt x="49" y="7"/>
                </a:moveTo>
                <a:cubicBezTo>
                  <a:pt x="59" y="3"/>
                  <a:pt x="69" y="0"/>
                  <a:pt x="80" y="0"/>
                </a:cubicBezTo>
                <a:cubicBezTo>
                  <a:pt x="80" y="0"/>
                  <a:pt x="80" y="0"/>
                  <a:pt x="80" y="0"/>
                </a:cubicBezTo>
                <a:cubicBezTo>
                  <a:pt x="80" y="12"/>
                  <a:pt x="80" y="12"/>
                  <a:pt x="80" y="12"/>
                </a:cubicBezTo>
                <a:cubicBezTo>
                  <a:pt x="61" y="12"/>
                  <a:pt x="44" y="20"/>
                  <a:pt x="31" y="34"/>
                </a:cubicBezTo>
                <a:cubicBezTo>
                  <a:pt x="18" y="48"/>
                  <a:pt x="11" y="67"/>
                  <a:pt x="12" y="86"/>
                </a:cubicBezTo>
                <a:cubicBezTo>
                  <a:pt x="0" y="86"/>
                  <a:pt x="0" y="86"/>
                  <a:pt x="0" y="86"/>
                </a:cubicBezTo>
                <a:cubicBezTo>
                  <a:pt x="0" y="75"/>
                  <a:pt x="1" y="65"/>
                  <a:pt x="5" y="55"/>
                </a:cubicBezTo>
                <a:cubicBezTo>
                  <a:pt x="9" y="44"/>
                  <a:pt x="14" y="35"/>
                  <a:pt x="22" y="26"/>
                </a:cubicBezTo>
                <a:cubicBezTo>
                  <a:pt x="30" y="18"/>
                  <a:pt x="39" y="12"/>
                  <a:pt x="49" y="7"/>
                </a:cubicBezTo>
                <a:close/>
                <a:moveTo>
                  <a:pt x="75" y="83"/>
                </a:moveTo>
                <a:cubicBezTo>
                  <a:pt x="77" y="85"/>
                  <a:pt x="81" y="85"/>
                  <a:pt x="83" y="83"/>
                </a:cubicBezTo>
                <a:cubicBezTo>
                  <a:pt x="85" y="80"/>
                  <a:pt x="85" y="77"/>
                  <a:pt x="83" y="74"/>
                </a:cubicBezTo>
                <a:cubicBezTo>
                  <a:pt x="80" y="72"/>
                  <a:pt x="77" y="72"/>
                  <a:pt x="74" y="75"/>
                </a:cubicBezTo>
                <a:cubicBezTo>
                  <a:pt x="72" y="77"/>
                  <a:pt x="72" y="81"/>
                  <a:pt x="75" y="83"/>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5" name="Freeform 227"/>
          <p:cNvSpPr>
            <a:spLocks noEditPoints="1"/>
          </p:cNvSpPr>
          <p:nvPr/>
        </p:nvSpPr>
        <p:spPr bwMode="auto">
          <a:xfrm>
            <a:off x="7903823" y="4053629"/>
            <a:ext cx="172982" cy="170051"/>
          </a:xfrm>
          <a:custGeom>
            <a:avLst/>
            <a:gdLst>
              <a:gd name="T0" fmla="*/ 14 w 72"/>
              <a:gd name="T1" fmla="*/ 35 h 71"/>
              <a:gd name="T2" fmla="*/ 14 w 72"/>
              <a:gd name="T3" fmla="*/ 33 h 71"/>
              <a:gd name="T4" fmla="*/ 1 w 72"/>
              <a:gd name="T5" fmla="*/ 29 h 71"/>
              <a:gd name="T6" fmla="*/ 0 w 72"/>
              <a:gd name="T7" fmla="*/ 35 h 71"/>
              <a:gd name="T8" fmla="*/ 11 w 72"/>
              <a:gd name="T9" fmla="*/ 62 h 71"/>
              <a:gd name="T10" fmla="*/ 19 w 72"/>
              <a:gd name="T11" fmla="*/ 51 h 71"/>
              <a:gd name="T12" fmla="*/ 14 w 72"/>
              <a:gd name="T13" fmla="*/ 35 h 71"/>
              <a:gd name="T14" fmla="*/ 58 w 72"/>
              <a:gd name="T15" fmla="*/ 35 h 71"/>
              <a:gd name="T16" fmla="*/ 53 w 72"/>
              <a:gd name="T17" fmla="*/ 51 h 71"/>
              <a:gd name="T18" fmla="*/ 61 w 72"/>
              <a:gd name="T19" fmla="*/ 62 h 71"/>
              <a:gd name="T20" fmla="*/ 72 w 72"/>
              <a:gd name="T21" fmla="*/ 35 h 71"/>
              <a:gd name="T22" fmla="*/ 71 w 72"/>
              <a:gd name="T23" fmla="*/ 29 h 71"/>
              <a:gd name="T24" fmla="*/ 58 w 72"/>
              <a:gd name="T25" fmla="*/ 33 h 71"/>
              <a:gd name="T26" fmla="*/ 58 w 72"/>
              <a:gd name="T27" fmla="*/ 35 h 71"/>
              <a:gd name="T28" fmla="*/ 40 w 72"/>
              <a:gd name="T29" fmla="*/ 13 h 71"/>
              <a:gd name="T30" fmla="*/ 56 w 72"/>
              <a:gd name="T31" fmla="*/ 24 h 71"/>
              <a:gd name="T32" fmla="*/ 68 w 72"/>
              <a:gd name="T33" fmla="*/ 20 h 71"/>
              <a:gd name="T34" fmla="*/ 40 w 72"/>
              <a:gd name="T35" fmla="*/ 0 h 71"/>
              <a:gd name="T36" fmla="*/ 40 w 72"/>
              <a:gd name="T37" fmla="*/ 13 h 71"/>
              <a:gd name="T38" fmla="*/ 16 w 72"/>
              <a:gd name="T39" fmla="*/ 24 h 71"/>
              <a:gd name="T40" fmla="*/ 31 w 72"/>
              <a:gd name="T41" fmla="*/ 13 h 71"/>
              <a:gd name="T42" fmla="*/ 31 w 72"/>
              <a:gd name="T43" fmla="*/ 0 h 71"/>
              <a:gd name="T44" fmla="*/ 3 w 72"/>
              <a:gd name="T45" fmla="*/ 20 h 71"/>
              <a:gd name="T46" fmla="*/ 16 w 72"/>
              <a:gd name="T47" fmla="*/ 24 h 71"/>
              <a:gd name="T48" fmla="*/ 45 w 72"/>
              <a:gd name="T49" fmla="*/ 56 h 71"/>
              <a:gd name="T50" fmla="*/ 36 w 72"/>
              <a:gd name="T51" fmla="*/ 58 h 71"/>
              <a:gd name="T52" fmla="*/ 27 w 72"/>
              <a:gd name="T53" fmla="*/ 56 h 71"/>
              <a:gd name="T54" fmla="*/ 19 w 72"/>
              <a:gd name="T55" fmla="*/ 67 h 71"/>
              <a:gd name="T56" fmla="*/ 36 w 72"/>
              <a:gd name="T57" fmla="*/ 71 h 71"/>
              <a:gd name="T58" fmla="*/ 53 w 72"/>
              <a:gd name="T59" fmla="*/ 67 h 71"/>
              <a:gd name="T60" fmla="*/ 45 w 72"/>
              <a:gd name="T61" fmla="*/ 56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1">
                <a:moveTo>
                  <a:pt x="14" y="35"/>
                </a:moveTo>
                <a:cubicBezTo>
                  <a:pt x="14" y="35"/>
                  <a:pt x="14" y="34"/>
                  <a:pt x="14" y="33"/>
                </a:cubicBezTo>
                <a:cubicBezTo>
                  <a:pt x="1" y="29"/>
                  <a:pt x="1" y="29"/>
                  <a:pt x="1" y="29"/>
                </a:cubicBezTo>
                <a:cubicBezTo>
                  <a:pt x="0" y="31"/>
                  <a:pt x="0" y="33"/>
                  <a:pt x="0" y="35"/>
                </a:cubicBezTo>
                <a:cubicBezTo>
                  <a:pt x="0" y="46"/>
                  <a:pt x="4" y="55"/>
                  <a:pt x="11" y="62"/>
                </a:cubicBezTo>
                <a:cubicBezTo>
                  <a:pt x="19" y="51"/>
                  <a:pt x="19" y="51"/>
                  <a:pt x="19" y="51"/>
                </a:cubicBezTo>
                <a:cubicBezTo>
                  <a:pt x="16" y="47"/>
                  <a:pt x="14" y="41"/>
                  <a:pt x="14" y="35"/>
                </a:cubicBezTo>
                <a:close/>
                <a:moveTo>
                  <a:pt x="58" y="35"/>
                </a:moveTo>
                <a:cubicBezTo>
                  <a:pt x="58" y="41"/>
                  <a:pt x="56" y="47"/>
                  <a:pt x="53" y="51"/>
                </a:cubicBezTo>
                <a:cubicBezTo>
                  <a:pt x="61" y="62"/>
                  <a:pt x="61" y="62"/>
                  <a:pt x="61" y="62"/>
                </a:cubicBezTo>
                <a:cubicBezTo>
                  <a:pt x="68" y="55"/>
                  <a:pt x="72" y="46"/>
                  <a:pt x="72" y="35"/>
                </a:cubicBezTo>
                <a:cubicBezTo>
                  <a:pt x="72" y="33"/>
                  <a:pt x="72" y="31"/>
                  <a:pt x="71" y="29"/>
                </a:cubicBezTo>
                <a:cubicBezTo>
                  <a:pt x="58" y="33"/>
                  <a:pt x="58" y="33"/>
                  <a:pt x="58" y="33"/>
                </a:cubicBezTo>
                <a:cubicBezTo>
                  <a:pt x="58" y="34"/>
                  <a:pt x="58" y="35"/>
                  <a:pt x="58" y="35"/>
                </a:cubicBezTo>
                <a:close/>
                <a:moveTo>
                  <a:pt x="40" y="13"/>
                </a:moveTo>
                <a:cubicBezTo>
                  <a:pt x="47" y="15"/>
                  <a:pt x="52" y="19"/>
                  <a:pt x="56" y="24"/>
                </a:cubicBezTo>
                <a:cubicBezTo>
                  <a:pt x="68" y="20"/>
                  <a:pt x="68" y="20"/>
                  <a:pt x="68" y="20"/>
                </a:cubicBezTo>
                <a:cubicBezTo>
                  <a:pt x="63" y="9"/>
                  <a:pt x="53" y="1"/>
                  <a:pt x="40" y="0"/>
                </a:cubicBezTo>
                <a:lnTo>
                  <a:pt x="40" y="13"/>
                </a:lnTo>
                <a:close/>
                <a:moveTo>
                  <a:pt x="16" y="24"/>
                </a:moveTo>
                <a:cubicBezTo>
                  <a:pt x="20" y="19"/>
                  <a:pt x="25" y="15"/>
                  <a:pt x="31" y="13"/>
                </a:cubicBezTo>
                <a:cubicBezTo>
                  <a:pt x="31" y="0"/>
                  <a:pt x="31" y="0"/>
                  <a:pt x="31" y="0"/>
                </a:cubicBezTo>
                <a:cubicBezTo>
                  <a:pt x="19" y="1"/>
                  <a:pt x="9" y="9"/>
                  <a:pt x="3" y="20"/>
                </a:cubicBezTo>
                <a:lnTo>
                  <a:pt x="16" y="24"/>
                </a:lnTo>
                <a:close/>
                <a:moveTo>
                  <a:pt x="45" y="56"/>
                </a:moveTo>
                <a:cubicBezTo>
                  <a:pt x="42" y="57"/>
                  <a:pt x="39" y="58"/>
                  <a:pt x="36" y="58"/>
                </a:cubicBezTo>
                <a:cubicBezTo>
                  <a:pt x="33" y="58"/>
                  <a:pt x="30" y="57"/>
                  <a:pt x="27" y="56"/>
                </a:cubicBezTo>
                <a:cubicBezTo>
                  <a:pt x="19" y="67"/>
                  <a:pt x="19" y="67"/>
                  <a:pt x="19" y="67"/>
                </a:cubicBezTo>
                <a:cubicBezTo>
                  <a:pt x="24" y="70"/>
                  <a:pt x="30" y="71"/>
                  <a:pt x="36" y="71"/>
                </a:cubicBezTo>
                <a:cubicBezTo>
                  <a:pt x="42" y="71"/>
                  <a:pt x="48" y="70"/>
                  <a:pt x="53" y="67"/>
                </a:cubicBezTo>
                <a:lnTo>
                  <a:pt x="45" y="56"/>
                </a:ln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6" name="Freeform 229"/>
          <p:cNvSpPr>
            <a:spLocks noEditPoints="1"/>
          </p:cNvSpPr>
          <p:nvPr/>
        </p:nvSpPr>
        <p:spPr bwMode="auto">
          <a:xfrm>
            <a:off x="8373319" y="2326741"/>
            <a:ext cx="142197" cy="140732"/>
          </a:xfrm>
          <a:custGeom>
            <a:avLst/>
            <a:gdLst>
              <a:gd name="T0" fmla="*/ 30 w 59"/>
              <a:gd name="T1" fmla="*/ 0 h 59"/>
              <a:gd name="T2" fmla="*/ 0 w 59"/>
              <a:gd name="T3" fmla="*/ 29 h 59"/>
              <a:gd name="T4" fmla="*/ 30 w 59"/>
              <a:gd name="T5" fmla="*/ 59 h 59"/>
              <a:gd name="T6" fmla="*/ 59 w 59"/>
              <a:gd name="T7" fmla="*/ 29 h 59"/>
              <a:gd name="T8" fmla="*/ 30 w 59"/>
              <a:gd name="T9" fmla="*/ 0 h 59"/>
              <a:gd name="T10" fmla="*/ 47 w 59"/>
              <a:gd name="T11" fmla="*/ 25 h 59"/>
              <a:gd name="T12" fmla="*/ 31 w 59"/>
              <a:gd name="T13" fmla="*/ 47 h 59"/>
              <a:gd name="T14" fmla="*/ 24 w 59"/>
              <a:gd name="T15" fmla="*/ 44 h 59"/>
              <a:gd name="T16" fmla="*/ 18 w 59"/>
              <a:gd name="T17" fmla="*/ 27 h 59"/>
              <a:gd name="T18" fmla="*/ 14 w 59"/>
              <a:gd name="T19" fmla="*/ 28 h 59"/>
              <a:gd name="T20" fmla="*/ 12 w 59"/>
              <a:gd name="T21" fmla="*/ 26 h 59"/>
              <a:gd name="T22" fmla="*/ 23 w 59"/>
              <a:gd name="T23" fmla="*/ 18 h 59"/>
              <a:gd name="T24" fmla="*/ 29 w 59"/>
              <a:gd name="T25" fmla="*/ 30 h 59"/>
              <a:gd name="T26" fmla="*/ 32 w 59"/>
              <a:gd name="T27" fmla="*/ 37 h 59"/>
              <a:gd name="T28" fmla="*/ 36 w 59"/>
              <a:gd name="T29" fmla="*/ 31 h 59"/>
              <a:gd name="T30" fmla="*/ 32 w 59"/>
              <a:gd name="T31" fmla="*/ 26 h 59"/>
              <a:gd name="T32" fmla="*/ 47 w 59"/>
              <a:gd name="T33" fmla="*/ 25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59">
                <a:moveTo>
                  <a:pt x="30" y="0"/>
                </a:moveTo>
                <a:cubicBezTo>
                  <a:pt x="14" y="0"/>
                  <a:pt x="0" y="13"/>
                  <a:pt x="0" y="29"/>
                </a:cubicBezTo>
                <a:cubicBezTo>
                  <a:pt x="0" y="45"/>
                  <a:pt x="14" y="59"/>
                  <a:pt x="30" y="59"/>
                </a:cubicBezTo>
                <a:cubicBezTo>
                  <a:pt x="46" y="59"/>
                  <a:pt x="59" y="45"/>
                  <a:pt x="59" y="29"/>
                </a:cubicBezTo>
                <a:cubicBezTo>
                  <a:pt x="59" y="13"/>
                  <a:pt x="46" y="0"/>
                  <a:pt x="30" y="0"/>
                </a:cubicBezTo>
                <a:close/>
                <a:moveTo>
                  <a:pt x="47" y="25"/>
                </a:moveTo>
                <a:cubicBezTo>
                  <a:pt x="45" y="36"/>
                  <a:pt x="34" y="45"/>
                  <a:pt x="31" y="47"/>
                </a:cubicBezTo>
                <a:cubicBezTo>
                  <a:pt x="28" y="49"/>
                  <a:pt x="25" y="46"/>
                  <a:pt x="24" y="44"/>
                </a:cubicBezTo>
                <a:cubicBezTo>
                  <a:pt x="22" y="42"/>
                  <a:pt x="19" y="28"/>
                  <a:pt x="18" y="27"/>
                </a:cubicBezTo>
                <a:cubicBezTo>
                  <a:pt x="17" y="25"/>
                  <a:pt x="14" y="28"/>
                  <a:pt x="14" y="28"/>
                </a:cubicBezTo>
                <a:cubicBezTo>
                  <a:pt x="12" y="26"/>
                  <a:pt x="12" y="26"/>
                  <a:pt x="12" y="26"/>
                </a:cubicBezTo>
                <a:cubicBezTo>
                  <a:pt x="12" y="26"/>
                  <a:pt x="18" y="19"/>
                  <a:pt x="23" y="18"/>
                </a:cubicBezTo>
                <a:cubicBezTo>
                  <a:pt x="28" y="17"/>
                  <a:pt x="28" y="25"/>
                  <a:pt x="29" y="30"/>
                </a:cubicBezTo>
                <a:cubicBezTo>
                  <a:pt x="30" y="34"/>
                  <a:pt x="31" y="37"/>
                  <a:pt x="32" y="37"/>
                </a:cubicBezTo>
                <a:cubicBezTo>
                  <a:pt x="33" y="37"/>
                  <a:pt x="34" y="34"/>
                  <a:pt x="36" y="31"/>
                </a:cubicBezTo>
                <a:cubicBezTo>
                  <a:pt x="39" y="27"/>
                  <a:pt x="36" y="23"/>
                  <a:pt x="32" y="26"/>
                </a:cubicBezTo>
                <a:cubicBezTo>
                  <a:pt x="34" y="16"/>
                  <a:pt x="49" y="14"/>
                  <a:pt x="47" y="25"/>
                </a:cubicBezTo>
                <a:close/>
              </a:path>
            </a:pathLst>
          </a:custGeom>
          <a:gradFill>
            <a:gsLst>
              <a:gs pos="0">
                <a:srgbClr val="0E6CA6"/>
              </a:gs>
              <a:gs pos="98000">
                <a:srgbClr val="3982A2"/>
              </a:gs>
            </a:gsLst>
            <a:lin ang="2700000" scaled="1"/>
          </a:gra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8" name="Isosceles Triangle 336"/>
          <p:cNvSpPr/>
          <p:nvPr/>
        </p:nvSpPr>
        <p:spPr>
          <a:xfrm rot="5400000">
            <a:off x="1619209" y="1628740"/>
            <a:ext cx="244042" cy="210382"/>
          </a:xfrm>
          <a:prstGeom prst="triangle">
            <a:avLst/>
          </a:prstGeom>
          <a:solidFill>
            <a:srgbClr val="0E6CA6"/>
          </a:solidFill>
          <a:ln w="12700" cap="flat" cmpd="sng" algn="ctr">
            <a:noFill/>
            <a:prstDash val="solid"/>
            <a:miter lim="800000"/>
          </a:ln>
          <a:effectLst/>
        </p:spPr>
        <p:txBody>
          <a:bodyPr lIns="68580" tIns="34290" rIns="68580" bIns="34290" rtlCol="0" anchor="ctr"/>
          <a:lstStyle/>
          <a:p>
            <a:pPr algn="ctr">
              <a:defRPr/>
            </a:pPr>
            <a:endParaRPr lang="en-US" kern="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9" name="TextBox 13"/>
          <p:cNvSpPr txBox="1"/>
          <p:nvPr/>
        </p:nvSpPr>
        <p:spPr>
          <a:xfrm>
            <a:off x="1983740" y="1611630"/>
            <a:ext cx="4089400" cy="245745"/>
          </a:xfrm>
          <a:prstGeom prst="rect">
            <a:avLst/>
          </a:prstGeom>
          <a:noFill/>
        </p:spPr>
        <p:txBody>
          <a:bodyPr wrap="square" lIns="0" tIns="0" rIns="0" bIns="0" rtlCol="0" anchor="t" anchorCtr="0">
            <a:spAutoFit/>
          </a:bodyPr>
          <a:lstStyle/>
          <a:p>
            <a:pPr defTabSz="912495">
              <a:spcBef>
                <a:spcPct val="20000"/>
              </a:spcBef>
              <a:defRPr/>
            </a:pPr>
            <a:r>
              <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实验室管理机构和人员较多, 设备利用率偏低</a:t>
            </a:r>
            <a:endPar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p:txBody>
      </p:sp>
      <p:sp>
        <p:nvSpPr>
          <p:cNvPr id="211" name="Isosceles Triangle 336"/>
          <p:cNvSpPr/>
          <p:nvPr/>
        </p:nvSpPr>
        <p:spPr>
          <a:xfrm rot="5400000">
            <a:off x="1619209" y="2937083"/>
            <a:ext cx="244042" cy="210382"/>
          </a:xfrm>
          <a:prstGeom prst="triangle">
            <a:avLst/>
          </a:prstGeom>
          <a:solidFill>
            <a:srgbClr val="0E6CA6"/>
          </a:solidFill>
          <a:ln w="12700" cap="flat" cmpd="sng" algn="ctr">
            <a:noFill/>
            <a:prstDash val="solid"/>
            <a:miter lim="800000"/>
          </a:ln>
          <a:effectLst/>
        </p:spPr>
        <p:txBody>
          <a:bodyPr lIns="68580" tIns="34290" rIns="68580" bIns="34290" rtlCol="0" anchor="ctr"/>
          <a:lstStyle/>
          <a:p>
            <a:pPr algn="ctr">
              <a:defRPr/>
            </a:pPr>
            <a:endParaRPr lang="en-US" kern="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2" name="TextBox 13"/>
          <p:cNvSpPr txBox="1"/>
          <p:nvPr/>
        </p:nvSpPr>
        <p:spPr>
          <a:xfrm>
            <a:off x="1997075" y="2929255"/>
            <a:ext cx="4088765" cy="245745"/>
          </a:xfrm>
          <a:prstGeom prst="rect">
            <a:avLst/>
          </a:prstGeom>
          <a:noFill/>
        </p:spPr>
        <p:txBody>
          <a:bodyPr wrap="square" lIns="0" tIns="0" rIns="0" bIns="0" rtlCol="0" anchor="t" anchorCtr="0">
            <a:spAutoFit/>
          </a:bodyPr>
          <a:lstStyle/>
          <a:p>
            <a:pPr defTabSz="912495">
              <a:spcBef>
                <a:spcPct val="20000"/>
              </a:spcBef>
              <a:defRPr/>
            </a:pPr>
            <a:r>
              <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管理工作主要以人工方式进行, 工作效率较低</a:t>
            </a:r>
            <a:endPar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p:txBody>
      </p:sp>
      <p:sp>
        <p:nvSpPr>
          <p:cNvPr id="214" name="Isosceles Triangle 336"/>
          <p:cNvSpPr/>
          <p:nvPr/>
        </p:nvSpPr>
        <p:spPr>
          <a:xfrm rot="5400000">
            <a:off x="1618875" y="4355823"/>
            <a:ext cx="244042" cy="210382"/>
          </a:xfrm>
          <a:prstGeom prst="triangle">
            <a:avLst/>
          </a:prstGeom>
          <a:solidFill>
            <a:srgbClr val="0E6CA6"/>
          </a:solidFill>
          <a:ln w="12700" cap="flat" cmpd="sng" algn="ctr">
            <a:noFill/>
            <a:prstDash val="solid"/>
            <a:miter lim="800000"/>
          </a:ln>
          <a:effectLst/>
        </p:spPr>
        <p:txBody>
          <a:bodyPr lIns="68580" tIns="34290" rIns="68580" bIns="34290" rtlCol="0" anchor="ctr"/>
          <a:lstStyle/>
          <a:p>
            <a:pPr algn="ctr">
              <a:defRPr/>
            </a:pPr>
            <a:endParaRPr lang="en-US" kern="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5" name="TextBox 13"/>
          <p:cNvSpPr txBox="1"/>
          <p:nvPr/>
        </p:nvSpPr>
        <p:spPr>
          <a:xfrm>
            <a:off x="1983740" y="4351655"/>
            <a:ext cx="4753610" cy="245745"/>
          </a:xfrm>
          <a:prstGeom prst="rect">
            <a:avLst/>
          </a:prstGeom>
          <a:noFill/>
        </p:spPr>
        <p:txBody>
          <a:bodyPr wrap="square" lIns="0" tIns="0" rIns="0" bIns="0" rtlCol="0" anchor="t" anchorCtr="0">
            <a:spAutoFit/>
          </a:bodyPr>
          <a:lstStyle/>
          <a:p>
            <a:pPr defTabSz="912495">
              <a:spcBef>
                <a:spcPct val="20000"/>
              </a:spcBef>
              <a:defRPr/>
            </a:pPr>
            <a:r>
              <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实验课安排缺乏灵活性, 实验教学效果不能达到最佳</a:t>
            </a:r>
            <a:endPar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rot="21352991">
            <a:off x="-1328922" y="1159014"/>
            <a:ext cx="8788144" cy="3252200"/>
          </a:xfrm>
          <a:prstGeom prst="rect">
            <a:avLst/>
          </a:prstGeom>
        </p:spPr>
      </p:pic>
      <p:sp>
        <p:nvSpPr>
          <p:cNvPr id="28" name="文本框 27"/>
          <p:cNvSpPr txBox="1"/>
          <p:nvPr/>
        </p:nvSpPr>
        <p:spPr>
          <a:xfrm>
            <a:off x="1290595" y="325781"/>
            <a:ext cx="3550128" cy="521970"/>
          </a:xfrm>
          <a:prstGeom prst="rect">
            <a:avLst/>
          </a:prstGeom>
          <a:noFill/>
        </p:spPr>
        <p:txBody>
          <a:bodyPr wrap="square" rtlCol="0">
            <a:spAutoFit/>
          </a:bodyPr>
          <a:lstStyle/>
          <a:p>
            <a:pPr algn="dist"/>
            <a:r>
              <a:rPr lang="zh-CN" altLang="en-US" sz="2800">
                <a:solidFill>
                  <a:srgbClr val="0E6CA6"/>
                </a:solidFill>
                <a:latin typeface="微软雅黑" panose="020B0503020204020204" pitchFamily="34" charset="-122"/>
                <a:ea typeface="微软雅黑" panose="020B0503020204020204" pitchFamily="34" charset="-122"/>
              </a:rPr>
              <a:t>研究的关键问题</a:t>
            </a:r>
            <a:endParaRPr lang="zh-CN" altLang="en-US" sz="2800" dirty="0">
              <a:solidFill>
                <a:srgbClr val="0E6CA6"/>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3547745" y="1404620"/>
            <a:ext cx="8399780" cy="706755"/>
          </a:xfrm>
          <a:prstGeom prst="rect">
            <a:avLst/>
          </a:prstGeom>
          <a:noFill/>
        </p:spPr>
        <p:txBody>
          <a:bodyPr wrap="square" rtlCol="0">
            <a:spAutoFit/>
          </a:bodyPr>
          <a:lstStyle/>
          <a:p>
            <a:pPr algn="l"/>
            <a:r>
              <a:rPr lang="en-US" altLang="zh-CN" sz="2000" dirty="0">
                <a:solidFill>
                  <a:srgbClr val="0E6CA6"/>
                </a:solidFill>
              </a:rPr>
              <a:t>1</a:t>
            </a:r>
            <a:r>
              <a:rPr lang="zh-CN" altLang="en-US" sz="2000" dirty="0">
                <a:solidFill>
                  <a:srgbClr val="0E6CA6"/>
                </a:solidFill>
              </a:rPr>
              <a:t>、合理安排实验时间以及实验教室，充分提高实验设备的利用率是本课题的重要需求之一</a:t>
            </a:r>
            <a:endParaRPr lang="zh-CN" altLang="en-US" sz="2000" dirty="0">
              <a:solidFill>
                <a:srgbClr val="0E6CA6"/>
              </a:solidFill>
            </a:endParaRPr>
          </a:p>
        </p:txBody>
      </p:sp>
      <p:sp>
        <p:nvSpPr>
          <p:cNvPr id="30" name="文本框 29"/>
          <p:cNvSpPr txBox="1"/>
          <p:nvPr/>
        </p:nvSpPr>
        <p:spPr>
          <a:xfrm>
            <a:off x="113305" y="233324"/>
            <a:ext cx="931365" cy="707886"/>
          </a:xfrm>
          <a:prstGeom prst="rect">
            <a:avLst/>
          </a:prstGeom>
          <a:noFill/>
        </p:spPr>
        <p:txBody>
          <a:bodyPr wrap="square" rtlCol="0">
            <a:spAutoFit/>
          </a:bodyPr>
          <a:lstStyle/>
          <a:p>
            <a:pPr algn="dist"/>
            <a:r>
              <a:rPr lang="en-US" altLang="zh-CN" sz="4000">
                <a:solidFill>
                  <a:srgbClr val="0E6CA6"/>
                </a:solidFill>
                <a:latin typeface="微软雅黑" panose="020B0503020204020204" pitchFamily="34" charset="-122"/>
                <a:ea typeface="微软雅黑" panose="020B0503020204020204" pitchFamily="34" charset="-122"/>
              </a:rPr>
              <a:t>02</a:t>
            </a:r>
            <a:endParaRPr lang="zh-CN" altLang="en-US" sz="4000" dirty="0">
              <a:solidFill>
                <a:srgbClr val="0E6CA6"/>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3480435" y="4398645"/>
            <a:ext cx="8399780" cy="706755"/>
          </a:xfrm>
          <a:prstGeom prst="rect">
            <a:avLst/>
          </a:prstGeom>
          <a:noFill/>
        </p:spPr>
        <p:txBody>
          <a:bodyPr wrap="square" rtlCol="0">
            <a:spAutoFit/>
          </a:bodyPr>
          <a:p>
            <a:pPr algn="l"/>
            <a:r>
              <a:rPr lang="en-US" altLang="zh-CN" sz="2000" dirty="0">
                <a:solidFill>
                  <a:srgbClr val="0E6CA6"/>
                </a:solidFill>
              </a:rPr>
              <a:t>2</a:t>
            </a:r>
            <a:r>
              <a:rPr lang="zh-CN" altLang="en-US" sz="2000" dirty="0">
                <a:solidFill>
                  <a:srgbClr val="0E6CA6"/>
                </a:solidFill>
              </a:rPr>
              <a:t>、实验结束之后，学生会上传实验时教师布置的相应作业，这就会涉及到大量文件的I/O操作，可能会导致大量的页面堵塞</a:t>
            </a:r>
            <a:endParaRPr lang="zh-CN" altLang="en-US" sz="2000" dirty="0">
              <a:solidFill>
                <a:srgbClr val="0E6CA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7"/>
          <p:cNvSpPr/>
          <p:nvPr/>
        </p:nvSpPr>
        <p:spPr>
          <a:xfrm>
            <a:off x="1082939" y="435130"/>
            <a:ext cx="2328518" cy="430530"/>
          </a:xfrm>
          <a:prstGeom prst="rect">
            <a:avLst/>
          </a:prstGeom>
        </p:spPr>
        <p:txBody>
          <a:bodyPr wrap="square" lIns="0" tIns="0" rIns="0" bIns="0">
            <a:spAutoFit/>
          </a:bodyPr>
          <a:lstStyle/>
          <a:p>
            <a:pPr algn="ctr"/>
            <a:r>
              <a:rPr lang="zh-CN"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rPr>
              <a:t>解决途径</a:t>
            </a:r>
            <a:endParaRPr lang="zh-CN"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椭圆 6"/>
          <p:cNvSpPr/>
          <p:nvPr/>
        </p:nvSpPr>
        <p:spPr>
          <a:xfrm>
            <a:off x="366820" y="355496"/>
            <a:ext cx="629846" cy="629846"/>
          </a:xfrm>
          <a:prstGeom prst="ellipse">
            <a:avLst/>
          </a:prstGeom>
          <a:solidFill>
            <a:srgbClr val="0E6C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40"/>
          <p:cNvSpPr>
            <a:spLocks noEditPoints="1"/>
          </p:cNvSpPr>
          <p:nvPr/>
        </p:nvSpPr>
        <p:spPr bwMode="auto">
          <a:xfrm>
            <a:off x="453093" y="474820"/>
            <a:ext cx="391197" cy="391197"/>
          </a:xfrm>
          <a:custGeom>
            <a:avLst/>
            <a:gdLst>
              <a:gd name="T0" fmla="*/ 179900 w 473"/>
              <a:gd name="T1" fmla="*/ 316918 h 473"/>
              <a:gd name="T2" fmla="*/ 269851 w 473"/>
              <a:gd name="T3" fmla="*/ 494726 h 473"/>
              <a:gd name="T4" fmla="*/ 494726 w 473"/>
              <a:gd name="T5" fmla="*/ 0 h 473"/>
              <a:gd name="T6" fmla="*/ 0 w 473"/>
              <a:gd name="T7" fmla="*/ 237427 h 473"/>
              <a:gd name="T8" fmla="*/ 179900 w 473"/>
              <a:gd name="T9" fmla="*/ 316918 h 473"/>
              <a:gd name="T10" fmla="*/ 185130 w 473"/>
              <a:gd name="T11" fmla="*/ 297045 h 473"/>
              <a:gd name="T12" fmla="*/ 49159 w 473"/>
              <a:gd name="T13" fmla="*/ 234289 h 473"/>
              <a:gd name="T14" fmla="*/ 427786 w 473"/>
              <a:gd name="T15" fmla="*/ 54388 h 473"/>
              <a:gd name="T16" fmla="*/ 185130 w 473"/>
              <a:gd name="T17" fmla="*/ 297045 h 473"/>
              <a:gd name="T18" fmla="*/ 269851 w 473"/>
              <a:gd name="T19" fmla="*/ 447659 h 473"/>
              <a:gd name="T20" fmla="*/ 199773 w 473"/>
              <a:gd name="T21" fmla="*/ 309596 h 473"/>
              <a:gd name="T22" fmla="*/ 442429 w 473"/>
              <a:gd name="T23" fmla="*/ 63802 h 473"/>
              <a:gd name="T24" fmla="*/ 269851 w 473"/>
              <a:gd name="T25" fmla="*/ 447659 h 4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3" h="473">
                <a:moveTo>
                  <a:pt x="172" y="303"/>
                </a:moveTo>
                <a:lnTo>
                  <a:pt x="258" y="473"/>
                </a:lnTo>
                <a:lnTo>
                  <a:pt x="473" y="0"/>
                </a:lnTo>
                <a:lnTo>
                  <a:pt x="0" y="227"/>
                </a:lnTo>
                <a:lnTo>
                  <a:pt x="172" y="303"/>
                </a:lnTo>
                <a:close/>
                <a:moveTo>
                  <a:pt x="177" y="284"/>
                </a:moveTo>
                <a:lnTo>
                  <a:pt x="47" y="224"/>
                </a:lnTo>
                <a:lnTo>
                  <a:pt x="409" y="52"/>
                </a:lnTo>
                <a:lnTo>
                  <a:pt x="177" y="284"/>
                </a:lnTo>
                <a:close/>
                <a:moveTo>
                  <a:pt x="258" y="428"/>
                </a:moveTo>
                <a:lnTo>
                  <a:pt x="191" y="296"/>
                </a:lnTo>
                <a:lnTo>
                  <a:pt x="423" y="61"/>
                </a:lnTo>
                <a:lnTo>
                  <a:pt x="258" y="428"/>
                </a:lnTo>
                <a:close/>
              </a:path>
            </a:pathLst>
          </a:custGeom>
          <a:solidFill>
            <a:schemeClr val="bg1"/>
          </a:solidFill>
          <a:ln>
            <a:noFill/>
          </a:ln>
        </p:spPr>
        <p:txBody>
          <a:bodyPr/>
          <a:lstStyle/>
          <a:p>
            <a:endParaRPr lang="zh-CN" altLang="en-US"/>
          </a:p>
        </p:txBody>
      </p:sp>
      <p:sp>
        <p:nvSpPr>
          <p:cNvPr id="23" name="矩形 22"/>
          <p:cNvSpPr/>
          <p:nvPr/>
        </p:nvSpPr>
        <p:spPr>
          <a:xfrm flipH="1">
            <a:off x="996912" y="1947591"/>
            <a:ext cx="4049161" cy="1575847"/>
          </a:xfrm>
          <a:prstGeom prst="rect">
            <a:avLst/>
          </a:prstGeom>
          <a:gradFill>
            <a:gsLst>
              <a:gs pos="0">
                <a:srgbClr val="0E6CA6"/>
              </a:gs>
              <a:gs pos="98000">
                <a:srgbClr val="3982A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flipH="1">
            <a:off x="7398927" y="1054406"/>
            <a:ext cx="4049161" cy="1575847"/>
          </a:xfrm>
          <a:prstGeom prst="rect">
            <a:avLst/>
          </a:prstGeom>
          <a:gradFill>
            <a:gsLst>
              <a:gs pos="0">
                <a:srgbClr val="0E6CA6"/>
              </a:gs>
              <a:gs pos="98000">
                <a:srgbClr val="3982A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1252844" y="1332454"/>
            <a:ext cx="1988355" cy="1988355"/>
          </a:xfrm>
          <a:prstGeom prst="ellipse">
            <a:avLst/>
          </a:prstGeom>
          <a:blipFill>
            <a:blip r:embed="rId1"/>
            <a:stretch>
              <a:fillRect/>
            </a:stretch>
          </a:blipFill>
          <a:ln w="22225">
            <a:solidFill>
              <a:srgbClr val="FEFEFE"/>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Freeform 35"/>
          <p:cNvSpPr>
            <a:spLocks noEditPoints="1"/>
          </p:cNvSpPr>
          <p:nvPr/>
        </p:nvSpPr>
        <p:spPr bwMode="auto">
          <a:xfrm>
            <a:off x="3763919" y="2417840"/>
            <a:ext cx="893512" cy="842358"/>
          </a:xfrm>
          <a:custGeom>
            <a:avLst/>
            <a:gdLst>
              <a:gd name="T0" fmla="*/ 522 w 638"/>
              <a:gd name="T1" fmla="*/ 59 h 603"/>
              <a:gd name="T2" fmla="*/ 520 w 638"/>
              <a:gd name="T3" fmla="*/ 186 h 603"/>
              <a:gd name="T4" fmla="*/ 301 w 638"/>
              <a:gd name="T5" fmla="*/ 186 h 603"/>
              <a:gd name="T6" fmla="*/ 299 w 638"/>
              <a:gd name="T7" fmla="*/ 129 h 603"/>
              <a:gd name="T8" fmla="*/ 299 w 638"/>
              <a:gd name="T9" fmla="*/ 119 h 603"/>
              <a:gd name="T10" fmla="*/ 301 w 638"/>
              <a:gd name="T11" fmla="*/ 54 h 603"/>
              <a:gd name="T12" fmla="*/ 305 w 638"/>
              <a:gd name="T13" fmla="*/ 27 h 603"/>
              <a:gd name="T14" fmla="*/ 273 w 638"/>
              <a:gd name="T15" fmla="*/ 59 h 603"/>
              <a:gd name="T16" fmla="*/ 263 w 638"/>
              <a:gd name="T17" fmla="*/ 113 h 603"/>
              <a:gd name="T18" fmla="*/ 111 w 638"/>
              <a:gd name="T19" fmla="*/ 94 h 603"/>
              <a:gd name="T20" fmla="*/ 112 w 638"/>
              <a:gd name="T21" fmla="*/ 207 h 603"/>
              <a:gd name="T22" fmla="*/ 117 w 638"/>
              <a:gd name="T23" fmla="*/ 207 h 603"/>
              <a:gd name="T24" fmla="*/ 148 w 638"/>
              <a:gd name="T25" fmla="*/ 339 h 603"/>
              <a:gd name="T26" fmla="*/ 155 w 638"/>
              <a:gd name="T27" fmla="*/ 339 h 603"/>
              <a:gd name="T28" fmla="*/ 185 w 638"/>
              <a:gd name="T29" fmla="*/ 223 h 603"/>
              <a:gd name="T30" fmla="*/ 185 w 638"/>
              <a:gd name="T31" fmla="*/ 126 h 603"/>
              <a:gd name="T32" fmla="*/ 263 w 638"/>
              <a:gd name="T33" fmla="*/ 136 h 603"/>
              <a:gd name="T34" fmla="*/ 282 w 638"/>
              <a:gd name="T35" fmla="*/ 204 h 603"/>
              <a:gd name="T36" fmla="*/ 305 w 638"/>
              <a:gd name="T37" fmla="*/ 214 h 603"/>
              <a:gd name="T38" fmla="*/ 539 w 638"/>
              <a:gd name="T39" fmla="*/ 204 h 603"/>
              <a:gd name="T40" fmla="*/ 539 w 638"/>
              <a:gd name="T41" fmla="*/ 36 h 603"/>
              <a:gd name="T42" fmla="*/ 520 w 638"/>
              <a:gd name="T43" fmla="*/ 221 h 603"/>
              <a:gd name="T44" fmla="*/ 523 w 638"/>
              <a:gd name="T45" fmla="*/ 341 h 603"/>
              <a:gd name="T46" fmla="*/ 367 w 638"/>
              <a:gd name="T47" fmla="*/ 249 h 603"/>
              <a:gd name="T48" fmla="*/ 334 w 638"/>
              <a:gd name="T49" fmla="*/ 249 h 603"/>
              <a:gd name="T50" fmla="*/ 520 w 638"/>
              <a:gd name="T51" fmla="*/ 221 h 603"/>
              <a:gd name="T52" fmla="*/ 158 w 638"/>
              <a:gd name="T53" fmla="*/ 438 h 603"/>
              <a:gd name="T54" fmla="*/ 113 w 638"/>
              <a:gd name="T55" fmla="*/ 373 h 603"/>
              <a:gd name="T56" fmla="*/ 361 w 638"/>
              <a:gd name="T57" fmla="*/ 438 h 603"/>
              <a:gd name="T58" fmla="*/ 316 w 638"/>
              <a:gd name="T59" fmla="*/ 373 h 603"/>
              <a:gd name="T60" fmla="*/ 567 w 638"/>
              <a:gd name="T61" fmla="*/ 438 h 603"/>
              <a:gd name="T62" fmla="*/ 522 w 638"/>
              <a:gd name="T63" fmla="*/ 373 h 603"/>
              <a:gd name="T64" fmla="*/ 200 w 638"/>
              <a:gd name="T65" fmla="*/ 487 h 603"/>
              <a:gd name="T66" fmla="*/ 221 w 638"/>
              <a:gd name="T67" fmla="*/ 527 h 603"/>
              <a:gd name="T68" fmla="*/ 265 w 638"/>
              <a:gd name="T69" fmla="*/ 448 h 603"/>
              <a:gd name="T70" fmla="*/ 403 w 638"/>
              <a:gd name="T71" fmla="*/ 527 h 603"/>
              <a:gd name="T72" fmla="*/ 433 w 638"/>
              <a:gd name="T73" fmla="*/ 527 h 603"/>
              <a:gd name="T74" fmla="*/ 570 w 638"/>
              <a:gd name="T75" fmla="*/ 448 h 603"/>
              <a:gd name="T76" fmla="*/ 614 w 638"/>
              <a:gd name="T77" fmla="*/ 527 h 603"/>
              <a:gd name="T78" fmla="*/ 638 w 638"/>
              <a:gd name="T79" fmla="*/ 549 h 603"/>
              <a:gd name="T80" fmla="*/ 608 w 638"/>
              <a:gd name="T81" fmla="*/ 549 h 603"/>
              <a:gd name="T82" fmla="*/ 433 w 638"/>
              <a:gd name="T83" fmla="*/ 549 h 603"/>
              <a:gd name="T84" fmla="*/ 403 w 638"/>
              <a:gd name="T85" fmla="*/ 549 h 603"/>
              <a:gd name="T86" fmla="*/ 227 w 638"/>
              <a:gd name="T87" fmla="*/ 549 h 603"/>
              <a:gd name="T88" fmla="*/ 200 w 638"/>
              <a:gd name="T89" fmla="*/ 549 h 603"/>
              <a:gd name="T90" fmla="*/ 24 w 638"/>
              <a:gd name="T91" fmla="*/ 549 h 603"/>
              <a:gd name="T92" fmla="*/ 24 w 638"/>
              <a:gd name="T93" fmla="*/ 527 h 603"/>
              <a:gd name="T94" fmla="*/ 152 w 638"/>
              <a:gd name="T95" fmla="*/ 0 h 603"/>
              <a:gd name="T96" fmla="*/ 108 w 638"/>
              <a:gd name="T97" fmla="*/ 4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38" h="603">
                <a:moveTo>
                  <a:pt x="516" y="52"/>
                </a:moveTo>
                <a:cubicBezTo>
                  <a:pt x="517" y="52"/>
                  <a:pt x="519" y="53"/>
                  <a:pt x="520" y="54"/>
                </a:cubicBezTo>
                <a:cubicBezTo>
                  <a:pt x="522" y="56"/>
                  <a:pt x="522" y="57"/>
                  <a:pt x="522" y="59"/>
                </a:cubicBezTo>
                <a:lnTo>
                  <a:pt x="522" y="181"/>
                </a:lnTo>
                <a:cubicBezTo>
                  <a:pt x="522" y="183"/>
                  <a:pt x="522" y="185"/>
                  <a:pt x="520" y="186"/>
                </a:cubicBezTo>
                <a:lnTo>
                  <a:pt x="520" y="186"/>
                </a:lnTo>
                <a:cubicBezTo>
                  <a:pt x="519" y="187"/>
                  <a:pt x="517" y="188"/>
                  <a:pt x="516" y="188"/>
                </a:cubicBezTo>
                <a:lnTo>
                  <a:pt x="305" y="188"/>
                </a:lnTo>
                <a:cubicBezTo>
                  <a:pt x="303" y="188"/>
                  <a:pt x="302" y="187"/>
                  <a:pt x="301" y="186"/>
                </a:cubicBezTo>
                <a:lnTo>
                  <a:pt x="300" y="186"/>
                </a:lnTo>
                <a:cubicBezTo>
                  <a:pt x="299" y="185"/>
                  <a:pt x="299" y="183"/>
                  <a:pt x="299" y="181"/>
                </a:cubicBezTo>
                <a:lnTo>
                  <a:pt x="299" y="129"/>
                </a:lnTo>
                <a:lnTo>
                  <a:pt x="403" y="107"/>
                </a:lnTo>
                <a:lnTo>
                  <a:pt x="403" y="105"/>
                </a:lnTo>
                <a:lnTo>
                  <a:pt x="299" y="119"/>
                </a:lnTo>
                <a:lnTo>
                  <a:pt x="299" y="59"/>
                </a:lnTo>
                <a:cubicBezTo>
                  <a:pt x="299" y="57"/>
                  <a:pt x="299" y="56"/>
                  <a:pt x="300" y="54"/>
                </a:cubicBezTo>
                <a:lnTo>
                  <a:pt x="301" y="54"/>
                </a:lnTo>
                <a:cubicBezTo>
                  <a:pt x="302" y="53"/>
                  <a:pt x="303" y="52"/>
                  <a:pt x="305" y="52"/>
                </a:cubicBezTo>
                <a:lnTo>
                  <a:pt x="516" y="52"/>
                </a:lnTo>
                <a:close/>
                <a:moveTo>
                  <a:pt x="305" y="27"/>
                </a:moveTo>
                <a:cubicBezTo>
                  <a:pt x="296" y="27"/>
                  <a:pt x="288" y="30"/>
                  <a:pt x="282" y="36"/>
                </a:cubicBezTo>
                <a:lnTo>
                  <a:pt x="282" y="36"/>
                </a:lnTo>
                <a:cubicBezTo>
                  <a:pt x="276" y="42"/>
                  <a:pt x="273" y="50"/>
                  <a:pt x="273" y="59"/>
                </a:cubicBezTo>
                <a:lnTo>
                  <a:pt x="273" y="122"/>
                </a:lnTo>
                <a:lnTo>
                  <a:pt x="263" y="124"/>
                </a:lnTo>
                <a:lnTo>
                  <a:pt x="263" y="113"/>
                </a:lnTo>
                <a:lnTo>
                  <a:pt x="217" y="113"/>
                </a:lnTo>
                <a:lnTo>
                  <a:pt x="185" y="94"/>
                </a:lnTo>
                <a:lnTo>
                  <a:pt x="111" y="94"/>
                </a:lnTo>
                <a:cubicBezTo>
                  <a:pt x="96" y="94"/>
                  <a:pt x="84" y="106"/>
                  <a:pt x="84" y="121"/>
                </a:cubicBezTo>
                <a:lnTo>
                  <a:pt x="84" y="207"/>
                </a:lnTo>
                <a:lnTo>
                  <a:pt x="112" y="207"/>
                </a:lnTo>
                <a:lnTo>
                  <a:pt x="112" y="144"/>
                </a:lnTo>
                <a:lnTo>
                  <a:pt x="117" y="144"/>
                </a:lnTo>
                <a:lnTo>
                  <a:pt x="117" y="207"/>
                </a:lnTo>
                <a:lnTo>
                  <a:pt x="117" y="223"/>
                </a:lnTo>
                <a:lnTo>
                  <a:pt x="117" y="339"/>
                </a:lnTo>
                <a:lnTo>
                  <a:pt x="148" y="339"/>
                </a:lnTo>
                <a:lnTo>
                  <a:pt x="148" y="243"/>
                </a:lnTo>
                <a:lnTo>
                  <a:pt x="155" y="243"/>
                </a:lnTo>
                <a:lnTo>
                  <a:pt x="155" y="339"/>
                </a:lnTo>
                <a:lnTo>
                  <a:pt x="185" y="339"/>
                </a:lnTo>
                <a:lnTo>
                  <a:pt x="185" y="322"/>
                </a:lnTo>
                <a:lnTo>
                  <a:pt x="185" y="223"/>
                </a:lnTo>
                <a:lnTo>
                  <a:pt x="185" y="207"/>
                </a:lnTo>
                <a:lnTo>
                  <a:pt x="185" y="144"/>
                </a:lnTo>
                <a:lnTo>
                  <a:pt x="185" y="126"/>
                </a:lnTo>
                <a:lnTo>
                  <a:pt x="217" y="144"/>
                </a:lnTo>
                <a:lnTo>
                  <a:pt x="263" y="144"/>
                </a:lnTo>
                <a:lnTo>
                  <a:pt x="263" y="136"/>
                </a:lnTo>
                <a:lnTo>
                  <a:pt x="273" y="134"/>
                </a:lnTo>
                <a:lnTo>
                  <a:pt x="273" y="181"/>
                </a:lnTo>
                <a:cubicBezTo>
                  <a:pt x="273" y="190"/>
                  <a:pt x="276" y="198"/>
                  <a:pt x="282" y="204"/>
                </a:cubicBezTo>
                <a:lnTo>
                  <a:pt x="282" y="204"/>
                </a:lnTo>
                <a:lnTo>
                  <a:pt x="282" y="204"/>
                </a:lnTo>
                <a:cubicBezTo>
                  <a:pt x="288" y="210"/>
                  <a:pt x="296" y="214"/>
                  <a:pt x="305" y="214"/>
                </a:cubicBezTo>
                <a:lnTo>
                  <a:pt x="516" y="214"/>
                </a:lnTo>
                <a:cubicBezTo>
                  <a:pt x="525" y="214"/>
                  <a:pt x="533" y="210"/>
                  <a:pt x="539" y="204"/>
                </a:cubicBezTo>
                <a:lnTo>
                  <a:pt x="539" y="204"/>
                </a:lnTo>
                <a:cubicBezTo>
                  <a:pt x="545" y="198"/>
                  <a:pt x="548" y="190"/>
                  <a:pt x="548" y="181"/>
                </a:cubicBezTo>
                <a:lnTo>
                  <a:pt x="548" y="59"/>
                </a:lnTo>
                <a:cubicBezTo>
                  <a:pt x="548" y="50"/>
                  <a:pt x="545" y="42"/>
                  <a:pt x="539" y="36"/>
                </a:cubicBezTo>
                <a:cubicBezTo>
                  <a:pt x="533" y="30"/>
                  <a:pt x="525" y="27"/>
                  <a:pt x="516" y="27"/>
                </a:cubicBezTo>
                <a:lnTo>
                  <a:pt x="305" y="27"/>
                </a:lnTo>
                <a:close/>
                <a:moveTo>
                  <a:pt x="520" y="221"/>
                </a:moveTo>
                <a:lnTo>
                  <a:pt x="520" y="249"/>
                </a:lnTo>
                <a:lnTo>
                  <a:pt x="497" y="249"/>
                </a:lnTo>
                <a:lnTo>
                  <a:pt x="523" y="341"/>
                </a:lnTo>
                <a:lnTo>
                  <a:pt x="490" y="341"/>
                </a:lnTo>
                <a:lnTo>
                  <a:pt x="464" y="249"/>
                </a:lnTo>
                <a:lnTo>
                  <a:pt x="367" y="249"/>
                </a:lnTo>
                <a:lnTo>
                  <a:pt x="341" y="341"/>
                </a:lnTo>
                <a:lnTo>
                  <a:pt x="308" y="341"/>
                </a:lnTo>
                <a:lnTo>
                  <a:pt x="334" y="249"/>
                </a:lnTo>
                <a:lnTo>
                  <a:pt x="306" y="249"/>
                </a:lnTo>
                <a:lnTo>
                  <a:pt x="306" y="221"/>
                </a:lnTo>
                <a:lnTo>
                  <a:pt x="520" y="221"/>
                </a:lnTo>
                <a:close/>
                <a:moveTo>
                  <a:pt x="113" y="373"/>
                </a:moveTo>
                <a:cubicBezTo>
                  <a:pt x="139" y="373"/>
                  <a:pt x="161" y="394"/>
                  <a:pt x="161" y="421"/>
                </a:cubicBezTo>
                <a:cubicBezTo>
                  <a:pt x="161" y="427"/>
                  <a:pt x="160" y="433"/>
                  <a:pt x="158" y="438"/>
                </a:cubicBezTo>
                <a:lnTo>
                  <a:pt x="68" y="438"/>
                </a:lnTo>
                <a:cubicBezTo>
                  <a:pt x="66" y="433"/>
                  <a:pt x="65" y="427"/>
                  <a:pt x="65" y="421"/>
                </a:cubicBezTo>
                <a:cubicBezTo>
                  <a:pt x="65" y="394"/>
                  <a:pt x="86" y="373"/>
                  <a:pt x="113" y="373"/>
                </a:cubicBezTo>
                <a:close/>
                <a:moveTo>
                  <a:pt x="316" y="373"/>
                </a:moveTo>
                <a:cubicBezTo>
                  <a:pt x="342" y="373"/>
                  <a:pt x="364" y="394"/>
                  <a:pt x="364" y="421"/>
                </a:cubicBezTo>
                <a:cubicBezTo>
                  <a:pt x="364" y="427"/>
                  <a:pt x="363" y="433"/>
                  <a:pt x="361" y="438"/>
                </a:cubicBezTo>
                <a:lnTo>
                  <a:pt x="271" y="438"/>
                </a:lnTo>
                <a:cubicBezTo>
                  <a:pt x="269" y="433"/>
                  <a:pt x="268" y="427"/>
                  <a:pt x="268" y="421"/>
                </a:cubicBezTo>
                <a:cubicBezTo>
                  <a:pt x="268" y="394"/>
                  <a:pt x="289" y="373"/>
                  <a:pt x="316" y="373"/>
                </a:cubicBezTo>
                <a:close/>
                <a:moveTo>
                  <a:pt x="522" y="373"/>
                </a:moveTo>
                <a:cubicBezTo>
                  <a:pt x="548" y="373"/>
                  <a:pt x="570" y="394"/>
                  <a:pt x="570" y="421"/>
                </a:cubicBezTo>
                <a:cubicBezTo>
                  <a:pt x="570" y="427"/>
                  <a:pt x="569" y="433"/>
                  <a:pt x="567" y="438"/>
                </a:cubicBezTo>
                <a:lnTo>
                  <a:pt x="477" y="438"/>
                </a:lnTo>
                <a:cubicBezTo>
                  <a:pt x="475" y="433"/>
                  <a:pt x="474" y="427"/>
                  <a:pt x="474" y="421"/>
                </a:cubicBezTo>
                <a:cubicBezTo>
                  <a:pt x="474" y="394"/>
                  <a:pt x="495" y="373"/>
                  <a:pt x="522" y="373"/>
                </a:cubicBezTo>
                <a:close/>
                <a:moveTo>
                  <a:pt x="62" y="448"/>
                </a:moveTo>
                <a:lnTo>
                  <a:pt x="161" y="448"/>
                </a:lnTo>
                <a:cubicBezTo>
                  <a:pt x="182" y="448"/>
                  <a:pt x="200" y="466"/>
                  <a:pt x="200" y="487"/>
                </a:cubicBezTo>
                <a:lnTo>
                  <a:pt x="200" y="527"/>
                </a:lnTo>
                <a:lnTo>
                  <a:pt x="203" y="527"/>
                </a:lnTo>
                <a:lnTo>
                  <a:pt x="221" y="527"/>
                </a:lnTo>
                <a:lnTo>
                  <a:pt x="227" y="527"/>
                </a:lnTo>
                <a:lnTo>
                  <a:pt x="227" y="487"/>
                </a:lnTo>
                <a:cubicBezTo>
                  <a:pt x="227" y="466"/>
                  <a:pt x="244" y="448"/>
                  <a:pt x="265" y="448"/>
                </a:cubicBezTo>
                <a:lnTo>
                  <a:pt x="364" y="448"/>
                </a:lnTo>
                <a:cubicBezTo>
                  <a:pt x="385" y="448"/>
                  <a:pt x="403" y="466"/>
                  <a:pt x="403" y="487"/>
                </a:cubicBezTo>
                <a:lnTo>
                  <a:pt x="403" y="527"/>
                </a:lnTo>
                <a:lnTo>
                  <a:pt x="409" y="527"/>
                </a:lnTo>
                <a:lnTo>
                  <a:pt x="424" y="527"/>
                </a:lnTo>
                <a:lnTo>
                  <a:pt x="433" y="527"/>
                </a:lnTo>
                <a:lnTo>
                  <a:pt x="433" y="487"/>
                </a:lnTo>
                <a:cubicBezTo>
                  <a:pt x="433" y="466"/>
                  <a:pt x="450" y="448"/>
                  <a:pt x="471" y="448"/>
                </a:cubicBezTo>
                <a:lnTo>
                  <a:pt x="570" y="448"/>
                </a:lnTo>
                <a:cubicBezTo>
                  <a:pt x="591" y="448"/>
                  <a:pt x="608" y="466"/>
                  <a:pt x="608" y="487"/>
                </a:cubicBezTo>
                <a:lnTo>
                  <a:pt x="608" y="527"/>
                </a:lnTo>
                <a:lnTo>
                  <a:pt x="614" y="527"/>
                </a:lnTo>
                <a:lnTo>
                  <a:pt x="630" y="527"/>
                </a:lnTo>
                <a:lnTo>
                  <a:pt x="638" y="527"/>
                </a:lnTo>
                <a:lnTo>
                  <a:pt x="638" y="549"/>
                </a:lnTo>
                <a:lnTo>
                  <a:pt x="630" y="549"/>
                </a:lnTo>
                <a:lnTo>
                  <a:pt x="614" y="549"/>
                </a:lnTo>
                <a:lnTo>
                  <a:pt x="608" y="549"/>
                </a:lnTo>
                <a:lnTo>
                  <a:pt x="608" y="603"/>
                </a:lnTo>
                <a:lnTo>
                  <a:pt x="433" y="603"/>
                </a:lnTo>
                <a:lnTo>
                  <a:pt x="433" y="549"/>
                </a:lnTo>
                <a:lnTo>
                  <a:pt x="424" y="549"/>
                </a:lnTo>
                <a:lnTo>
                  <a:pt x="409" y="549"/>
                </a:lnTo>
                <a:lnTo>
                  <a:pt x="403" y="549"/>
                </a:lnTo>
                <a:lnTo>
                  <a:pt x="403" y="603"/>
                </a:lnTo>
                <a:lnTo>
                  <a:pt x="227" y="603"/>
                </a:lnTo>
                <a:lnTo>
                  <a:pt x="227" y="549"/>
                </a:lnTo>
                <a:lnTo>
                  <a:pt x="221" y="549"/>
                </a:lnTo>
                <a:lnTo>
                  <a:pt x="203" y="549"/>
                </a:lnTo>
                <a:lnTo>
                  <a:pt x="200" y="549"/>
                </a:lnTo>
                <a:lnTo>
                  <a:pt x="200" y="603"/>
                </a:lnTo>
                <a:lnTo>
                  <a:pt x="24" y="603"/>
                </a:lnTo>
                <a:lnTo>
                  <a:pt x="24" y="549"/>
                </a:lnTo>
                <a:lnTo>
                  <a:pt x="0" y="549"/>
                </a:lnTo>
                <a:lnTo>
                  <a:pt x="0" y="527"/>
                </a:lnTo>
                <a:lnTo>
                  <a:pt x="24" y="527"/>
                </a:lnTo>
                <a:lnTo>
                  <a:pt x="24" y="487"/>
                </a:lnTo>
                <a:cubicBezTo>
                  <a:pt x="24" y="466"/>
                  <a:pt x="41" y="448"/>
                  <a:pt x="62" y="448"/>
                </a:cubicBezTo>
                <a:close/>
                <a:moveTo>
                  <a:pt x="152" y="0"/>
                </a:moveTo>
                <a:cubicBezTo>
                  <a:pt x="176" y="0"/>
                  <a:pt x="196" y="20"/>
                  <a:pt x="196" y="44"/>
                </a:cubicBezTo>
                <a:cubicBezTo>
                  <a:pt x="196" y="68"/>
                  <a:pt x="176" y="88"/>
                  <a:pt x="152" y="88"/>
                </a:cubicBezTo>
                <a:cubicBezTo>
                  <a:pt x="127" y="88"/>
                  <a:pt x="108" y="68"/>
                  <a:pt x="108" y="44"/>
                </a:cubicBezTo>
                <a:cubicBezTo>
                  <a:pt x="108" y="20"/>
                  <a:pt x="127" y="0"/>
                  <a:pt x="152" y="0"/>
                </a:cubicBezTo>
                <a:close/>
              </a:path>
            </a:pathLst>
          </a:custGeom>
          <a:solidFill>
            <a:srgbClr val="FFFFFF"/>
          </a:solidFill>
          <a:ln>
            <a:noFill/>
          </a:ln>
        </p:spPr>
        <p:txBody>
          <a:bodyPr vert="horz" wrap="square" lIns="91440" tIns="45720" rIns="91440" bIns="45720" numCol="1" anchor="t" anchorCtr="0" compatLnSpc="1"/>
          <a:lstStyle/>
          <a:p>
            <a:endParaRPr lang="zh-CN" altLang="en-US">
              <a:solidFill>
                <a:schemeClr val="accent2"/>
              </a:solidFill>
            </a:endParaRPr>
          </a:p>
        </p:txBody>
      </p:sp>
      <p:sp>
        <p:nvSpPr>
          <p:cNvPr id="29" name="TextBox 12"/>
          <p:cNvSpPr txBox="1"/>
          <p:nvPr/>
        </p:nvSpPr>
        <p:spPr>
          <a:xfrm>
            <a:off x="866794" y="3614497"/>
            <a:ext cx="4179855" cy="3046095"/>
          </a:xfrm>
          <a:prstGeom prst="rect">
            <a:avLst/>
          </a:prstGeom>
          <a:noFill/>
        </p:spPr>
        <p:txBody>
          <a:bodyPr wrap="square" rtlCol="0">
            <a:spAutoFit/>
          </a:bodyPr>
          <a:lstStyle/>
          <a:p>
            <a:pPr>
              <a:lnSpc>
                <a:spcPct val="150000"/>
              </a:lnSpc>
            </a:pP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对于问题(1)，在教师根据自己的时间安排下向管理人员提交实验申请，管理员根据具体所有教室使用情况合理安排实验地点以及具体的实验时间，在此期间，系统将会自动筛选掉忙碌或者不合适的实验室，方便管理员进行安排。安排结束之后学生可在主页查看相关实验的基本信息，并且可以预约实验，也可取消之前预约过的实验。</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0" name="TextBox 12"/>
          <p:cNvSpPr txBox="1"/>
          <p:nvPr/>
        </p:nvSpPr>
        <p:spPr>
          <a:xfrm>
            <a:off x="6250963" y="2949016"/>
            <a:ext cx="4179855" cy="2306955"/>
          </a:xfrm>
          <a:prstGeom prst="rect">
            <a:avLst/>
          </a:prstGeom>
          <a:noFill/>
        </p:spPr>
        <p:txBody>
          <a:bodyPr wrap="square" rtlCol="0">
            <a:spAutoFit/>
          </a:bodyPr>
          <a:lstStyle/>
          <a:p>
            <a:pPr>
              <a:lnSpc>
                <a:spcPct val="150000"/>
              </a:lnSpc>
            </a:pP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     选择Nodejs作为后台开发语言可以充分的解决该问题（2），对于I/O密集型的操作，从单线程的角度出发，Nodejs面向网络且通过异步的方式处理并行I/O的能力是十分强大的，能够有效的组织起更多的硬件资源，从而提供更好的服务。</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6106160" y="703580"/>
            <a:ext cx="4053840" cy="2026920"/>
          </a:xfrm>
          <a:prstGeom prst="rect">
            <a:avLst/>
          </a:prstGeom>
        </p:spPr>
      </p:pic>
      <p:pic>
        <p:nvPicPr>
          <p:cNvPr id="56" name="组合 1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5984" y="1625401"/>
            <a:ext cx="430968" cy="433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outVertical)">
                                      <p:cBhvr>
                                        <p:cTn id="7" dur="500"/>
                                        <p:tgtEl>
                                          <p:spTgt spid="2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childTnLst>
                          </p:cTn>
                        </p:par>
                        <p:par>
                          <p:cTn id="12" fill="hold">
                            <p:stCondLst>
                              <p:cond delay="1000"/>
                            </p:stCondLst>
                            <p:childTnLst>
                              <p:par>
                                <p:cTn id="13" presetID="16" presetClass="entr" presetSubtype="37"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barn(outVertical)">
                                      <p:cBhvr>
                                        <p:cTn id="15" dur="500"/>
                                        <p:tgtEl>
                                          <p:spTgt spid="29"/>
                                        </p:tgtEl>
                                      </p:cBhvr>
                                    </p:animEffect>
                                  </p:childTnLst>
                                </p:cTn>
                              </p:par>
                            </p:childTnLst>
                          </p:cTn>
                        </p:par>
                        <p:par>
                          <p:cTn id="16" fill="hold">
                            <p:stCondLst>
                              <p:cond delay="1500"/>
                            </p:stCondLst>
                            <p:childTnLst>
                              <p:par>
                                <p:cTn id="17" presetID="16" presetClass="entr" presetSubtype="37" fill="hold" grpId="0"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barn(outVertical)">
                                      <p:cBhvr>
                                        <p:cTn id="19" dur="500"/>
                                        <p:tgtEl>
                                          <p:spTgt spid="24"/>
                                        </p:tgtEl>
                                      </p:cBhvr>
                                    </p:animEffect>
                                  </p:childTnLst>
                                </p:cTn>
                              </p:par>
                            </p:childTnLst>
                          </p:cTn>
                        </p:par>
                        <p:par>
                          <p:cTn id="20" fill="hold">
                            <p:stCondLst>
                              <p:cond delay="2000"/>
                            </p:stCondLst>
                            <p:childTnLst>
                              <p:par>
                                <p:cTn id="21" presetID="47" presetClass="entr" presetSubtype="0" fill="hold" grpId="0"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1000"/>
                                        <p:tgtEl>
                                          <p:spTgt spid="26"/>
                                        </p:tgtEl>
                                      </p:cBhvr>
                                    </p:animEffect>
                                    <p:anim calcmode="lin" valueType="num">
                                      <p:cBhvr>
                                        <p:cTn id="24" dur="1000" fill="hold"/>
                                        <p:tgtEl>
                                          <p:spTgt spid="26"/>
                                        </p:tgtEl>
                                        <p:attrNameLst>
                                          <p:attrName>ppt_x</p:attrName>
                                        </p:attrNameLst>
                                      </p:cBhvr>
                                      <p:tavLst>
                                        <p:tav tm="0">
                                          <p:val>
                                            <p:strVal val="#ppt_x"/>
                                          </p:val>
                                        </p:tav>
                                        <p:tav tm="100000">
                                          <p:val>
                                            <p:strVal val="#ppt_x"/>
                                          </p:val>
                                        </p:tav>
                                      </p:tavLst>
                                    </p:anim>
                                    <p:anim calcmode="lin" valueType="num">
                                      <p:cBhvr>
                                        <p:cTn id="25" dur="1000" fill="hold"/>
                                        <p:tgtEl>
                                          <p:spTgt spid="26"/>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16" presetClass="entr" presetSubtype="37" fill="hold" grpId="0"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barn(outVertical)">
                                      <p:cBhvr>
                                        <p:cTn id="2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P spid="26" grpId="0" bldLvl="0" animBg="1"/>
      <p:bldP spid="28" grpId="0" bldLvl="0" animBg="1"/>
      <p:bldP spid="29" grpId="0"/>
      <p:bldP spid="3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rot="21352991">
            <a:off x="-1412742" y="1715909"/>
            <a:ext cx="8788144" cy="3252200"/>
          </a:xfrm>
          <a:prstGeom prst="rect">
            <a:avLst/>
          </a:prstGeom>
        </p:spPr>
      </p:pic>
      <p:sp>
        <p:nvSpPr>
          <p:cNvPr id="28" name="文本框 27"/>
          <p:cNvSpPr txBox="1"/>
          <p:nvPr/>
        </p:nvSpPr>
        <p:spPr>
          <a:xfrm>
            <a:off x="7015120" y="3214396"/>
            <a:ext cx="3550128" cy="521970"/>
          </a:xfrm>
          <a:prstGeom prst="rect">
            <a:avLst/>
          </a:prstGeom>
          <a:noFill/>
        </p:spPr>
        <p:txBody>
          <a:bodyPr wrap="square" rtlCol="0">
            <a:spAutoFit/>
          </a:bodyPr>
          <a:lstStyle/>
          <a:p>
            <a:pPr algn="dist"/>
            <a:r>
              <a:rPr lang="zh-CN" altLang="en-US" sz="2800" dirty="0">
                <a:solidFill>
                  <a:srgbClr val="0E6CA6"/>
                </a:solidFill>
                <a:latin typeface="微软雅黑" panose="020B0503020204020204" pitchFamily="34" charset="-122"/>
                <a:ea typeface="微软雅黑" panose="020B0503020204020204" pitchFamily="34" charset="-122"/>
                <a:sym typeface="+mn-ea"/>
              </a:rPr>
              <a:t>研究方法及过程</a:t>
            </a:r>
            <a:endParaRPr lang="zh-CN" altLang="en-US" sz="2800" dirty="0">
              <a:solidFill>
                <a:srgbClr val="0E6CA6"/>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7015120" y="2424709"/>
            <a:ext cx="931365" cy="707886"/>
          </a:xfrm>
          <a:prstGeom prst="rect">
            <a:avLst/>
          </a:prstGeom>
          <a:noFill/>
        </p:spPr>
        <p:txBody>
          <a:bodyPr wrap="square" rtlCol="0">
            <a:spAutoFit/>
          </a:bodyPr>
          <a:lstStyle/>
          <a:p>
            <a:pPr algn="dist"/>
            <a:r>
              <a:rPr lang="en-US" altLang="zh-CN" sz="4000">
                <a:solidFill>
                  <a:srgbClr val="0E6CA6"/>
                </a:solidFill>
                <a:latin typeface="微软雅黑" panose="020B0503020204020204" pitchFamily="34" charset="-122"/>
                <a:ea typeface="微软雅黑" panose="020B0503020204020204" pitchFamily="34" charset="-122"/>
              </a:rPr>
              <a:t>03</a:t>
            </a:r>
            <a:endParaRPr lang="zh-CN" altLang="en-US" sz="4000" dirty="0">
              <a:solidFill>
                <a:srgbClr val="0E6CA6"/>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MH_Other_1"/>
          <p:cNvSpPr>
            <a:spLocks noChangeArrowheads="1"/>
          </p:cNvSpPr>
          <p:nvPr>
            <p:custDataLst>
              <p:tags r:id="rId1"/>
            </p:custDataLst>
          </p:nvPr>
        </p:nvSpPr>
        <p:spPr bwMode="auto">
          <a:xfrm>
            <a:off x="181613" y="1056171"/>
            <a:ext cx="4809067" cy="5801829"/>
          </a:xfrm>
          <a:prstGeom prst="homePlate">
            <a:avLst>
              <a:gd name="adj" fmla="val 31338"/>
            </a:avLst>
          </a:prstGeom>
          <a:gradFill>
            <a:gsLst>
              <a:gs pos="0">
                <a:srgbClr val="0E6CA6"/>
              </a:gs>
              <a:gs pos="98000">
                <a:srgbClr val="3982A2"/>
              </a:gs>
            </a:gsLst>
            <a:lin ang="2700000" scaled="1"/>
          </a:gra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30000"/>
              </a:lnSpc>
            </a:pPr>
            <a:endParaRPr lang="zh-CN" altLang="en-US" sz="1350" dirty="0">
              <a:solidFill>
                <a:srgbClr val="FFFFFF"/>
              </a:solidFill>
              <a:latin typeface="Arial" panose="020B0604020202020204" pitchFamily="34" charset="0"/>
              <a:ea typeface="仿宋" panose="02010609060101010101" pitchFamily="49" charset="-122"/>
            </a:endParaRPr>
          </a:p>
        </p:txBody>
      </p:sp>
      <p:sp>
        <p:nvSpPr>
          <p:cNvPr id="6" name="Rectangle 47"/>
          <p:cNvSpPr/>
          <p:nvPr/>
        </p:nvSpPr>
        <p:spPr>
          <a:xfrm>
            <a:off x="1082939" y="435130"/>
            <a:ext cx="2328518" cy="430530"/>
          </a:xfrm>
          <a:prstGeom prst="rect">
            <a:avLst/>
          </a:prstGeom>
        </p:spPr>
        <p:txBody>
          <a:bodyPr wrap="square" lIns="0" tIns="0" rIns="0" bIns="0">
            <a:spAutoFit/>
          </a:bodyPr>
          <a:lstStyle/>
          <a:p>
            <a:pPr algn="ctr"/>
            <a:r>
              <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rPr>
              <a:t>功能结构图</a:t>
            </a:r>
            <a:endPar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椭圆 6"/>
          <p:cNvSpPr/>
          <p:nvPr/>
        </p:nvSpPr>
        <p:spPr>
          <a:xfrm>
            <a:off x="366820" y="355496"/>
            <a:ext cx="629846" cy="629846"/>
          </a:xfrm>
          <a:prstGeom prst="ellipse">
            <a:avLst/>
          </a:prstGeom>
          <a:solidFill>
            <a:srgbClr val="0E6C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40"/>
          <p:cNvSpPr>
            <a:spLocks noEditPoints="1"/>
          </p:cNvSpPr>
          <p:nvPr/>
        </p:nvSpPr>
        <p:spPr bwMode="auto">
          <a:xfrm>
            <a:off x="453093" y="474820"/>
            <a:ext cx="391197" cy="391197"/>
          </a:xfrm>
          <a:custGeom>
            <a:avLst/>
            <a:gdLst>
              <a:gd name="T0" fmla="*/ 179900 w 473"/>
              <a:gd name="T1" fmla="*/ 316918 h 473"/>
              <a:gd name="T2" fmla="*/ 269851 w 473"/>
              <a:gd name="T3" fmla="*/ 494726 h 473"/>
              <a:gd name="T4" fmla="*/ 494726 w 473"/>
              <a:gd name="T5" fmla="*/ 0 h 473"/>
              <a:gd name="T6" fmla="*/ 0 w 473"/>
              <a:gd name="T7" fmla="*/ 237427 h 473"/>
              <a:gd name="T8" fmla="*/ 179900 w 473"/>
              <a:gd name="T9" fmla="*/ 316918 h 473"/>
              <a:gd name="T10" fmla="*/ 185130 w 473"/>
              <a:gd name="T11" fmla="*/ 297045 h 473"/>
              <a:gd name="T12" fmla="*/ 49159 w 473"/>
              <a:gd name="T13" fmla="*/ 234289 h 473"/>
              <a:gd name="T14" fmla="*/ 427786 w 473"/>
              <a:gd name="T15" fmla="*/ 54388 h 473"/>
              <a:gd name="T16" fmla="*/ 185130 w 473"/>
              <a:gd name="T17" fmla="*/ 297045 h 473"/>
              <a:gd name="T18" fmla="*/ 269851 w 473"/>
              <a:gd name="T19" fmla="*/ 447659 h 473"/>
              <a:gd name="T20" fmla="*/ 199773 w 473"/>
              <a:gd name="T21" fmla="*/ 309596 h 473"/>
              <a:gd name="T22" fmla="*/ 442429 w 473"/>
              <a:gd name="T23" fmla="*/ 63802 h 473"/>
              <a:gd name="T24" fmla="*/ 269851 w 473"/>
              <a:gd name="T25" fmla="*/ 447659 h 4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3" h="473">
                <a:moveTo>
                  <a:pt x="172" y="303"/>
                </a:moveTo>
                <a:lnTo>
                  <a:pt x="258" y="473"/>
                </a:lnTo>
                <a:lnTo>
                  <a:pt x="473" y="0"/>
                </a:lnTo>
                <a:lnTo>
                  <a:pt x="0" y="227"/>
                </a:lnTo>
                <a:lnTo>
                  <a:pt x="172" y="303"/>
                </a:lnTo>
                <a:close/>
                <a:moveTo>
                  <a:pt x="177" y="284"/>
                </a:moveTo>
                <a:lnTo>
                  <a:pt x="47" y="224"/>
                </a:lnTo>
                <a:lnTo>
                  <a:pt x="409" y="52"/>
                </a:lnTo>
                <a:lnTo>
                  <a:pt x="177" y="284"/>
                </a:lnTo>
                <a:close/>
                <a:moveTo>
                  <a:pt x="258" y="428"/>
                </a:moveTo>
                <a:lnTo>
                  <a:pt x="191" y="296"/>
                </a:lnTo>
                <a:lnTo>
                  <a:pt x="423" y="61"/>
                </a:lnTo>
                <a:lnTo>
                  <a:pt x="258" y="428"/>
                </a:lnTo>
                <a:close/>
              </a:path>
            </a:pathLst>
          </a:custGeom>
          <a:solidFill>
            <a:schemeClr val="bg1"/>
          </a:solidFill>
          <a:ln>
            <a:noFill/>
          </a:ln>
        </p:spPr>
        <p:txBody>
          <a:bodyPr/>
          <a:lstStyle/>
          <a:p>
            <a:endParaRPr lang="zh-CN" altLang="en-US"/>
          </a:p>
        </p:txBody>
      </p:sp>
      <p:sp>
        <p:nvSpPr>
          <p:cNvPr id="89" name="文本框 88"/>
          <p:cNvSpPr txBox="1"/>
          <p:nvPr/>
        </p:nvSpPr>
        <p:spPr>
          <a:xfrm>
            <a:off x="181610" y="2802255"/>
            <a:ext cx="4020820" cy="1198880"/>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通过对实验教学管理系统的主要功能及模块分析，该系统的框架结构图</a:t>
            </a:r>
            <a:endParaRPr lang="zh-CN" altLang="en-US" sz="2400" dirty="0">
              <a:solidFill>
                <a:schemeClr val="bg1"/>
              </a:solidFill>
              <a:latin typeface="微软雅黑" panose="020B0503020204020204" pitchFamily="34" charset="-122"/>
              <a:ea typeface="微软雅黑" panose="020B0503020204020204" pitchFamily="34" charset="-122"/>
            </a:endParaRPr>
          </a:p>
        </p:txBody>
      </p:sp>
      <p:cxnSp>
        <p:nvCxnSpPr>
          <p:cNvPr id="91" name="PA_直接连接符 30"/>
          <p:cNvCxnSpPr/>
          <p:nvPr>
            <p:custDataLst>
              <p:tags r:id="rId2"/>
            </p:custDataLst>
          </p:nvPr>
        </p:nvCxnSpPr>
        <p:spPr>
          <a:xfrm>
            <a:off x="329884" y="2802383"/>
            <a:ext cx="1189764" cy="0"/>
          </a:xfrm>
          <a:prstGeom prst="line">
            <a:avLst/>
          </a:prstGeom>
          <a:ln w="28575">
            <a:solidFill>
              <a:schemeClr val="bg1"/>
            </a:solidFill>
          </a:ln>
        </p:spPr>
        <p:style>
          <a:lnRef idx="1">
            <a:schemeClr val="accent6"/>
          </a:lnRef>
          <a:fillRef idx="0">
            <a:schemeClr val="accent6"/>
          </a:fillRef>
          <a:effectRef idx="0">
            <a:schemeClr val="accent6"/>
          </a:effectRef>
          <a:fontRef idx="minor">
            <a:schemeClr val="tx1"/>
          </a:fontRef>
        </p:style>
      </p:cxnSp>
      <p:pic>
        <p:nvPicPr>
          <p:cNvPr id="2" name="图片 5" descr="无标题"/>
          <p:cNvPicPr>
            <a:picLocks noChangeAspect="1"/>
          </p:cNvPicPr>
          <p:nvPr/>
        </p:nvPicPr>
        <p:blipFill>
          <a:blip r:embed="rId3"/>
          <a:stretch>
            <a:fillRect/>
          </a:stretch>
        </p:blipFill>
        <p:spPr>
          <a:xfrm>
            <a:off x="4990465" y="1977390"/>
            <a:ext cx="7258685" cy="373253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7"/>
          <p:cNvSpPr/>
          <p:nvPr/>
        </p:nvSpPr>
        <p:spPr>
          <a:xfrm>
            <a:off x="1082939" y="435130"/>
            <a:ext cx="2328518" cy="430530"/>
          </a:xfrm>
          <a:prstGeom prst="rect">
            <a:avLst/>
          </a:prstGeom>
        </p:spPr>
        <p:txBody>
          <a:bodyPr wrap="square" lIns="0" tIns="0" rIns="0" bIns="0">
            <a:spAutoFit/>
          </a:bodyPr>
          <a:lstStyle/>
          <a:p>
            <a:pPr algn="ctr"/>
            <a:r>
              <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rPr>
              <a:t>管理员用户</a:t>
            </a:r>
            <a:endPar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椭圆 6"/>
          <p:cNvSpPr/>
          <p:nvPr/>
        </p:nvSpPr>
        <p:spPr>
          <a:xfrm>
            <a:off x="366820" y="355496"/>
            <a:ext cx="629846" cy="629846"/>
          </a:xfrm>
          <a:prstGeom prst="ellipse">
            <a:avLst/>
          </a:prstGeom>
          <a:solidFill>
            <a:srgbClr val="0E6C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40"/>
          <p:cNvSpPr>
            <a:spLocks noEditPoints="1"/>
          </p:cNvSpPr>
          <p:nvPr/>
        </p:nvSpPr>
        <p:spPr bwMode="auto">
          <a:xfrm>
            <a:off x="453093" y="474820"/>
            <a:ext cx="391197" cy="391197"/>
          </a:xfrm>
          <a:custGeom>
            <a:avLst/>
            <a:gdLst>
              <a:gd name="T0" fmla="*/ 179900 w 473"/>
              <a:gd name="T1" fmla="*/ 316918 h 473"/>
              <a:gd name="T2" fmla="*/ 269851 w 473"/>
              <a:gd name="T3" fmla="*/ 494726 h 473"/>
              <a:gd name="T4" fmla="*/ 494726 w 473"/>
              <a:gd name="T5" fmla="*/ 0 h 473"/>
              <a:gd name="T6" fmla="*/ 0 w 473"/>
              <a:gd name="T7" fmla="*/ 237427 h 473"/>
              <a:gd name="T8" fmla="*/ 179900 w 473"/>
              <a:gd name="T9" fmla="*/ 316918 h 473"/>
              <a:gd name="T10" fmla="*/ 185130 w 473"/>
              <a:gd name="T11" fmla="*/ 297045 h 473"/>
              <a:gd name="T12" fmla="*/ 49159 w 473"/>
              <a:gd name="T13" fmla="*/ 234289 h 473"/>
              <a:gd name="T14" fmla="*/ 427786 w 473"/>
              <a:gd name="T15" fmla="*/ 54388 h 473"/>
              <a:gd name="T16" fmla="*/ 185130 w 473"/>
              <a:gd name="T17" fmla="*/ 297045 h 473"/>
              <a:gd name="T18" fmla="*/ 269851 w 473"/>
              <a:gd name="T19" fmla="*/ 447659 h 473"/>
              <a:gd name="T20" fmla="*/ 199773 w 473"/>
              <a:gd name="T21" fmla="*/ 309596 h 473"/>
              <a:gd name="T22" fmla="*/ 442429 w 473"/>
              <a:gd name="T23" fmla="*/ 63802 h 473"/>
              <a:gd name="T24" fmla="*/ 269851 w 473"/>
              <a:gd name="T25" fmla="*/ 447659 h 4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3" h="473">
                <a:moveTo>
                  <a:pt x="172" y="303"/>
                </a:moveTo>
                <a:lnTo>
                  <a:pt x="258" y="473"/>
                </a:lnTo>
                <a:lnTo>
                  <a:pt x="473" y="0"/>
                </a:lnTo>
                <a:lnTo>
                  <a:pt x="0" y="227"/>
                </a:lnTo>
                <a:lnTo>
                  <a:pt x="172" y="303"/>
                </a:lnTo>
                <a:close/>
                <a:moveTo>
                  <a:pt x="177" y="284"/>
                </a:moveTo>
                <a:lnTo>
                  <a:pt x="47" y="224"/>
                </a:lnTo>
                <a:lnTo>
                  <a:pt x="409" y="52"/>
                </a:lnTo>
                <a:lnTo>
                  <a:pt x="177" y="284"/>
                </a:lnTo>
                <a:close/>
                <a:moveTo>
                  <a:pt x="258" y="428"/>
                </a:moveTo>
                <a:lnTo>
                  <a:pt x="191" y="296"/>
                </a:lnTo>
                <a:lnTo>
                  <a:pt x="423" y="61"/>
                </a:lnTo>
                <a:lnTo>
                  <a:pt x="258" y="428"/>
                </a:lnTo>
                <a:close/>
              </a:path>
            </a:pathLst>
          </a:custGeom>
          <a:solidFill>
            <a:schemeClr val="bg1"/>
          </a:solidFill>
          <a:ln>
            <a:noFill/>
          </a:ln>
        </p:spPr>
        <p:txBody>
          <a:bodyPr/>
          <a:lstStyle/>
          <a:p>
            <a:endParaRPr lang="zh-CN" altLang="en-US"/>
          </a:p>
        </p:txBody>
      </p:sp>
      <p:sp>
        <p:nvSpPr>
          <p:cNvPr id="2" name="文本框 1"/>
          <p:cNvSpPr txBox="1"/>
          <p:nvPr/>
        </p:nvSpPr>
        <p:spPr>
          <a:xfrm>
            <a:off x="2007235" y="1454150"/>
            <a:ext cx="7767955" cy="4154170"/>
          </a:xfrm>
          <a:prstGeom prst="rect">
            <a:avLst/>
          </a:prstGeom>
          <a:noFill/>
        </p:spPr>
        <p:txBody>
          <a:bodyPr wrap="square" rtlCol="0">
            <a:spAutoFit/>
          </a:bodyPr>
          <a:p>
            <a:pPr algn="l"/>
            <a:r>
              <a:rPr lang="zh-CN" altLang="en-US" sz="2400"/>
              <a:t>管理员模块的使用者是整个系统权限最高的人员。</a:t>
            </a:r>
            <a:endParaRPr lang="zh-CN" altLang="en-US" sz="2400"/>
          </a:p>
          <a:p>
            <a:pPr algn="l"/>
            <a:endParaRPr lang="zh-CN" altLang="en-US" sz="2400"/>
          </a:p>
          <a:p>
            <a:pPr algn="l"/>
            <a:endParaRPr lang="zh-CN" altLang="en-US" sz="2400"/>
          </a:p>
          <a:p>
            <a:pPr algn="l"/>
            <a:r>
              <a:rPr lang="en-US" altLang="zh-CN" sz="2400"/>
              <a:t>1</a:t>
            </a:r>
            <a:r>
              <a:rPr lang="zh-CN" altLang="en-US" sz="2400"/>
              <a:t>、对教师申请的实验进行审批；</a:t>
            </a:r>
            <a:endParaRPr lang="zh-CN" altLang="en-US" sz="2400"/>
          </a:p>
          <a:p>
            <a:pPr algn="l"/>
            <a:endParaRPr lang="zh-CN" altLang="en-US" sz="2400"/>
          </a:p>
          <a:p>
            <a:pPr algn="l"/>
            <a:r>
              <a:rPr lang="en-US" altLang="zh-CN" sz="2400"/>
              <a:t>2</a:t>
            </a:r>
            <a:r>
              <a:rPr lang="zh-CN" altLang="en-US" sz="2400"/>
              <a:t>、安排实验教室以及上课时间；</a:t>
            </a:r>
            <a:endParaRPr lang="zh-CN" altLang="en-US" sz="2400"/>
          </a:p>
          <a:p>
            <a:pPr algn="l"/>
            <a:endParaRPr lang="zh-CN" altLang="en-US" sz="2400"/>
          </a:p>
          <a:p>
            <a:pPr algn="l"/>
            <a:r>
              <a:rPr lang="en-US" altLang="zh-CN" sz="2400"/>
              <a:t>3</a:t>
            </a:r>
            <a:r>
              <a:rPr lang="zh-CN" altLang="en-US" sz="2400"/>
              <a:t>、同时对系统人员，包括教师、学生、管理员</a:t>
            </a:r>
            <a:r>
              <a:rPr lang="en-US" altLang="zh-CN" sz="2400"/>
              <a:t>(</a:t>
            </a:r>
            <a:r>
              <a:rPr lang="zh-CN" altLang="en-US" sz="2400"/>
              <a:t>超级管理员权限</a:t>
            </a:r>
            <a:r>
              <a:rPr lang="en-US" altLang="zh-CN" sz="2400"/>
              <a:t>)</a:t>
            </a:r>
            <a:r>
              <a:rPr lang="zh-CN" altLang="en-US" sz="2400"/>
              <a:t>信息进行添加，删除，修改等操作；</a:t>
            </a:r>
            <a:endParaRPr lang="zh-CN" altLang="en-US" sz="2400"/>
          </a:p>
          <a:p>
            <a:pPr algn="l"/>
            <a:endParaRPr lang="zh-CN" altLang="en-US" sz="2400"/>
          </a:p>
          <a:p>
            <a:pPr algn="l"/>
            <a:r>
              <a:rPr lang="en-US" altLang="zh-CN" sz="2400"/>
              <a:t>4</a:t>
            </a:r>
            <a:r>
              <a:rPr lang="zh-CN" altLang="en-US" sz="2400"/>
              <a:t>、及时发布系统公告等。</a:t>
            </a:r>
            <a:endParaRPr lang="zh-CN" altLang="en-US" sz="240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7"/>
          <p:cNvSpPr/>
          <p:nvPr/>
        </p:nvSpPr>
        <p:spPr>
          <a:xfrm>
            <a:off x="1082939" y="435130"/>
            <a:ext cx="2328518" cy="430530"/>
          </a:xfrm>
          <a:prstGeom prst="rect">
            <a:avLst/>
          </a:prstGeom>
        </p:spPr>
        <p:txBody>
          <a:bodyPr wrap="square" lIns="0" tIns="0" rIns="0" bIns="0">
            <a:spAutoFit/>
          </a:bodyPr>
          <a:lstStyle/>
          <a:p>
            <a:pPr algn="ctr"/>
            <a:r>
              <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rPr>
              <a:t>教师用户</a:t>
            </a:r>
            <a:endPar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椭圆 6"/>
          <p:cNvSpPr/>
          <p:nvPr/>
        </p:nvSpPr>
        <p:spPr>
          <a:xfrm>
            <a:off x="366820" y="355496"/>
            <a:ext cx="629846" cy="629846"/>
          </a:xfrm>
          <a:prstGeom prst="ellipse">
            <a:avLst/>
          </a:prstGeom>
          <a:solidFill>
            <a:srgbClr val="0E6C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40"/>
          <p:cNvSpPr>
            <a:spLocks noEditPoints="1"/>
          </p:cNvSpPr>
          <p:nvPr/>
        </p:nvSpPr>
        <p:spPr bwMode="auto">
          <a:xfrm>
            <a:off x="453093" y="474820"/>
            <a:ext cx="391197" cy="391197"/>
          </a:xfrm>
          <a:custGeom>
            <a:avLst/>
            <a:gdLst>
              <a:gd name="T0" fmla="*/ 179900 w 473"/>
              <a:gd name="T1" fmla="*/ 316918 h 473"/>
              <a:gd name="T2" fmla="*/ 269851 w 473"/>
              <a:gd name="T3" fmla="*/ 494726 h 473"/>
              <a:gd name="T4" fmla="*/ 494726 w 473"/>
              <a:gd name="T5" fmla="*/ 0 h 473"/>
              <a:gd name="T6" fmla="*/ 0 w 473"/>
              <a:gd name="T7" fmla="*/ 237427 h 473"/>
              <a:gd name="T8" fmla="*/ 179900 w 473"/>
              <a:gd name="T9" fmla="*/ 316918 h 473"/>
              <a:gd name="T10" fmla="*/ 185130 w 473"/>
              <a:gd name="T11" fmla="*/ 297045 h 473"/>
              <a:gd name="T12" fmla="*/ 49159 w 473"/>
              <a:gd name="T13" fmla="*/ 234289 h 473"/>
              <a:gd name="T14" fmla="*/ 427786 w 473"/>
              <a:gd name="T15" fmla="*/ 54388 h 473"/>
              <a:gd name="T16" fmla="*/ 185130 w 473"/>
              <a:gd name="T17" fmla="*/ 297045 h 473"/>
              <a:gd name="T18" fmla="*/ 269851 w 473"/>
              <a:gd name="T19" fmla="*/ 447659 h 473"/>
              <a:gd name="T20" fmla="*/ 199773 w 473"/>
              <a:gd name="T21" fmla="*/ 309596 h 473"/>
              <a:gd name="T22" fmla="*/ 442429 w 473"/>
              <a:gd name="T23" fmla="*/ 63802 h 473"/>
              <a:gd name="T24" fmla="*/ 269851 w 473"/>
              <a:gd name="T25" fmla="*/ 447659 h 4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3" h="473">
                <a:moveTo>
                  <a:pt x="172" y="303"/>
                </a:moveTo>
                <a:lnTo>
                  <a:pt x="258" y="473"/>
                </a:lnTo>
                <a:lnTo>
                  <a:pt x="473" y="0"/>
                </a:lnTo>
                <a:lnTo>
                  <a:pt x="0" y="227"/>
                </a:lnTo>
                <a:lnTo>
                  <a:pt x="172" y="303"/>
                </a:lnTo>
                <a:close/>
                <a:moveTo>
                  <a:pt x="177" y="284"/>
                </a:moveTo>
                <a:lnTo>
                  <a:pt x="47" y="224"/>
                </a:lnTo>
                <a:lnTo>
                  <a:pt x="409" y="52"/>
                </a:lnTo>
                <a:lnTo>
                  <a:pt x="177" y="284"/>
                </a:lnTo>
                <a:close/>
                <a:moveTo>
                  <a:pt x="258" y="428"/>
                </a:moveTo>
                <a:lnTo>
                  <a:pt x="191" y="296"/>
                </a:lnTo>
                <a:lnTo>
                  <a:pt x="423" y="61"/>
                </a:lnTo>
                <a:lnTo>
                  <a:pt x="258" y="428"/>
                </a:lnTo>
                <a:close/>
              </a:path>
            </a:pathLst>
          </a:custGeom>
          <a:solidFill>
            <a:schemeClr val="bg1"/>
          </a:solidFill>
          <a:ln>
            <a:noFill/>
          </a:ln>
        </p:spPr>
        <p:txBody>
          <a:bodyPr/>
          <a:lstStyle/>
          <a:p>
            <a:endParaRPr lang="zh-CN" altLang="en-US"/>
          </a:p>
        </p:txBody>
      </p:sp>
      <p:sp>
        <p:nvSpPr>
          <p:cNvPr id="2" name="文本框 1"/>
          <p:cNvSpPr txBox="1"/>
          <p:nvPr/>
        </p:nvSpPr>
        <p:spPr>
          <a:xfrm>
            <a:off x="2132330" y="1531620"/>
            <a:ext cx="7767955" cy="4154170"/>
          </a:xfrm>
          <a:prstGeom prst="rect">
            <a:avLst/>
          </a:prstGeom>
          <a:noFill/>
        </p:spPr>
        <p:txBody>
          <a:bodyPr wrap="square" rtlCol="0">
            <a:spAutoFit/>
          </a:bodyPr>
          <a:p>
            <a:pPr algn="l"/>
            <a:r>
              <a:rPr lang="en-US" altLang="zh-CN" sz="2400"/>
              <a:t>1</a:t>
            </a:r>
            <a:r>
              <a:rPr lang="zh-CN" altLang="en-US" sz="2400"/>
              <a:t>、向实验室管理人员申请添加实验；</a:t>
            </a:r>
            <a:endParaRPr lang="zh-CN" altLang="en-US" sz="2400"/>
          </a:p>
          <a:p>
            <a:pPr algn="l"/>
            <a:endParaRPr lang="zh-CN" altLang="en-US" sz="2400"/>
          </a:p>
          <a:p>
            <a:pPr algn="l"/>
            <a:r>
              <a:rPr lang="en-US" altLang="zh-CN" sz="2400"/>
              <a:t>2</a:t>
            </a:r>
            <a:r>
              <a:rPr lang="zh-CN" altLang="en-US" sz="2400"/>
              <a:t>、查询实验时间及其地点</a:t>
            </a:r>
            <a:endParaRPr lang="zh-CN" altLang="en-US" sz="2400"/>
          </a:p>
          <a:p>
            <a:pPr algn="l"/>
            <a:endParaRPr lang="zh-CN" altLang="en-US" sz="2400"/>
          </a:p>
          <a:p>
            <a:pPr algn="l"/>
            <a:r>
              <a:rPr lang="en-US" altLang="zh-CN" sz="2400"/>
              <a:t>3</a:t>
            </a:r>
            <a:r>
              <a:rPr lang="zh-CN" altLang="en-US" sz="2400"/>
              <a:t>、</a:t>
            </a:r>
            <a:r>
              <a:rPr lang="zh-CN" altLang="en-US" sz="2400">
                <a:sym typeface="+mn-ea"/>
              </a:rPr>
              <a:t>随时更新实验基本信息；</a:t>
            </a:r>
            <a:endParaRPr lang="zh-CN" altLang="en-US" sz="2400">
              <a:sym typeface="+mn-ea"/>
            </a:endParaRPr>
          </a:p>
          <a:p>
            <a:pPr algn="l"/>
            <a:endParaRPr lang="zh-CN" altLang="en-US" sz="2400"/>
          </a:p>
          <a:p>
            <a:pPr algn="l"/>
            <a:r>
              <a:rPr lang="en-US" altLang="zh-CN" sz="2400"/>
              <a:t>4</a:t>
            </a:r>
            <a:r>
              <a:rPr lang="zh-CN" altLang="en-US" sz="2400"/>
              <a:t>、对实验学生考勤管理；</a:t>
            </a:r>
            <a:endParaRPr lang="zh-CN" altLang="en-US" sz="2400"/>
          </a:p>
          <a:p>
            <a:pPr algn="l"/>
            <a:endParaRPr lang="zh-CN" altLang="en-US" sz="2400"/>
          </a:p>
          <a:p>
            <a:pPr algn="l"/>
            <a:r>
              <a:rPr lang="en-US" altLang="zh-CN" sz="2400"/>
              <a:t>5</a:t>
            </a:r>
            <a:r>
              <a:rPr lang="zh-CN" altLang="en-US" sz="2400"/>
              <a:t>、学生实验作业批改、成绩的评定；</a:t>
            </a:r>
            <a:endParaRPr lang="zh-CN" altLang="en-US" sz="2400"/>
          </a:p>
          <a:p>
            <a:pPr algn="l"/>
            <a:endParaRPr lang="zh-CN" altLang="en-US" sz="2400"/>
          </a:p>
          <a:p>
            <a:pPr algn="l"/>
            <a:r>
              <a:rPr lang="en-US" altLang="zh-CN" sz="2400"/>
              <a:t>6</a:t>
            </a:r>
            <a:r>
              <a:rPr lang="zh-CN" altLang="en-US" sz="2400"/>
              <a:t>、延课、停课安排等。</a:t>
            </a:r>
            <a:endParaRPr lang="zh-CN" altLang="en-US" sz="240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7"/>
          <p:cNvSpPr/>
          <p:nvPr/>
        </p:nvSpPr>
        <p:spPr>
          <a:xfrm>
            <a:off x="1082939" y="435130"/>
            <a:ext cx="2328518" cy="430530"/>
          </a:xfrm>
          <a:prstGeom prst="rect">
            <a:avLst/>
          </a:prstGeom>
        </p:spPr>
        <p:txBody>
          <a:bodyPr wrap="square" lIns="0" tIns="0" rIns="0" bIns="0">
            <a:spAutoFit/>
          </a:bodyPr>
          <a:lstStyle/>
          <a:p>
            <a:pPr algn="ctr"/>
            <a:r>
              <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rPr>
              <a:t>学生用户</a:t>
            </a:r>
            <a:endPar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椭圆 6"/>
          <p:cNvSpPr/>
          <p:nvPr/>
        </p:nvSpPr>
        <p:spPr>
          <a:xfrm>
            <a:off x="366820" y="355496"/>
            <a:ext cx="629846" cy="629846"/>
          </a:xfrm>
          <a:prstGeom prst="ellipse">
            <a:avLst/>
          </a:prstGeom>
          <a:solidFill>
            <a:srgbClr val="0E6C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40"/>
          <p:cNvSpPr>
            <a:spLocks noEditPoints="1"/>
          </p:cNvSpPr>
          <p:nvPr/>
        </p:nvSpPr>
        <p:spPr bwMode="auto">
          <a:xfrm>
            <a:off x="453093" y="474820"/>
            <a:ext cx="391197" cy="391197"/>
          </a:xfrm>
          <a:custGeom>
            <a:avLst/>
            <a:gdLst>
              <a:gd name="T0" fmla="*/ 179900 w 473"/>
              <a:gd name="T1" fmla="*/ 316918 h 473"/>
              <a:gd name="T2" fmla="*/ 269851 w 473"/>
              <a:gd name="T3" fmla="*/ 494726 h 473"/>
              <a:gd name="T4" fmla="*/ 494726 w 473"/>
              <a:gd name="T5" fmla="*/ 0 h 473"/>
              <a:gd name="T6" fmla="*/ 0 w 473"/>
              <a:gd name="T7" fmla="*/ 237427 h 473"/>
              <a:gd name="T8" fmla="*/ 179900 w 473"/>
              <a:gd name="T9" fmla="*/ 316918 h 473"/>
              <a:gd name="T10" fmla="*/ 185130 w 473"/>
              <a:gd name="T11" fmla="*/ 297045 h 473"/>
              <a:gd name="T12" fmla="*/ 49159 w 473"/>
              <a:gd name="T13" fmla="*/ 234289 h 473"/>
              <a:gd name="T14" fmla="*/ 427786 w 473"/>
              <a:gd name="T15" fmla="*/ 54388 h 473"/>
              <a:gd name="T16" fmla="*/ 185130 w 473"/>
              <a:gd name="T17" fmla="*/ 297045 h 473"/>
              <a:gd name="T18" fmla="*/ 269851 w 473"/>
              <a:gd name="T19" fmla="*/ 447659 h 473"/>
              <a:gd name="T20" fmla="*/ 199773 w 473"/>
              <a:gd name="T21" fmla="*/ 309596 h 473"/>
              <a:gd name="T22" fmla="*/ 442429 w 473"/>
              <a:gd name="T23" fmla="*/ 63802 h 473"/>
              <a:gd name="T24" fmla="*/ 269851 w 473"/>
              <a:gd name="T25" fmla="*/ 447659 h 4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3" h="473">
                <a:moveTo>
                  <a:pt x="172" y="303"/>
                </a:moveTo>
                <a:lnTo>
                  <a:pt x="258" y="473"/>
                </a:lnTo>
                <a:lnTo>
                  <a:pt x="473" y="0"/>
                </a:lnTo>
                <a:lnTo>
                  <a:pt x="0" y="227"/>
                </a:lnTo>
                <a:lnTo>
                  <a:pt x="172" y="303"/>
                </a:lnTo>
                <a:close/>
                <a:moveTo>
                  <a:pt x="177" y="284"/>
                </a:moveTo>
                <a:lnTo>
                  <a:pt x="47" y="224"/>
                </a:lnTo>
                <a:lnTo>
                  <a:pt x="409" y="52"/>
                </a:lnTo>
                <a:lnTo>
                  <a:pt x="177" y="284"/>
                </a:lnTo>
                <a:close/>
                <a:moveTo>
                  <a:pt x="258" y="428"/>
                </a:moveTo>
                <a:lnTo>
                  <a:pt x="191" y="296"/>
                </a:lnTo>
                <a:lnTo>
                  <a:pt x="423" y="61"/>
                </a:lnTo>
                <a:lnTo>
                  <a:pt x="258" y="428"/>
                </a:lnTo>
                <a:close/>
              </a:path>
            </a:pathLst>
          </a:custGeom>
          <a:solidFill>
            <a:schemeClr val="bg1"/>
          </a:solidFill>
          <a:ln>
            <a:noFill/>
          </a:ln>
        </p:spPr>
        <p:txBody>
          <a:bodyPr/>
          <a:lstStyle/>
          <a:p>
            <a:endParaRPr lang="zh-CN" altLang="en-US"/>
          </a:p>
        </p:txBody>
      </p:sp>
      <p:sp>
        <p:nvSpPr>
          <p:cNvPr id="2" name="文本框 1"/>
          <p:cNvSpPr txBox="1"/>
          <p:nvPr/>
        </p:nvSpPr>
        <p:spPr>
          <a:xfrm>
            <a:off x="2132330" y="1531620"/>
            <a:ext cx="7767955" cy="4154170"/>
          </a:xfrm>
          <a:prstGeom prst="rect">
            <a:avLst/>
          </a:prstGeom>
          <a:noFill/>
        </p:spPr>
        <p:txBody>
          <a:bodyPr wrap="square" rtlCol="0">
            <a:spAutoFit/>
          </a:bodyPr>
          <a:p>
            <a:pPr algn="l"/>
            <a:r>
              <a:rPr lang="en-US" altLang="zh-CN" sz="2400"/>
              <a:t>1</a:t>
            </a:r>
            <a:r>
              <a:rPr lang="zh-CN" altLang="en-US" sz="2400"/>
              <a:t>、根据实验信息自由选择实验课程；</a:t>
            </a:r>
            <a:endParaRPr lang="zh-CN" altLang="en-US" sz="2400"/>
          </a:p>
          <a:p>
            <a:pPr algn="l"/>
            <a:endParaRPr lang="zh-CN" altLang="en-US" sz="2400"/>
          </a:p>
          <a:p>
            <a:pPr algn="l"/>
            <a:r>
              <a:rPr lang="en-US" altLang="zh-CN" sz="2400"/>
              <a:t>2</a:t>
            </a:r>
            <a:r>
              <a:rPr lang="zh-CN" altLang="en-US" sz="2400"/>
              <a:t>、查询自己所选实验课信息；</a:t>
            </a:r>
            <a:endParaRPr lang="zh-CN" altLang="en-US" sz="2400"/>
          </a:p>
          <a:p>
            <a:pPr algn="l"/>
            <a:endParaRPr lang="zh-CN" altLang="en-US" sz="2400"/>
          </a:p>
          <a:p>
            <a:pPr algn="l"/>
            <a:r>
              <a:rPr lang="en-US" altLang="zh-CN" sz="2400"/>
              <a:t>3</a:t>
            </a:r>
            <a:r>
              <a:rPr lang="zh-CN" altLang="en-US" sz="2400"/>
              <a:t>、在老师对实验打分后，可以查询自己该门实验课成绩；</a:t>
            </a:r>
            <a:endParaRPr lang="zh-CN" altLang="en-US" sz="2400"/>
          </a:p>
          <a:p>
            <a:pPr algn="l"/>
            <a:endParaRPr lang="zh-CN" altLang="en-US" sz="2400"/>
          </a:p>
          <a:p>
            <a:pPr algn="l"/>
            <a:r>
              <a:rPr lang="en-US" altLang="zh-CN" sz="2400"/>
              <a:t>4</a:t>
            </a:r>
            <a:r>
              <a:rPr lang="zh-CN" altLang="en-US" sz="2400"/>
              <a:t>、查看老师发布的延课，停课安排等信息等</a:t>
            </a:r>
            <a:r>
              <a:rPr lang="en-US" altLang="zh-CN" sz="2400"/>
              <a:t>;</a:t>
            </a:r>
            <a:endParaRPr lang="en-US" altLang="zh-CN" sz="2400"/>
          </a:p>
          <a:p>
            <a:pPr algn="l"/>
            <a:endParaRPr lang="zh-CN" altLang="en-US" sz="2400"/>
          </a:p>
          <a:p>
            <a:pPr algn="l"/>
            <a:r>
              <a:rPr lang="en-US" altLang="zh-CN" sz="2400"/>
              <a:t>5</a:t>
            </a:r>
            <a:r>
              <a:rPr lang="zh-CN" altLang="en-US" sz="2400"/>
              <a:t>、上传实验作业</a:t>
            </a:r>
            <a:r>
              <a:rPr lang="en-US" altLang="zh-CN" sz="2400"/>
              <a:t>;</a:t>
            </a:r>
            <a:endParaRPr lang="en-US" altLang="zh-CN" sz="2400"/>
          </a:p>
          <a:p>
            <a:pPr algn="l"/>
            <a:endParaRPr lang="zh-CN" altLang="en-US" sz="2400"/>
          </a:p>
          <a:p>
            <a:pPr algn="l"/>
            <a:r>
              <a:rPr lang="en-US" altLang="zh-CN" sz="2400"/>
              <a:t>6</a:t>
            </a:r>
            <a:r>
              <a:rPr lang="zh-CN" altLang="en-US" sz="2400"/>
              <a:t>、更改维护个人基本信息</a:t>
            </a:r>
            <a:endParaRPr lang="zh-CN" altLang="en-US" sz="24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7"/>
          <p:cNvSpPr/>
          <p:nvPr/>
        </p:nvSpPr>
        <p:spPr>
          <a:xfrm>
            <a:off x="1082675" y="434975"/>
            <a:ext cx="3197860" cy="430530"/>
          </a:xfrm>
          <a:prstGeom prst="rect">
            <a:avLst/>
          </a:prstGeom>
        </p:spPr>
        <p:txBody>
          <a:bodyPr wrap="square" lIns="0" tIns="0" rIns="0" bIns="0">
            <a:spAutoFit/>
          </a:bodyPr>
          <a:lstStyle/>
          <a:p>
            <a:pPr algn="ctr"/>
            <a:r>
              <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rPr>
              <a:t>实现的基本途径</a:t>
            </a:r>
            <a:endParaRPr lang="zh-CN" altLang="en-US" sz="2800" dirty="0">
              <a:solidFill>
                <a:srgbClr val="0E6CA6"/>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椭圆 6"/>
          <p:cNvSpPr/>
          <p:nvPr/>
        </p:nvSpPr>
        <p:spPr>
          <a:xfrm>
            <a:off x="366820" y="355496"/>
            <a:ext cx="629846" cy="629846"/>
          </a:xfrm>
          <a:prstGeom prst="ellipse">
            <a:avLst/>
          </a:prstGeom>
          <a:solidFill>
            <a:srgbClr val="0E6C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40"/>
          <p:cNvSpPr>
            <a:spLocks noEditPoints="1"/>
          </p:cNvSpPr>
          <p:nvPr/>
        </p:nvSpPr>
        <p:spPr bwMode="auto">
          <a:xfrm>
            <a:off x="453093" y="474820"/>
            <a:ext cx="391197" cy="391197"/>
          </a:xfrm>
          <a:custGeom>
            <a:avLst/>
            <a:gdLst>
              <a:gd name="T0" fmla="*/ 179900 w 473"/>
              <a:gd name="T1" fmla="*/ 316918 h 473"/>
              <a:gd name="T2" fmla="*/ 269851 w 473"/>
              <a:gd name="T3" fmla="*/ 494726 h 473"/>
              <a:gd name="T4" fmla="*/ 494726 w 473"/>
              <a:gd name="T5" fmla="*/ 0 h 473"/>
              <a:gd name="T6" fmla="*/ 0 w 473"/>
              <a:gd name="T7" fmla="*/ 237427 h 473"/>
              <a:gd name="T8" fmla="*/ 179900 w 473"/>
              <a:gd name="T9" fmla="*/ 316918 h 473"/>
              <a:gd name="T10" fmla="*/ 185130 w 473"/>
              <a:gd name="T11" fmla="*/ 297045 h 473"/>
              <a:gd name="T12" fmla="*/ 49159 w 473"/>
              <a:gd name="T13" fmla="*/ 234289 h 473"/>
              <a:gd name="T14" fmla="*/ 427786 w 473"/>
              <a:gd name="T15" fmla="*/ 54388 h 473"/>
              <a:gd name="T16" fmla="*/ 185130 w 473"/>
              <a:gd name="T17" fmla="*/ 297045 h 473"/>
              <a:gd name="T18" fmla="*/ 269851 w 473"/>
              <a:gd name="T19" fmla="*/ 447659 h 473"/>
              <a:gd name="T20" fmla="*/ 199773 w 473"/>
              <a:gd name="T21" fmla="*/ 309596 h 473"/>
              <a:gd name="T22" fmla="*/ 442429 w 473"/>
              <a:gd name="T23" fmla="*/ 63802 h 473"/>
              <a:gd name="T24" fmla="*/ 269851 w 473"/>
              <a:gd name="T25" fmla="*/ 447659 h 4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3" h="473">
                <a:moveTo>
                  <a:pt x="172" y="303"/>
                </a:moveTo>
                <a:lnTo>
                  <a:pt x="258" y="473"/>
                </a:lnTo>
                <a:lnTo>
                  <a:pt x="473" y="0"/>
                </a:lnTo>
                <a:lnTo>
                  <a:pt x="0" y="227"/>
                </a:lnTo>
                <a:lnTo>
                  <a:pt x="172" y="303"/>
                </a:lnTo>
                <a:close/>
                <a:moveTo>
                  <a:pt x="177" y="284"/>
                </a:moveTo>
                <a:lnTo>
                  <a:pt x="47" y="224"/>
                </a:lnTo>
                <a:lnTo>
                  <a:pt x="409" y="52"/>
                </a:lnTo>
                <a:lnTo>
                  <a:pt x="177" y="284"/>
                </a:lnTo>
                <a:close/>
                <a:moveTo>
                  <a:pt x="258" y="428"/>
                </a:moveTo>
                <a:lnTo>
                  <a:pt x="191" y="296"/>
                </a:lnTo>
                <a:lnTo>
                  <a:pt x="423" y="61"/>
                </a:lnTo>
                <a:lnTo>
                  <a:pt x="258" y="428"/>
                </a:lnTo>
                <a:close/>
              </a:path>
            </a:pathLst>
          </a:custGeom>
          <a:solidFill>
            <a:schemeClr val="bg1"/>
          </a:solidFill>
          <a:ln>
            <a:noFill/>
          </a:ln>
        </p:spPr>
        <p:txBody>
          <a:bodyPr/>
          <a:lstStyle/>
          <a:p>
            <a:endParaRPr lang="zh-CN" altLang="en-US"/>
          </a:p>
        </p:txBody>
      </p:sp>
      <p:sp>
        <p:nvSpPr>
          <p:cNvPr id="2" name="文本框 1"/>
          <p:cNvSpPr txBox="1"/>
          <p:nvPr/>
        </p:nvSpPr>
        <p:spPr>
          <a:xfrm>
            <a:off x="2151380" y="1193800"/>
            <a:ext cx="7767955" cy="5077460"/>
          </a:xfrm>
          <a:prstGeom prst="rect">
            <a:avLst/>
          </a:prstGeom>
          <a:noFill/>
        </p:spPr>
        <p:txBody>
          <a:bodyPr wrap="square" rtlCol="0">
            <a:spAutoFit/>
          </a:bodyPr>
          <a:p>
            <a:pPr algn="l" fontAlgn="auto">
              <a:lnSpc>
                <a:spcPct val="150000"/>
              </a:lnSpc>
            </a:pPr>
            <a:r>
              <a:rPr lang="en-US" sz="2400"/>
              <a:t>        </a:t>
            </a:r>
            <a:r>
              <a:rPr sz="2400"/>
              <a:t>通过文献研究，通过书籍、学术期刊、论文、互联网等渠道了解收集实验教学管理系统的实际需求。后台接口编写使用基于Nodejs的后台开发框架Express，前端设计依托Bootstrap框架，数据库采用分布式文件存储的MongoDB数据库</a:t>
            </a:r>
            <a:r>
              <a:rPr lang="zh-CN" sz="2400"/>
              <a:t>，</a:t>
            </a:r>
            <a:r>
              <a:rPr sz="2400"/>
              <a:t>依托GitHub进行代码托管。</a:t>
            </a:r>
            <a:endParaRPr sz="2400"/>
          </a:p>
          <a:p>
            <a:pPr algn="l" fontAlgn="auto">
              <a:lnSpc>
                <a:spcPct val="150000"/>
              </a:lnSpc>
            </a:pPr>
            <a:r>
              <a:rPr sz="2400"/>
              <a:t> </a:t>
            </a:r>
            <a:endParaRPr sz="2400"/>
          </a:p>
          <a:p>
            <a:pPr algn="l" fontAlgn="auto">
              <a:lnSpc>
                <a:spcPct val="150000"/>
              </a:lnSpc>
            </a:pPr>
            <a:r>
              <a:rPr sz="2400"/>
              <a:t>      拟应用Nodejs、Express、Mongoose、Http协议、HTML(HTML5)、CSS(CSS3)、JavaScript(ES6)等技术构建系统。</a:t>
            </a:r>
            <a:endParaRPr sz="240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rot="21352991">
            <a:off x="-1412742" y="1715909"/>
            <a:ext cx="8788144" cy="3252200"/>
          </a:xfrm>
          <a:prstGeom prst="rect">
            <a:avLst/>
          </a:prstGeom>
        </p:spPr>
      </p:pic>
      <p:sp>
        <p:nvSpPr>
          <p:cNvPr id="28" name="文本框 27"/>
          <p:cNvSpPr txBox="1"/>
          <p:nvPr/>
        </p:nvSpPr>
        <p:spPr>
          <a:xfrm>
            <a:off x="7015120" y="3214396"/>
            <a:ext cx="3550128" cy="521970"/>
          </a:xfrm>
          <a:prstGeom prst="rect">
            <a:avLst/>
          </a:prstGeom>
          <a:noFill/>
        </p:spPr>
        <p:txBody>
          <a:bodyPr wrap="square" rtlCol="0">
            <a:spAutoFit/>
          </a:bodyPr>
          <a:lstStyle/>
          <a:p>
            <a:pPr algn="dist"/>
            <a:r>
              <a:rPr lang="zh-CN" altLang="en-US" sz="2800">
                <a:solidFill>
                  <a:srgbClr val="0E6CA6"/>
                </a:solidFill>
                <a:latin typeface="微软雅黑" panose="020B0503020204020204" pitchFamily="34" charset="-122"/>
                <a:ea typeface="微软雅黑" panose="020B0503020204020204" pitchFamily="34" charset="-122"/>
              </a:rPr>
              <a:t>计划安排</a:t>
            </a:r>
            <a:endParaRPr lang="zh-CN" altLang="en-US" sz="2800" dirty="0">
              <a:solidFill>
                <a:srgbClr val="0E6CA6"/>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7015120" y="2424709"/>
            <a:ext cx="931365" cy="707886"/>
          </a:xfrm>
          <a:prstGeom prst="rect">
            <a:avLst/>
          </a:prstGeom>
          <a:noFill/>
        </p:spPr>
        <p:txBody>
          <a:bodyPr wrap="square" rtlCol="0">
            <a:spAutoFit/>
          </a:bodyPr>
          <a:lstStyle/>
          <a:p>
            <a:pPr algn="dist"/>
            <a:r>
              <a:rPr lang="en-US" altLang="zh-CN" sz="4000">
                <a:solidFill>
                  <a:srgbClr val="0E6CA6"/>
                </a:solidFill>
                <a:latin typeface="微软雅黑" panose="020B0503020204020204" pitchFamily="34" charset="-122"/>
                <a:ea typeface="微软雅黑" panose="020B0503020204020204" pitchFamily="34" charset="-122"/>
              </a:rPr>
              <a:t>04</a:t>
            </a:r>
            <a:endParaRPr lang="zh-CN" altLang="en-US" sz="4000" dirty="0">
              <a:solidFill>
                <a:srgbClr val="0E6CA6"/>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366820" y="355496"/>
            <a:ext cx="629846" cy="629846"/>
          </a:xfrm>
          <a:prstGeom prst="ellipse">
            <a:avLst/>
          </a:prstGeom>
          <a:solidFill>
            <a:srgbClr val="0E6C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p:cNvGraphicFramePr/>
          <p:nvPr/>
        </p:nvGraphicFramePr>
        <p:xfrm>
          <a:off x="723265" y="1468755"/>
          <a:ext cx="10878820" cy="3369945"/>
        </p:xfrm>
        <a:graphic>
          <a:graphicData uri="http://schemas.openxmlformats.org/drawingml/2006/table">
            <a:tbl>
              <a:tblPr firstRow="1" bandRow="1">
                <a:tableStyleId>{5C22544A-7EE6-4342-B048-85BDC9FD1C3A}</a:tableStyleId>
              </a:tblPr>
              <a:tblGrid>
                <a:gridCol w="5439410"/>
                <a:gridCol w="5439410"/>
              </a:tblGrid>
              <a:tr h="381000">
                <a:tc>
                  <a:txBody>
                    <a:bodyPr/>
                    <a:p>
                      <a:pPr algn="ctr">
                        <a:buNone/>
                      </a:pPr>
                      <a:r>
                        <a:rPr lang="zh-CN" altLang="en-US" sz="2400"/>
                        <a:t>时间</a:t>
                      </a:r>
                      <a:endParaRPr lang="zh-CN" altLang="en-US" sz="2400"/>
                    </a:p>
                  </a:txBody>
                  <a:tcPr/>
                </a:tc>
                <a:tc>
                  <a:txBody>
                    <a:bodyPr/>
                    <a:p>
                      <a:pPr algn="ctr">
                        <a:buNone/>
                      </a:pPr>
                      <a:r>
                        <a:rPr lang="zh-CN" altLang="en-US" sz="2400"/>
                        <a:t>计划工作</a:t>
                      </a:r>
                      <a:endParaRPr lang="zh-CN" altLang="en-US" sz="2400"/>
                    </a:p>
                  </a:txBody>
                  <a:tcPr/>
                </a:tc>
              </a:tr>
              <a:tr h="457200">
                <a:tc>
                  <a:txBody>
                    <a:bodyPr/>
                    <a:p>
                      <a:pPr algn="ctr">
                        <a:buNone/>
                      </a:pPr>
                      <a:r>
                        <a:rPr lang="en-US" altLang="zh-CN" sz="2400"/>
                        <a:t>2017.11——2017.12</a:t>
                      </a:r>
                      <a:endParaRPr lang="en-US" altLang="zh-CN" sz="2400"/>
                    </a:p>
                  </a:txBody>
                  <a:tcPr/>
                </a:tc>
                <a:tc>
                  <a:txBody>
                    <a:bodyPr/>
                    <a:p>
                      <a:pPr algn="ctr">
                        <a:buNone/>
                      </a:pPr>
                      <a:r>
                        <a:rPr lang="zh-CN" altLang="en-US" sz="2400"/>
                        <a:t>毕业设计选题</a:t>
                      </a:r>
                      <a:endParaRPr lang="zh-CN" altLang="en-US" sz="2400"/>
                    </a:p>
                  </a:txBody>
                  <a:tcPr/>
                </a:tc>
              </a:tr>
              <a:tr h="457200">
                <a:tc>
                  <a:txBody>
                    <a:bodyPr/>
                    <a:p>
                      <a:pPr algn="ctr">
                        <a:buNone/>
                      </a:pPr>
                      <a:r>
                        <a:rPr lang="en-US" altLang="zh-CN" sz="2400"/>
                        <a:t>2017.12——2018.01</a:t>
                      </a:r>
                      <a:endParaRPr lang="en-US" altLang="zh-CN" sz="2400"/>
                    </a:p>
                  </a:txBody>
                  <a:tcPr/>
                </a:tc>
                <a:tc>
                  <a:txBody>
                    <a:bodyPr/>
                    <a:p>
                      <a:pPr algn="ctr">
                        <a:buNone/>
                      </a:pPr>
                      <a:r>
                        <a:rPr lang="zh-CN" altLang="en-US" sz="2400"/>
                        <a:t>下达任务书，开题报告、开题答辩</a:t>
                      </a:r>
                      <a:endParaRPr lang="zh-CN" altLang="en-US" sz="2400"/>
                    </a:p>
                  </a:txBody>
                  <a:tcPr/>
                </a:tc>
              </a:tr>
              <a:tr h="457200">
                <a:tc>
                  <a:txBody>
                    <a:bodyPr/>
                    <a:p>
                      <a:pPr algn="ctr">
                        <a:buNone/>
                      </a:pPr>
                      <a:r>
                        <a:rPr lang="en-US" altLang="zh-CN" sz="2400"/>
                        <a:t>2018.01——2018.02</a:t>
                      </a:r>
                      <a:endParaRPr lang="en-US" altLang="zh-CN" sz="2400"/>
                    </a:p>
                  </a:txBody>
                  <a:tcPr/>
                </a:tc>
                <a:tc>
                  <a:txBody>
                    <a:bodyPr/>
                    <a:p>
                      <a:pPr algn="ctr">
                        <a:buNone/>
                      </a:pPr>
                      <a:r>
                        <a:rPr lang="zh-CN" altLang="en-US" sz="2400"/>
                        <a:t>数据库设计，后台接口编写</a:t>
                      </a:r>
                      <a:endParaRPr lang="zh-CN" altLang="en-US" sz="2400"/>
                    </a:p>
                  </a:txBody>
                  <a:tcPr/>
                </a:tc>
              </a:tr>
              <a:tr h="513715">
                <a:tc>
                  <a:txBody>
                    <a:bodyPr/>
                    <a:p>
                      <a:pPr algn="ctr">
                        <a:buNone/>
                      </a:pPr>
                      <a:r>
                        <a:rPr lang="en-US" altLang="zh-CN" sz="2400"/>
                        <a:t>2018.02——2018.04</a:t>
                      </a:r>
                      <a:endParaRPr lang="en-US" altLang="zh-CN" sz="2400"/>
                    </a:p>
                  </a:txBody>
                  <a:tcPr/>
                </a:tc>
                <a:tc>
                  <a:txBody>
                    <a:bodyPr/>
                    <a:p>
                      <a:pPr algn="ctr">
                        <a:buNone/>
                      </a:pPr>
                      <a:r>
                        <a:rPr lang="zh-CN" altLang="en-US" sz="2400"/>
                        <a:t>前端页面设计与实现、中期答辩</a:t>
                      </a:r>
                      <a:endParaRPr lang="zh-CN" altLang="en-US" sz="2400"/>
                    </a:p>
                  </a:txBody>
                  <a:tcPr/>
                </a:tc>
              </a:tr>
              <a:tr h="513715">
                <a:tc>
                  <a:txBody>
                    <a:bodyPr/>
                    <a:p>
                      <a:pPr algn="ctr">
                        <a:buNone/>
                      </a:pPr>
                      <a:r>
                        <a:rPr lang="en-US" altLang="zh-CN" sz="2400"/>
                        <a:t>2018.04——2018.05</a:t>
                      </a:r>
                      <a:endParaRPr lang="en-US" altLang="zh-CN" sz="2400"/>
                    </a:p>
                  </a:txBody>
                  <a:tcPr/>
                </a:tc>
                <a:tc>
                  <a:txBody>
                    <a:bodyPr/>
                    <a:p>
                      <a:pPr algn="ctr">
                        <a:buNone/>
                      </a:pPr>
                      <a:r>
                        <a:rPr lang="zh-CN" altLang="en-US" sz="2400"/>
                        <a:t>功能整合、项目测试、挂载阿里云</a:t>
                      </a:r>
                      <a:endParaRPr lang="zh-CN" altLang="en-US" sz="2400"/>
                    </a:p>
                  </a:txBody>
                  <a:tcPr/>
                </a:tc>
              </a:tr>
              <a:tr h="513715">
                <a:tc>
                  <a:txBody>
                    <a:bodyPr/>
                    <a:p>
                      <a:pPr algn="ctr">
                        <a:buNone/>
                      </a:pPr>
                      <a:r>
                        <a:rPr lang="en-US" altLang="zh-CN" sz="2400"/>
                        <a:t>2018.05——2018.06</a:t>
                      </a:r>
                      <a:endParaRPr lang="en-US" altLang="zh-CN" sz="2400"/>
                    </a:p>
                  </a:txBody>
                  <a:tcPr/>
                </a:tc>
                <a:tc>
                  <a:txBody>
                    <a:bodyPr/>
                    <a:p>
                      <a:pPr algn="ctr">
                        <a:buNone/>
                      </a:pPr>
                      <a:r>
                        <a:rPr lang="zh-CN" altLang="en-US" sz="2400"/>
                        <a:t>毕业论文答辩</a:t>
                      </a:r>
                      <a:endParaRPr lang="zh-CN" altLang="en-US" sz="2400"/>
                    </a:p>
                  </a:txBody>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1404" y="1355047"/>
            <a:ext cx="13623404" cy="5041569"/>
          </a:xfrm>
          <a:prstGeom prst="rect">
            <a:avLst/>
          </a:prstGeom>
        </p:spPr>
      </p:pic>
      <p:sp>
        <p:nvSpPr>
          <p:cNvPr id="59" name="文本框 58"/>
          <p:cNvSpPr txBox="1"/>
          <p:nvPr/>
        </p:nvSpPr>
        <p:spPr>
          <a:xfrm>
            <a:off x="5082901" y="1444628"/>
            <a:ext cx="7109099" cy="912495"/>
          </a:xfrm>
          <a:prstGeom prst="rect">
            <a:avLst/>
          </a:prstGeom>
          <a:noFill/>
        </p:spPr>
        <p:txBody>
          <a:bodyPr wrap="square" rtlCol="0">
            <a:spAutoFit/>
          </a:bodyPr>
          <a:lstStyle/>
          <a:p>
            <a:pPr algn="ctr"/>
            <a:r>
              <a:rPr lang="zh-CN" altLang="en-US" sz="5335">
                <a:solidFill>
                  <a:srgbClr val="0E71AA"/>
                </a:solidFill>
                <a:latin typeface="幼圆" panose="02010509060101010101" pitchFamily="49" charset="-122"/>
                <a:ea typeface="幼圆" panose="02010509060101010101" pitchFamily="49" charset="-122"/>
              </a:rPr>
              <a:t>谢谢！</a:t>
            </a:r>
            <a:endParaRPr lang="zh-CN" altLang="en-US" sz="5335" dirty="0">
              <a:solidFill>
                <a:srgbClr val="0E71AA"/>
              </a:solidFill>
              <a:latin typeface="幼圆" panose="02010509060101010101" pitchFamily="49" charset="-122"/>
              <a:ea typeface="幼圆" panose="02010509060101010101" pitchFamily="49" charset="-122"/>
            </a:endParaRPr>
          </a:p>
        </p:txBody>
      </p:sp>
      <p:sp>
        <p:nvSpPr>
          <p:cNvPr id="60" name="文本框 59"/>
          <p:cNvSpPr txBox="1"/>
          <p:nvPr/>
        </p:nvSpPr>
        <p:spPr>
          <a:xfrm>
            <a:off x="5682342" y="2515495"/>
            <a:ext cx="5747658" cy="306705"/>
          </a:xfrm>
          <a:prstGeom prst="rect">
            <a:avLst/>
          </a:prstGeom>
          <a:noFill/>
        </p:spPr>
        <p:txBody>
          <a:bodyPr wrap="square" rtlCol="0">
            <a:spAutoFit/>
          </a:bodyPr>
          <a:lstStyle/>
          <a:p>
            <a:pPr algn="ctr"/>
            <a:endParaRPr lang="en-US" altLang="zh-CN" sz="1400" dirty="0">
              <a:solidFill>
                <a:srgbClr val="0E6CA6"/>
              </a:solidFill>
            </a:endParaRPr>
          </a:p>
        </p:txBody>
      </p:sp>
      <p:sp>
        <p:nvSpPr>
          <p:cNvPr id="13" name="文本框 12"/>
          <p:cNvSpPr txBox="1"/>
          <p:nvPr/>
        </p:nvSpPr>
        <p:spPr>
          <a:xfrm>
            <a:off x="6491527" y="3263384"/>
            <a:ext cx="2064644" cy="368300"/>
          </a:xfrm>
          <a:prstGeom prst="rect">
            <a:avLst/>
          </a:prstGeom>
          <a:noFill/>
        </p:spPr>
        <p:txBody>
          <a:bodyPr wrap="square" rtlCol="0">
            <a:spAutoFit/>
          </a:bodyPr>
          <a:lstStyle/>
          <a:p>
            <a:r>
              <a:rPr lang="zh-CN" altLang="en-US" dirty="0">
                <a:solidFill>
                  <a:srgbClr val="0E6CA6"/>
                </a:solidFill>
                <a:latin typeface="幼圆" panose="02010509060101010101" pitchFamily="49" charset="-122"/>
                <a:ea typeface="幼圆" panose="02010509060101010101" pitchFamily="49" charset="-122"/>
              </a:rPr>
              <a:t>答辩人</a:t>
            </a:r>
            <a:r>
              <a:rPr lang="zh-CN" altLang="en-US" dirty="0" smtClean="0">
                <a:solidFill>
                  <a:srgbClr val="0E6CA6"/>
                </a:solidFill>
                <a:latin typeface="幼圆" panose="02010509060101010101" pitchFamily="49" charset="-122"/>
                <a:ea typeface="幼圆" panose="02010509060101010101" pitchFamily="49" charset="-122"/>
              </a:rPr>
              <a:t>：林前</a:t>
            </a:r>
            <a:endParaRPr lang="zh-CN" altLang="en-US" dirty="0" smtClean="0">
              <a:solidFill>
                <a:srgbClr val="0E6CA6"/>
              </a:solidFill>
              <a:latin typeface="幼圆" panose="02010509060101010101" pitchFamily="49" charset="-122"/>
              <a:ea typeface="幼圆" panose="02010509060101010101" pitchFamily="49" charset="-122"/>
            </a:endParaRPr>
          </a:p>
        </p:txBody>
      </p:sp>
      <p:sp>
        <p:nvSpPr>
          <p:cNvPr id="14" name="文本框 13"/>
          <p:cNvSpPr txBox="1"/>
          <p:nvPr/>
        </p:nvSpPr>
        <p:spPr>
          <a:xfrm>
            <a:off x="8914765" y="3244215"/>
            <a:ext cx="2666365" cy="368300"/>
          </a:xfrm>
          <a:prstGeom prst="rect">
            <a:avLst/>
          </a:prstGeom>
          <a:noFill/>
        </p:spPr>
        <p:txBody>
          <a:bodyPr wrap="square" rtlCol="0">
            <a:spAutoFit/>
          </a:bodyPr>
          <a:lstStyle/>
          <a:p>
            <a:r>
              <a:rPr lang="zh-CN" altLang="en-US" dirty="0" smtClean="0">
                <a:solidFill>
                  <a:srgbClr val="0E6CA6"/>
                </a:solidFill>
                <a:latin typeface="幼圆" panose="02010509060101010101" pitchFamily="49" charset="-122"/>
                <a:ea typeface="幼圆" panose="02010509060101010101" pitchFamily="49" charset="-122"/>
              </a:rPr>
              <a:t>答辩</a:t>
            </a:r>
            <a:r>
              <a:rPr lang="zh-CN" altLang="en-US" dirty="0">
                <a:solidFill>
                  <a:srgbClr val="0E6CA6"/>
                </a:solidFill>
                <a:latin typeface="幼圆" panose="02010509060101010101" pitchFamily="49" charset="-122"/>
                <a:ea typeface="幼圆" panose="02010509060101010101" pitchFamily="49" charset="-122"/>
              </a:rPr>
              <a:t>时间</a:t>
            </a:r>
            <a:r>
              <a:rPr lang="zh-CN" altLang="en-US" dirty="0" smtClean="0">
                <a:solidFill>
                  <a:srgbClr val="0E6CA6"/>
                </a:solidFill>
                <a:latin typeface="幼圆" panose="02010509060101010101" pitchFamily="49" charset="-122"/>
                <a:ea typeface="幼圆" panose="02010509060101010101" pitchFamily="49" charset="-122"/>
              </a:rPr>
              <a:t>：</a:t>
            </a:r>
            <a:r>
              <a:rPr lang="en-US" altLang="zh-CN" dirty="0" smtClean="0">
                <a:solidFill>
                  <a:srgbClr val="0E6CA6"/>
                </a:solidFill>
                <a:latin typeface="幼圆" panose="02010509060101010101" pitchFamily="49" charset="-122"/>
                <a:ea typeface="幼圆" panose="02010509060101010101" pitchFamily="49" charset="-122"/>
              </a:rPr>
              <a:t>2018</a:t>
            </a:r>
            <a:r>
              <a:rPr lang="zh-CN" altLang="en-US" dirty="0" smtClean="0">
                <a:solidFill>
                  <a:srgbClr val="0E6CA6"/>
                </a:solidFill>
                <a:latin typeface="幼圆" panose="02010509060101010101" pitchFamily="49" charset="-122"/>
                <a:ea typeface="幼圆" panose="02010509060101010101" pitchFamily="49" charset="-122"/>
              </a:rPr>
              <a:t>年</a:t>
            </a:r>
            <a:r>
              <a:rPr lang="en-US" altLang="zh-CN" dirty="0" smtClean="0">
                <a:solidFill>
                  <a:srgbClr val="0E6CA6"/>
                </a:solidFill>
                <a:latin typeface="幼圆" panose="02010509060101010101" pitchFamily="49" charset="-122"/>
                <a:ea typeface="幼圆" panose="02010509060101010101" pitchFamily="49" charset="-122"/>
              </a:rPr>
              <a:t>1</a:t>
            </a:r>
            <a:r>
              <a:rPr lang="zh-CN" altLang="en-US" dirty="0" smtClean="0">
                <a:solidFill>
                  <a:srgbClr val="0E6CA6"/>
                </a:solidFill>
                <a:latin typeface="幼圆" panose="02010509060101010101" pitchFamily="49" charset="-122"/>
                <a:ea typeface="幼圆" panose="02010509060101010101" pitchFamily="49" charset="-122"/>
              </a:rPr>
              <a:t>月</a:t>
            </a:r>
            <a:endParaRPr lang="zh-CN" altLang="en-US" dirty="0">
              <a:solidFill>
                <a:srgbClr val="0E6CA6"/>
              </a:solidFill>
              <a:latin typeface="幼圆" panose="02010509060101010101" pitchFamily="49" charset="-122"/>
              <a:ea typeface="幼圆" panose="02010509060101010101" pitchFamily="49" charset="-122"/>
            </a:endParaRPr>
          </a:p>
        </p:txBody>
      </p:sp>
      <p:grpSp>
        <p:nvGrpSpPr>
          <p:cNvPr id="15" name="组合 12"/>
          <p:cNvGrpSpPr/>
          <p:nvPr/>
        </p:nvGrpSpPr>
        <p:grpSpPr bwMode="auto">
          <a:xfrm>
            <a:off x="5978991" y="3244334"/>
            <a:ext cx="411843" cy="411843"/>
            <a:chOff x="5986" y="18339"/>
            <a:chExt cx="600" cy="600"/>
          </a:xfrm>
          <a:solidFill>
            <a:schemeClr val="bg1"/>
          </a:solidFill>
        </p:grpSpPr>
        <p:sp>
          <p:nvSpPr>
            <p:cNvPr id="16" name="椭圆 74"/>
            <p:cNvSpPr>
              <a:spLocks noChangeArrowheads="1"/>
            </p:cNvSpPr>
            <p:nvPr/>
          </p:nvSpPr>
          <p:spPr bwMode="auto">
            <a:xfrm>
              <a:off x="5986" y="18339"/>
              <a:ext cx="600" cy="600"/>
            </a:xfrm>
            <a:prstGeom prst="ellipse">
              <a:avLst/>
            </a:prstGeom>
            <a:solidFill>
              <a:srgbClr val="0E6CA6"/>
            </a:solidFill>
            <a:ln>
              <a:noFill/>
            </a:ln>
            <a:extLs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p>
              <a:endParaRPr lang="zh-CN" altLang="en-US">
                <a:solidFill>
                  <a:srgbClr val="0E6CA6"/>
                </a:solidFill>
              </a:endParaRPr>
            </a:p>
          </p:txBody>
        </p:sp>
        <p:sp>
          <p:nvSpPr>
            <p:cNvPr id="17" name="Freeform 5"/>
            <p:cNvSpPr>
              <a:spLocks noEditPoints="1" noChangeArrowheads="1"/>
            </p:cNvSpPr>
            <p:nvPr/>
          </p:nvSpPr>
          <p:spPr bwMode="auto">
            <a:xfrm flipH="1">
              <a:off x="6074" y="18513"/>
              <a:ext cx="425" cy="280"/>
            </a:xfrm>
            <a:custGeom>
              <a:avLst/>
              <a:gdLst>
                <a:gd name="T0" fmla="*/ 516 w 962"/>
                <a:gd name="T1" fmla="*/ 0 h 631"/>
                <a:gd name="T2" fmla="*/ 32 w 962"/>
                <a:gd name="T3" fmla="*/ 71 h 631"/>
                <a:gd name="T4" fmla="*/ 32 w 962"/>
                <a:gd name="T5" fmla="*/ 327 h 631"/>
                <a:gd name="T6" fmla="*/ 21 w 962"/>
                <a:gd name="T7" fmla="*/ 338 h 631"/>
                <a:gd name="T8" fmla="*/ 17 w 962"/>
                <a:gd name="T9" fmla="*/ 354 h 631"/>
                <a:gd name="T10" fmla="*/ 17 w 962"/>
                <a:gd name="T11" fmla="*/ 363 h 631"/>
                <a:gd name="T12" fmla="*/ 23 w 962"/>
                <a:gd name="T13" fmla="*/ 375 h 631"/>
                <a:gd name="T14" fmla="*/ 32 w 962"/>
                <a:gd name="T15" fmla="*/ 384 h 631"/>
                <a:gd name="T16" fmla="*/ 44 w 962"/>
                <a:gd name="T17" fmla="*/ 388 h 631"/>
                <a:gd name="T18" fmla="*/ 50 w 962"/>
                <a:gd name="T19" fmla="*/ 390 h 631"/>
                <a:gd name="T20" fmla="*/ 63 w 962"/>
                <a:gd name="T21" fmla="*/ 388 h 631"/>
                <a:gd name="T22" fmla="*/ 76 w 962"/>
                <a:gd name="T23" fmla="*/ 379 h 631"/>
                <a:gd name="T24" fmla="*/ 82 w 962"/>
                <a:gd name="T25" fmla="*/ 369 h 631"/>
                <a:gd name="T26" fmla="*/ 84 w 962"/>
                <a:gd name="T27" fmla="*/ 354 h 631"/>
                <a:gd name="T28" fmla="*/ 84 w 962"/>
                <a:gd name="T29" fmla="*/ 346 h 631"/>
                <a:gd name="T30" fmla="*/ 76 w 962"/>
                <a:gd name="T31" fmla="*/ 331 h 631"/>
                <a:gd name="T32" fmla="*/ 67 w 962"/>
                <a:gd name="T33" fmla="*/ 164 h 631"/>
                <a:gd name="T34" fmla="*/ 962 w 962"/>
                <a:gd name="T35" fmla="*/ 159 h 631"/>
                <a:gd name="T36" fmla="*/ 962 w 962"/>
                <a:gd name="T37" fmla="*/ 71 h 631"/>
                <a:gd name="T38" fmla="*/ 78 w 962"/>
                <a:gd name="T39" fmla="*/ 402 h 631"/>
                <a:gd name="T40" fmla="*/ 50 w 962"/>
                <a:gd name="T41" fmla="*/ 409 h 631"/>
                <a:gd name="T42" fmla="*/ 25 w 962"/>
                <a:gd name="T43" fmla="*/ 402 h 631"/>
                <a:gd name="T44" fmla="*/ 0 w 962"/>
                <a:gd name="T45" fmla="*/ 555 h 631"/>
                <a:gd name="T46" fmla="*/ 17 w 962"/>
                <a:gd name="T47" fmla="*/ 562 h 631"/>
                <a:gd name="T48" fmla="*/ 25 w 962"/>
                <a:gd name="T49" fmla="*/ 564 h 631"/>
                <a:gd name="T50" fmla="*/ 40 w 962"/>
                <a:gd name="T51" fmla="*/ 566 h 631"/>
                <a:gd name="T52" fmla="*/ 61 w 962"/>
                <a:gd name="T53" fmla="*/ 549 h 631"/>
                <a:gd name="T54" fmla="*/ 67 w 962"/>
                <a:gd name="T55" fmla="*/ 566 h 631"/>
                <a:gd name="T56" fmla="*/ 76 w 962"/>
                <a:gd name="T57" fmla="*/ 495 h 631"/>
                <a:gd name="T58" fmla="*/ 86 w 962"/>
                <a:gd name="T59" fmla="*/ 560 h 631"/>
                <a:gd name="T60" fmla="*/ 99 w 962"/>
                <a:gd name="T61" fmla="*/ 555 h 631"/>
                <a:gd name="T62" fmla="*/ 78 w 962"/>
                <a:gd name="T63" fmla="*/ 402 h 631"/>
                <a:gd name="T64" fmla="*/ 176 w 962"/>
                <a:gd name="T65" fmla="*/ 220 h 631"/>
                <a:gd name="T66" fmla="*/ 838 w 962"/>
                <a:gd name="T67" fmla="*/ 218 h 631"/>
                <a:gd name="T68" fmla="*/ 838 w 962"/>
                <a:gd name="T69" fmla="*/ 553 h 631"/>
                <a:gd name="T70" fmla="*/ 757 w 962"/>
                <a:gd name="T71" fmla="*/ 557 h 631"/>
                <a:gd name="T72" fmla="*/ 673 w 962"/>
                <a:gd name="T73" fmla="*/ 572 h 631"/>
                <a:gd name="T74" fmla="*/ 591 w 962"/>
                <a:gd name="T75" fmla="*/ 597 h 631"/>
                <a:gd name="T76" fmla="*/ 509 w 962"/>
                <a:gd name="T77" fmla="*/ 631 h 631"/>
                <a:gd name="T78" fmla="*/ 469 w 962"/>
                <a:gd name="T79" fmla="*/ 612 h 631"/>
                <a:gd name="T80" fmla="*/ 390 w 962"/>
                <a:gd name="T81" fmla="*/ 585 h 631"/>
                <a:gd name="T82" fmla="*/ 306 w 962"/>
                <a:gd name="T83" fmla="*/ 566 h 631"/>
                <a:gd name="T84" fmla="*/ 220 w 962"/>
                <a:gd name="T85" fmla="*/ 557 h 631"/>
                <a:gd name="T86" fmla="*/ 176 w 962"/>
                <a:gd name="T87" fmla="*/ 555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2" h="631">
                  <a:moveTo>
                    <a:pt x="962" y="71"/>
                  </a:moveTo>
                  <a:lnTo>
                    <a:pt x="516" y="0"/>
                  </a:lnTo>
                  <a:lnTo>
                    <a:pt x="32" y="71"/>
                  </a:lnTo>
                  <a:lnTo>
                    <a:pt x="32" y="327"/>
                  </a:lnTo>
                  <a:lnTo>
                    <a:pt x="25" y="331"/>
                  </a:lnTo>
                  <a:lnTo>
                    <a:pt x="21" y="338"/>
                  </a:lnTo>
                  <a:lnTo>
                    <a:pt x="17" y="346"/>
                  </a:lnTo>
                  <a:lnTo>
                    <a:pt x="17" y="354"/>
                  </a:lnTo>
                  <a:lnTo>
                    <a:pt x="17" y="363"/>
                  </a:lnTo>
                  <a:lnTo>
                    <a:pt x="19" y="369"/>
                  </a:lnTo>
                  <a:lnTo>
                    <a:pt x="23" y="375"/>
                  </a:lnTo>
                  <a:lnTo>
                    <a:pt x="27" y="379"/>
                  </a:lnTo>
                  <a:lnTo>
                    <a:pt x="32" y="384"/>
                  </a:lnTo>
                  <a:lnTo>
                    <a:pt x="38" y="388"/>
                  </a:lnTo>
                  <a:lnTo>
                    <a:pt x="44" y="388"/>
                  </a:lnTo>
                  <a:lnTo>
                    <a:pt x="50" y="390"/>
                  </a:lnTo>
                  <a:lnTo>
                    <a:pt x="57" y="388"/>
                  </a:lnTo>
                  <a:lnTo>
                    <a:pt x="63" y="388"/>
                  </a:lnTo>
                  <a:lnTo>
                    <a:pt x="69" y="384"/>
                  </a:lnTo>
                  <a:lnTo>
                    <a:pt x="76" y="379"/>
                  </a:lnTo>
                  <a:lnTo>
                    <a:pt x="80" y="375"/>
                  </a:lnTo>
                  <a:lnTo>
                    <a:pt x="82" y="369"/>
                  </a:lnTo>
                  <a:lnTo>
                    <a:pt x="84" y="363"/>
                  </a:lnTo>
                  <a:lnTo>
                    <a:pt x="84" y="354"/>
                  </a:lnTo>
                  <a:lnTo>
                    <a:pt x="84" y="346"/>
                  </a:lnTo>
                  <a:lnTo>
                    <a:pt x="80" y="338"/>
                  </a:lnTo>
                  <a:lnTo>
                    <a:pt x="76" y="331"/>
                  </a:lnTo>
                  <a:lnTo>
                    <a:pt x="67" y="325"/>
                  </a:lnTo>
                  <a:lnTo>
                    <a:pt x="67" y="164"/>
                  </a:lnTo>
                  <a:lnTo>
                    <a:pt x="516" y="229"/>
                  </a:lnTo>
                  <a:lnTo>
                    <a:pt x="962" y="159"/>
                  </a:lnTo>
                  <a:lnTo>
                    <a:pt x="962" y="71"/>
                  </a:lnTo>
                  <a:close/>
                  <a:moveTo>
                    <a:pt x="78" y="402"/>
                  </a:moveTo>
                  <a:lnTo>
                    <a:pt x="78" y="402"/>
                  </a:lnTo>
                  <a:lnTo>
                    <a:pt x="65" y="407"/>
                  </a:lnTo>
                  <a:lnTo>
                    <a:pt x="50" y="409"/>
                  </a:lnTo>
                  <a:lnTo>
                    <a:pt x="38" y="407"/>
                  </a:lnTo>
                  <a:lnTo>
                    <a:pt x="25" y="402"/>
                  </a:lnTo>
                  <a:lnTo>
                    <a:pt x="0" y="555"/>
                  </a:lnTo>
                  <a:lnTo>
                    <a:pt x="17" y="562"/>
                  </a:lnTo>
                  <a:lnTo>
                    <a:pt x="23" y="545"/>
                  </a:lnTo>
                  <a:lnTo>
                    <a:pt x="25" y="564"/>
                  </a:lnTo>
                  <a:lnTo>
                    <a:pt x="40" y="566"/>
                  </a:lnTo>
                  <a:lnTo>
                    <a:pt x="55" y="566"/>
                  </a:lnTo>
                  <a:lnTo>
                    <a:pt x="61" y="549"/>
                  </a:lnTo>
                  <a:lnTo>
                    <a:pt x="67" y="566"/>
                  </a:lnTo>
                  <a:lnTo>
                    <a:pt x="71" y="564"/>
                  </a:lnTo>
                  <a:lnTo>
                    <a:pt x="76" y="495"/>
                  </a:lnTo>
                  <a:lnTo>
                    <a:pt x="86" y="560"/>
                  </a:lnTo>
                  <a:lnTo>
                    <a:pt x="99" y="555"/>
                  </a:lnTo>
                  <a:lnTo>
                    <a:pt x="78" y="402"/>
                  </a:lnTo>
                  <a:close/>
                  <a:moveTo>
                    <a:pt x="176" y="555"/>
                  </a:moveTo>
                  <a:lnTo>
                    <a:pt x="176" y="220"/>
                  </a:lnTo>
                  <a:lnTo>
                    <a:pt x="516" y="268"/>
                  </a:lnTo>
                  <a:lnTo>
                    <a:pt x="838" y="218"/>
                  </a:lnTo>
                  <a:lnTo>
                    <a:pt x="838" y="553"/>
                  </a:lnTo>
                  <a:lnTo>
                    <a:pt x="796" y="553"/>
                  </a:lnTo>
                  <a:lnTo>
                    <a:pt x="757" y="557"/>
                  </a:lnTo>
                  <a:lnTo>
                    <a:pt x="715" y="564"/>
                  </a:lnTo>
                  <a:lnTo>
                    <a:pt x="673" y="572"/>
                  </a:lnTo>
                  <a:lnTo>
                    <a:pt x="631" y="585"/>
                  </a:lnTo>
                  <a:lnTo>
                    <a:pt x="591" y="597"/>
                  </a:lnTo>
                  <a:lnTo>
                    <a:pt x="549" y="614"/>
                  </a:lnTo>
                  <a:lnTo>
                    <a:pt x="509" y="631"/>
                  </a:lnTo>
                  <a:lnTo>
                    <a:pt x="469" y="612"/>
                  </a:lnTo>
                  <a:lnTo>
                    <a:pt x="430" y="597"/>
                  </a:lnTo>
                  <a:lnTo>
                    <a:pt x="390" y="585"/>
                  </a:lnTo>
                  <a:lnTo>
                    <a:pt x="348" y="574"/>
                  </a:lnTo>
                  <a:lnTo>
                    <a:pt x="306" y="566"/>
                  </a:lnTo>
                  <a:lnTo>
                    <a:pt x="262" y="562"/>
                  </a:lnTo>
                  <a:lnTo>
                    <a:pt x="220" y="557"/>
                  </a:lnTo>
                  <a:lnTo>
                    <a:pt x="176" y="555"/>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E6CA6"/>
                </a:solidFill>
              </a:endParaRPr>
            </a:p>
          </p:txBody>
        </p:sp>
      </p:grpSp>
      <p:grpSp>
        <p:nvGrpSpPr>
          <p:cNvPr id="18" name="组合 4"/>
          <p:cNvGrpSpPr/>
          <p:nvPr/>
        </p:nvGrpSpPr>
        <p:grpSpPr bwMode="auto">
          <a:xfrm>
            <a:off x="8350584" y="3221451"/>
            <a:ext cx="413091" cy="415374"/>
            <a:chOff x="0" y="0"/>
            <a:chExt cx="454" cy="454"/>
          </a:xfrm>
        </p:grpSpPr>
        <p:sp>
          <p:nvSpPr>
            <p:cNvPr id="19" name="正圆 1244"/>
            <p:cNvSpPr>
              <a:spLocks noChangeArrowheads="1"/>
            </p:cNvSpPr>
            <p:nvPr/>
          </p:nvSpPr>
          <p:spPr bwMode="auto">
            <a:xfrm>
              <a:off x="0" y="0"/>
              <a:ext cx="454" cy="454"/>
            </a:xfrm>
            <a:prstGeom prst="ellipse">
              <a:avLst/>
            </a:prstGeom>
            <a:solidFill>
              <a:srgbClr val="0E6CA6"/>
            </a:solidFill>
            <a:ln>
              <a:noFill/>
            </a:ln>
            <a:extLst>
              <a:ext uri="{91240B29-F687-4F45-9708-019B960494DF}">
                <a14:hiddenLine xmlns:a14="http://schemas.microsoft.com/office/drawing/2010/main" w="9525">
                  <a:solidFill>
                    <a:srgbClr val="000000"/>
                  </a:solidFill>
                  <a:round/>
                </a14:hiddenLine>
              </a:ext>
            </a:extLst>
          </p:spPr>
          <p:txBody>
            <a:bodyPr vert="horz" wrap="square" lIns="89999" tIns="47159" rIns="89999" bIns="47159"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rgbClr val="0E6CA6"/>
                </a:solidFill>
                <a:effectLst/>
                <a:latin typeface="Arial" panose="020B0604020202020204" pitchFamily="34" charset="0"/>
              </a:endParaRPr>
            </a:p>
          </p:txBody>
        </p:sp>
        <p:sp>
          <p:nvSpPr>
            <p:cNvPr id="20" name="方形小人2 1235"/>
            <p:cNvSpPr>
              <a:spLocks noChangeArrowheads="1"/>
            </p:cNvSpPr>
            <p:nvPr/>
          </p:nvSpPr>
          <p:spPr bwMode="auto">
            <a:xfrm>
              <a:off x="113" y="114"/>
              <a:ext cx="226" cy="226"/>
            </a:xfrm>
            <a:custGeom>
              <a:avLst/>
              <a:gdLst>
                <a:gd name="T0" fmla="*/ 393420 w 1520415"/>
                <a:gd name="T1" fmla="*/ 849255 h 1755576"/>
                <a:gd name="T2" fmla="*/ 760208 w 1520415"/>
                <a:gd name="T3" fmla="*/ 1098122 h 1755576"/>
                <a:gd name="T4" fmla="*/ 1126995 w 1520415"/>
                <a:gd name="T5" fmla="*/ 849255 h 1755576"/>
                <a:gd name="T6" fmla="*/ 1520415 w 1520415"/>
                <a:gd name="T7" fmla="*/ 1475516 h 1755576"/>
                <a:gd name="T8" fmla="*/ 1520415 w 1520415"/>
                <a:gd name="T9" fmla="*/ 1755576 h 1755576"/>
                <a:gd name="T10" fmla="*/ 0 w 1520415"/>
                <a:gd name="T11" fmla="*/ 1755576 h 1755576"/>
                <a:gd name="T12" fmla="*/ 0 w 1520415"/>
                <a:gd name="T13" fmla="*/ 1475516 h 1755576"/>
                <a:gd name="T14" fmla="*/ 393420 w 1520415"/>
                <a:gd name="T15" fmla="*/ 849255 h 1755576"/>
                <a:gd name="T16" fmla="*/ 760207 w 1520415"/>
                <a:gd name="T17" fmla="*/ 0 h 1755576"/>
                <a:gd name="T18" fmla="*/ 1138249 w 1520415"/>
                <a:gd name="T19" fmla="*/ 477053 h 1755576"/>
                <a:gd name="T20" fmla="*/ 760207 w 1520415"/>
                <a:gd name="T21" fmla="*/ 954106 h 1755576"/>
                <a:gd name="T22" fmla="*/ 382165 w 1520415"/>
                <a:gd name="T23" fmla="*/ 477053 h 1755576"/>
                <a:gd name="T24" fmla="*/ 760207 w 1520415"/>
                <a:gd name="T25" fmla="*/ 0 h 1755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20415" h="1755576">
                  <a:moveTo>
                    <a:pt x="393420" y="849255"/>
                  </a:moveTo>
                  <a:cubicBezTo>
                    <a:pt x="462894" y="997863"/>
                    <a:pt x="601240" y="1098122"/>
                    <a:pt x="760208" y="1098122"/>
                  </a:cubicBezTo>
                  <a:cubicBezTo>
                    <a:pt x="919176" y="1098122"/>
                    <a:pt x="1057521" y="997863"/>
                    <a:pt x="1126995" y="849255"/>
                  </a:cubicBezTo>
                  <a:cubicBezTo>
                    <a:pt x="1344348" y="849804"/>
                    <a:pt x="1520415" y="1129988"/>
                    <a:pt x="1520415" y="1475516"/>
                  </a:cubicBezTo>
                  <a:lnTo>
                    <a:pt x="1520415" y="1755576"/>
                  </a:lnTo>
                  <a:lnTo>
                    <a:pt x="0" y="1755576"/>
                  </a:lnTo>
                  <a:lnTo>
                    <a:pt x="0" y="1475516"/>
                  </a:lnTo>
                  <a:cubicBezTo>
                    <a:pt x="0" y="1129988"/>
                    <a:pt x="176067" y="849804"/>
                    <a:pt x="393420" y="849255"/>
                  </a:cubicBezTo>
                  <a:close/>
                  <a:moveTo>
                    <a:pt x="760207" y="0"/>
                  </a:moveTo>
                  <a:cubicBezTo>
                    <a:pt x="968994" y="0"/>
                    <a:pt x="1138249" y="213584"/>
                    <a:pt x="1138249" y="477053"/>
                  </a:cubicBezTo>
                  <a:cubicBezTo>
                    <a:pt x="1138249" y="740522"/>
                    <a:pt x="968994" y="954106"/>
                    <a:pt x="760207" y="954106"/>
                  </a:cubicBezTo>
                  <a:cubicBezTo>
                    <a:pt x="551420" y="954106"/>
                    <a:pt x="382165" y="740522"/>
                    <a:pt x="382165" y="477053"/>
                  </a:cubicBezTo>
                  <a:cubicBezTo>
                    <a:pt x="382165" y="213584"/>
                    <a:pt x="551420" y="0"/>
                    <a:pt x="760207" y="0"/>
                  </a:cubicBezTo>
                  <a:close/>
                </a:path>
              </a:pathLst>
            </a:custGeom>
            <a:solidFill>
              <a:schemeClr val="bg1"/>
            </a:solidFill>
            <a:ln>
              <a:noFill/>
            </a:ln>
            <a:extLst>
              <a:ext uri="{91240B29-F687-4F45-9708-019B960494DF}">
                <a14:hiddenLine xmlns:a14="http://schemas.microsoft.com/office/drawing/2010/main" w="19050">
                  <a:solidFill>
                    <a:srgbClr val="000000"/>
                  </a:solidFill>
                  <a:round/>
                </a14:hiddenLine>
              </a:ext>
            </a:extLst>
          </p:spPr>
          <p:txBody>
            <a:bodyPr vert="horz" wrap="square" lIns="91440" tIns="45720" rIns="91440" bIns="45720" numCol="1" anchor="ctr" anchorCtr="0" compatLnSpc="1"/>
            <a:lstStyle/>
            <a:p>
              <a:endParaRPr lang="zh-CN" altLang="en-US">
                <a:solidFill>
                  <a:srgbClr val="0E6CA6"/>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1000"/>
                                        <p:tgtEl>
                                          <p:spTgt spid="4"/>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59"/>
                                        </p:tgtEl>
                                        <p:attrNameLst>
                                          <p:attrName>style.visibility</p:attrName>
                                        </p:attrNameLst>
                                      </p:cBhvr>
                                      <p:to>
                                        <p:strVal val="visible"/>
                                      </p:to>
                                    </p:set>
                                    <p:anim calcmode="lin" valueType="num">
                                      <p:cBhvr>
                                        <p:cTn id="11" dur="1000" fill="hold"/>
                                        <p:tgtEl>
                                          <p:spTgt spid="59"/>
                                        </p:tgtEl>
                                        <p:attrNameLst>
                                          <p:attrName>ppt_w</p:attrName>
                                        </p:attrNameLst>
                                      </p:cBhvr>
                                      <p:tavLst>
                                        <p:tav tm="0">
                                          <p:val>
                                            <p:fltVal val="0"/>
                                          </p:val>
                                        </p:tav>
                                        <p:tav tm="100000">
                                          <p:val>
                                            <p:strVal val="#ppt_w"/>
                                          </p:val>
                                        </p:tav>
                                      </p:tavLst>
                                    </p:anim>
                                    <p:anim calcmode="lin" valueType="num">
                                      <p:cBhvr>
                                        <p:cTn id="12" dur="1000" fill="hold"/>
                                        <p:tgtEl>
                                          <p:spTgt spid="59"/>
                                        </p:tgtEl>
                                        <p:attrNameLst>
                                          <p:attrName>ppt_h</p:attrName>
                                        </p:attrNameLst>
                                      </p:cBhvr>
                                      <p:tavLst>
                                        <p:tav tm="0">
                                          <p:val>
                                            <p:fltVal val="0"/>
                                          </p:val>
                                        </p:tav>
                                        <p:tav tm="100000">
                                          <p:val>
                                            <p:strVal val="#ppt_h"/>
                                          </p:val>
                                        </p:tav>
                                      </p:tavLst>
                                    </p:anim>
                                    <p:animEffect transition="in" filter="fade">
                                      <p:cBhvr>
                                        <p:cTn id="13" dur="1000"/>
                                        <p:tgtEl>
                                          <p:spTgt spid="59"/>
                                        </p:tgtEl>
                                      </p:cBhvr>
                                    </p:animEffect>
                                  </p:childTnLst>
                                </p:cTn>
                              </p:par>
                            </p:childTnLst>
                          </p:cTn>
                        </p:par>
                        <p:par>
                          <p:cTn id="14" fill="hold">
                            <p:stCondLst>
                              <p:cond delay="2000"/>
                            </p:stCondLst>
                            <p:childTnLst>
                              <p:par>
                                <p:cTn id="15" presetID="16" presetClass="entr" presetSubtype="37" fill="hold" grpId="0" nodeType="after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barn(outVertical)">
                                      <p:cBhvr>
                                        <p:cTn id="1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Lst>
  </p:timing>
</p:sld>
</file>

<file path=ppt/tags/tag1.xml><?xml version="1.0" encoding="utf-8"?>
<p:tagLst xmlns:p="http://schemas.openxmlformats.org/presentationml/2006/main">
  <p:tag name="MH" val="20170410144024"/>
  <p:tag name="MH_LIBRARY" val="GRAPHIC"/>
  <p:tag name="MH_TYPE" val="Other"/>
  <p:tag name="MH_ORDER" val="1"/>
</p:tagLst>
</file>

<file path=ppt/tags/tag2.xml><?xml version="1.0" encoding="utf-8"?>
<p:tagLst xmlns:p="http://schemas.openxmlformats.org/presentationml/2006/main">
  <p:tag name="PA" val="v3.0.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2087</Words>
  <Application>WPS 演示</Application>
  <PresentationFormat>宽屏</PresentationFormat>
  <Paragraphs>159</Paragraphs>
  <Slides>16</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16</vt:i4>
      </vt:variant>
    </vt:vector>
  </HeadingPairs>
  <TitlesOfParts>
    <vt:vector size="33" baseType="lpstr">
      <vt:lpstr>Arial</vt:lpstr>
      <vt:lpstr>宋体</vt:lpstr>
      <vt:lpstr>Wingdings</vt:lpstr>
      <vt:lpstr>幼圆</vt:lpstr>
      <vt:lpstr>微软雅黑</vt:lpstr>
      <vt:lpstr>Calibri</vt:lpstr>
      <vt:lpstr>仿宋</vt:lpstr>
      <vt:lpstr>等线</vt:lpstr>
      <vt:lpstr>Arial Unicode MS</vt:lpstr>
      <vt:lpstr>等线 Light</vt:lpstr>
      <vt:lpstr>Arial</vt:lpstr>
      <vt:lpstr>Bebas</vt:lpstr>
      <vt:lpstr>华文黑体</vt:lpstr>
      <vt:lpstr>Haettenschweiler</vt:lpstr>
      <vt:lpstr>Segoe Print</vt:lpstr>
      <vt:lpstr>黑体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China</dc:creator>
  <cp:lastModifiedBy>释然。</cp:lastModifiedBy>
  <cp:revision>67</cp:revision>
  <dcterms:created xsi:type="dcterms:W3CDTF">2017-04-20T14:08:00Z</dcterms:created>
  <dcterms:modified xsi:type="dcterms:W3CDTF">2018-01-09T10:38:15Z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2052-10.1.0.7106</vt:lpwstr>
  </property>
</Properties>
</file>